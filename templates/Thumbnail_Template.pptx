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1"/>
  </p:notesMasterIdLst>
  <p:sldIdLst>
    <p:sldId id="424" r:id="rId2"/>
    <p:sldId id="425" r:id="rId3"/>
    <p:sldId id="426" r:id="rId4"/>
    <p:sldId id="427" r:id="rId5"/>
    <p:sldId id="435" r:id="rId6"/>
    <p:sldId id="366" r:id="rId7"/>
    <p:sldId id="367" r:id="rId8"/>
    <p:sldId id="368" r:id="rId9"/>
    <p:sldId id="369" r:id="rId1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10235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6" autoAdjust="0"/>
    <p:restoredTop sz="92612" autoAdjust="0"/>
  </p:normalViewPr>
  <p:slideViewPr>
    <p:cSldViewPr>
      <p:cViewPr varScale="1">
        <p:scale>
          <a:sx n="140" d="100"/>
          <a:sy n="140" d="100"/>
        </p:scale>
        <p:origin x="51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6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576C0-843D-45F9-A648-7B1C759B2997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B3D67-2D3F-4A53-BE82-860164AF64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558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505A7-3C9F-A1ED-34B1-2F3F886D7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96999-F19C-4EA6-6A48-0310DAE23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ABCD95-A3D7-6635-4D56-C52D42DDB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FB34D1-CD12-8606-DC7F-20025D8F1E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B3D67-2D3F-4A53-BE82-860164AF64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712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CB6B1-2B48-9B98-83AD-19492905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9BC00F-737E-E8AE-4AD4-A9A0B397D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FD4AE0-601B-7643-888E-E4367292A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F62E04-F470-9F03-A2B9-B2AA27630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B3D67-2D3F-4A53-BE82-860164AF64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101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BFA9-75D0-4BD0-BDCD-5E9E5333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7B2A34-AB48-4884-263E-C31D67D81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B6F636-D5B1-C9BA-B282-0ACE9AAA0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00F656-1A50-C007-5B3C-CC26EB967D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B3D67-2D3F-4A53-BE82-860164AF64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662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55DA2-8EBD-EF25-FCAD-52DA393C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D99964-9714-AE12-EDD3-3AA8105A6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2235E2-7203-ECC7-D8D7-3A6E4CE21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0DD2A2-C211-3A18-D634-E0DCC6507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B3D67-2D3F-4A53-BE82-860164AF64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764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E48BD-38D4-2A69-D369-C63E3190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DA8F8A-3C33-6B6E-0440-4A890FEE6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C0D2E4-ED32-3554-9B89-FB4BB7002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637769-D92B-B8E9-894C-49CB4D02A2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B3D67-2D3F-4A53-BE82-860164AF64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553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158C-BA8E-6DD9-B49F-AC81BA61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3CE25D-F54F-B95B-7608-257F656F7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2A4486-4A1C-BEF7-C5D3-832F6FDCC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8225B5-D9D9-ECB6-0E5A-40A6EF9A18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B3D67-2D3F-4A53-BE82-860164AF64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85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F5F54-B3A6-4F08-FFE4-5B66F8AA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7D9FB9-4B9C-270B-12C8-32A45BF33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60DBE1-143F-EF85-B906-7962680EC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CD0CB0-D3FD-1493-5642-F15FCA828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B3D67-2D3F-4A53-BE82-860164AF64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4686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6E032-1FC8-80B2-681A-7E39308F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C11C53-6610-2E71-5A29-806357E45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600EAF-482A-BDE8-7A8C-6C970D89D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9554EE-2A0E-B23F-6B6A-9BDAB5070F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B3D67-2D3F-4A53-BE82-860164AF64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4449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B7C18-5293-18AC-779F-A03E2219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5842A7-D753-610B-854E-06FCCBE17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21C5C3-BC73-F983-54BD-0ADBE7C8C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418E80-6420-A6E5-9F19-75CD9B534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B3D67-2D3F-4A53-BE82-860164AF64A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435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8E433-BFC1-4ACE-A930-F95F646A30BB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37AF5-855E-43B3-BF47-0FBD3376B95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AB849-488C-1215-E0E1-041BA7A0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메리 크리스마스!-기독뉴스">
            <a:extLst>
              <a:ext uri="{FF2B5EF4-FFF2-40B4-BE49-F238E27FC236}">
                <a16:creationId xmlns:a16="http://schemas.microsoft.com/office/drawing/2014/main" id="{23262C56-59C9-ACD1-1A30-3B0874285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242966"/>
            <a:ext cx="9601200" cy="499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 descr="Thumbnail Frame 디자인.png">
            <a:extLst>
              <a:ext uri="{FF2B5EF4-FFF2-40B4-BE49-F238E27FC236}">
                <a16:creationId xmlns:a16="http://schemas.microsoft.com/office/drawing/2014/main" id="{D2F36124-DAAA-11C7-646B-42EECC46E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98" y="123078"/>
            <a:ext cx="9144000" cy="5232400"/>
          </a:xfrm>
          <a:prstGeom prst="rect">
            <a:avLst/>
          </a:prstGeom>
        </p:spPr>
      </p:pic>
      <p:pic>
        <p:nvPicPr>
          <p:cNvPr id="3" name="Picture 8" descr="C:\Users\kysup\OneDrive\Desktop\박맹준 목사님 프로필 사진4.png">
            <a:extLst>
              <a:ext uri="{FF2B5EF4-FFF2-40B4-BE49-F238E27FC236}">
                <a16:creationId xmlns:a16="http://schemas.microsoft.com/office/drawing/2014/main" id="{C7B9BD0C-7BEA-F459-75C4-CC6305986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64100" y="253926"/>
            <a:ext cx="4279900" cy="5011105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5AAF1B-3752-B5C0-815C-714CF0F1FD29}"/>
              </a:ext>
            </a:extLst>
          </p:cNvPr>
          <p:cNvSpPr txBox="1"/>
          <p:nvPr/>
        </p:nvSpPr>
        <p:spPr>
          <a:xfrm>
            <a:off x="2030565" y="4088309"/>
            <a:ext cx="282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0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{{PASTOR}}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5D2BA-5084-6D31-C4CF-7B60920564F2}"/>
              </a:ext>
            </a:extLst>
          </p:cNvPr>
          <p:cNvSpPr txBox="1"/>
          <p:nvPr/>
        </p:nvSpPr>
        <p:spPr>
          <a:xfrm>
            <a:off x="520700" y="751118"/>
            <a:ext cx="3116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10235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성탄전야예배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BD1CA1-C43C-4B9F-95BD-61C03774659D}"/>
              </a:ext>
            </a:extLst>
          </p:cNvPr>
          <p:cNvSpPr txBox="1"/>
          <p:nvPr/>
        </p:nvSpPr>
        <p:spPr>
          <a:xfrm>
            <a:off x="520700" y="381786"/>
            <a:ext cx="267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{{THUMBNAIL_DATE}}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C2CD4-6C92-EDD3-3377-6AA2E21AEC60}"/>
              </a:ext>
            </a:extLst>
          </p:cNvPr>
          <p:cNvSpPr txBox="1"/>
          <p:nvPr/>
        </p:nvSpPr>
        <p:spPr>
          <a:xfrm>
            <a:off x="292100" y="1981986"/>
            <a:ext cx="457200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“{{SERMON_TITLE}}</a:t>
            </a:r>
            <a:r>
              <a:rPr lang="ko-KR" altLang="en-US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  <a:p>
            <a:pPr lvl="0" algn="ctr">
              <a:defRPr/>
            </a:pPr>
            <a:r>
              <a:rPr lang="en-US" altLang="ko-KR" sz="1500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{{SCRIPTURE_KO}}</a:t>
            </a:r>
          </a:p>
        </p:txBody>
      </p:sp>
    </p:spTree>
    <p:extLst>
      <p:ext uri="{BB962C8B-B14F-4D97-AF65-F5344CB8AC3E}">
        <p14:creationId xmlns:p14="http://schemas.microsoft.com/office/powerpoint/2010/main" val="412948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60250-FF9E-1495-7765-C5012CD0E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1" descr="C:\Users\kysup\OneDrive\Desktop\pngtree-blue-gradient-watercolor-wild-poster-background-material-backgroundwatercolor-backgroundgouache-backgroundsplash-image_70973.jpg">
            <a:extLst>
              <a:ext uri="{FF2B5EF4-FFF2-40B4-BE49-F238E27FC236}">
                <a16:creationId xmlns:a16="http://schemas.microsoft.com/office/drawing/2014/main" id="{38BC1F1A-A0E9-9F80-86FD-D307016F3A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4673" t="2795" r="2261" b="43638"/>
          <a:stretch/>
        </p:blipFill>
        <p:spPr bwMode="auto">
          <a:xfrm>
            <a:off x="304799" y="209550"/>
            <a:ext cx="9019749" cy="6943775"/>
          </a:xfrm>
          <a:prstGeom prst="rect">
            <a:avLst/>
          </a:prstGeom>
          <a:noFill/>
        </p:spPr>
      </p:pic>
      <p:pic>
        <p:nvPicPr>
          <p:cNvPr id="33" name="그림 32" descr="Thumbnail Frame 디자인.png">
            <a:extLst>
              <a:ext uri="{FF2B5EF4-FFF2-40B4-BE49-F238E27FC236}">
                <a16:creationId xmlns:a16="http://schemas.microsoft.com/office/drawing/2014/main" id="{6024D06A-90D8-A55D-338B-3BE9C1EE8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49" y="158402"/>
            <a:ext cx="9144000" cy="5232400"/>
          </a:xfrm>
          <a:prstGeom prst="rect">
            <a:avLst/>
          </a:prstGeom>
        </p:spPr>
      </p:pic>
      <p:pic>
        <p:nvPicPr>
          <p:cNvPr id="34" name="Picture 8" descr="C:\Users\kysup\OneDrive\Desktop\박맹준 목사님 프로필 사진4.png">
            <a:extLst>
              <a:ext uri="{FF2B5EF4-FFF2-40B4-BE49-F238E27FC236}">
                <a16:creationId xmlns:a16="http://schemas.microsoft.com/office/drawing/2014/main" id="{129E5167-FCB9-E62D-1469-7C8A12B75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64100" y="285617"/>
            <a:ext cx="4279900" cy="5039642"/>
          </a:xfrm>
          <a:prstGeom prst="rect">
            <a:avLst/>
          </a:prstGeom>
          <a:noFill/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9286E7A-52AB-751F-6B63-52036DBA9CE9}"/>
              </a:ext>
            </a:extLst>
          </p:cNvPr>
          <p:cNvSpPr txBox="1"/>
          <p:nvPr/>
        </p:nvSpPr>
        <p:spPr>
          <a:xfrm>
            <a:off x="2030565" y="4088309"/>
            <a:ext cx="282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0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{{PASTOR}}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DA5E34-7E7D-4501-53C9-37C92D8A0DEC}"/>
              </a:ext>
            </a:extLst>
          </p:cNvPr>
          <p:cNvSpPr txBox="1"/>
          <p:nvPr/>
        </p:nvSpPr>
        <p:spPr>
          <a:xfrm>
            <a:off x="520700" y="751118"/>
            <a:ext cx="3116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10235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주일예배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EB68EE-6E9B-1F47-3A90-C5B3B363337A}"/>
              </a:ext>
            </a:extLst>
          </p:cNvPr>
          <p:cNvSpPr txBox="1"/>
          <p:nvPr/>
        </p:nvSpPr>
        <p:spPr>
          <a:xfrm>
            <a:off x="520700" y="381786"/>
            <a:ext cx="260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{{THUMBNAIL_DATE}}</a:t>
            </a:r>
            <a:endParaRPr lang="ko-KR" altLang="en-US" dirty="0">
              <a:solidFill>
                <a:srgbClr val="003366"/>
              </a:solidFill>
              <a:latin typeface="12롯데마트드림Medium" pitchFamily="18" charset="-127"/>
              <a:ea typeface="12롯데마트드림Medium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BB2A4A-B356-318D-4AFB-37EB9AA11714}"/>
              </a:ext>
            </a:extLst>
          </p:cNvPr>
          <p:cNvSpPr txBox="1"/>
          <p:nvPr/>
        </p:nvSpPr>
        <p:spPr>
          <a:xfrm>
            <a:off x="292100" y="1981986"/>
            <a:ext cx="457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“{{SERMON_TITLE}}</a:t>
            </a:r>
            <a:r>
              <a:rPr lang="ko-KR" altLang="en-US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  <a:p>
            <a:pPr lvl="0" algn="ctr">
              <a:defRPr/>
            </a:pPr>
            <a:r>
              <a:rPr lang="en-US" altLang="ko-KR" sz="1500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{{SCRIPTURE_KO}}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 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42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6C5F-084B-C4E1-F61C-0D4A40EF9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블러, 금, 빛, 호박이(가) 표시된 사진&#10;&#10;자동 생성된 설명">
            <a:extLst>
              <a:ext uri="{FF2B5EF4-FFF2-40B4-BE49-F238E27FC236}">
                <a16:creationId xmlns:a16="http://schemas.microsoft.com/office/drawing/2014/main" id="{1DF42BA8-05FA-1B70-B14C-172BF924F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53518"/>
            <a:ext cx="8382000" cy="5344228"/>
          </a:xfrm>
          <a:prstGeom prst="rect">
            <a:avLst/>
          </a:prstGeom>
        </p:spPr>
      </p:pic>
      <p:pic>
        <p:nvPicPr>
          <p:cNvPr id="4" name="그림 3" descr="Thumbnail Frame 디자인.png">
            <a:extLst>
              <a:ext uri="{FF2B5EF4-FFF2-40B4-BE49-F238E27FC236}">
                <a16:creationId xmlns:a16="http://schemas.microsoft.com/office/drawing/2014/main" id="{F0C9072C-1F5E-1E59-E6FA-CA51359F4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49" y="158402"/>
            <a:ext cx="9144000" cy="5232400"/>
          </a:xfrm>
          <a:prstGeom prst="rect">
            <a:avLst/>
          </a:prstGeom>
        </p:spPr>
      </p:pic>
      <p:pic>
        <p:nvPicPr>
          <p:cNvPr id="5" name="Picture 8" descr="C:\Users\kysup\OneDrive\Desktop\박맹준 목사님 프로필 사진4.png">
            <a:extLst>
              <a:ext uri="{FF2B5EF4-FFF2-40B4-BE49-F238E27FC236}">
                <a16:creationId xmlns:a16="http://schemas.microsoft.com/office/drawing/2014/main" id="{1AFA5301-9184-692F-8FC1-81AAA1D8A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64100" y="277402"/>
            <a:ext cx="4279900" cy="5011105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C3361A-AF0F-DDB1-A3B4-003BDB534BCA}"/>
              </a:ext>
            </a:extLst>
          </p:cNvPr>
          <p:cNvSpPr txBox="1"/>
          <p:nvPr/>
        </p:nvSpPr>
        <p:spPr>
          <a:xfrm>
            <a:off x="2030565" y="4088309"/>
            <a:ext cx="282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0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{{PASTOR}}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1A53A-EE4D-F0AE-3233-82257620E90A}"/>
              </a:ext>
            </a:extLst>
          </p:cNvPr>
          <p:cNvSpPr txBox="1"/>
          <p:nvPr/>
        </p:nvSpPr>
        <p:spPr>
          <a:xfrm>
            <a:off x="520700" y="751118"/>
            <a:ext cx="3116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10235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송구영신예배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2ED61-A8B3-B0BC-7F92-2C27DCCB1731}"/>
              </a:ext>
            </a:extLst>
          </p:cNvPr>
          <p:cNvSpPr txBox="1"/>
          <p:nvPr/>
        </p:nvSpPr>
        <p:spPr>
          <a:xfrm>
            <a:off x="520700" y="381786"/>
            <a:ext cx="252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{{THUMBNAIL_DATE}}</a:t>
            </a:r>
            <a:endParaRPr lang="ko-KR" altLang="en-US" dirty="0">
              <a:solidFill>
                <a:srgbClr val="003366"/>
              </a:solidFill>
              <a:latin typeface="12롯데마트드림Medium" pitchFamily="18" charset="-127"/>
              <a:ea typeface="12롯데마트드림Medium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F05BC-392A-B635-7782-F570C68A9EDF}"/>
              </a:ext>
            </a:extLst>
          </p:cNvPr>
          <p:cNvSpPr txBox="1"/>
          <p:nvPr/>
        </p:nvSpPr>
        <p:spPr>
          <a:xfrm>
            <a:off x="292100" y="1981986"/>
            <a:ext cx="457200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“{{SERMON_TITLE}}</a:t>
            </a:r>
            <a:r>
              <a:rPr lang="ko-KR" altLang="en-US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{{SCRIPTURE_KO}}</a:t>
            </a:r>
          </a:p>
        </p:txBody>
      </p:sp>
    </p:spTree>
    <p:extLst>
      <p:ext uri="{BB962C8B-B14F-4D97-AF65-F5344CB8AC3E}">
        <p14:creationId xmlns:p14="http://schemas.microsoft.com/office/powerpoint/2010/main" val="326340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66712-48C7-DBCF-77DC-341F11F1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C:\Users\kysup\OneDrive\Desktop\pngtree-flower-flower-border-romantic-simple-image_22125.jpg">
            <a:extLst>
              <a:ext uri="{FF2B5EF4-FFF2-40B4-BE49-F238E27FC236}">
                <a16:creationId xmlns:a16="http://schemas.microsoft.com/office/drawing/2014/main" id="{A2B5103A-3657-EAA3-A2EA-066D47FFE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9" y="209549"/>
            <a:ext cx="9621321" cy="5011105"/>
          </a:xfrm>
          <a:prstGeom prst="rect">
            <a:avLst/>
          </a:prstGeom>
          <a:noFill/>
        </p:spPr>
      </p:pic>
      <p:pic>
        <p:nvPicPr>
          <p:cNvPr id="11" name="그림 10" descr="Thumbnail Frame 디자인.png">
            <a:extLst>
              <a:ext uri="{FF2B5EF4-FFF2-40B4-BE49-F238E27FC236}">
                <a16:creationId xmlns:a16="http://schemas.microsoft.com/office/drawing/2014/main" id="{5E5F2B80-DDCC-C88C-A008-A955186A2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49" y="158402"/>
            <a:ext cx="9144000" cy="5232400"/>
          </a:xfrm>
          <a:prstGeom prst="rect">
            <a:avLst/>
          </a:prstGeom>
        </p:spPr>
      </p:pic>
      <p:pic>
        <p:nvPicPr>
          <p:cNvPr id="12" name="Picture 8" descr="C:\Users\kysup\OneDrive\Desktop\박맹준 목사님 프로필 사진4.png">
            <a:extLst>
              <a:ext uri="{FF2B5EF4-FFF2-40B4-BE49-F238E27FC236}">
                <a16:creationId xmlns:a16="http://schemas.microsoft.com/office/drawing/2014/main" id="{6A7E2D03-3564-4622-2322-4FC0010EF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64100" y="277402"/>
            <a:ext cx="4279900" cy="5011105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0E71F6-6062-BE89-6686-D48CB34C0985}"/>
              </a:ext>
            </a:extLst>
          </p:cNvPr>
          <p:cNvSpPr txBox="1"/>
          <p:nvPr/>
        </p:nvSpPr>
        <p:spPr>
          <a:xfrm>
            <a:off x="2030565" y="4088309"/>
            <a:ext cx="282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0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{{PASTOR}}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8E6601-5625-2F82-B301-5C7396348E3B}"/>
              </a:ext>
            </a:extLst>
          </p:cNvPr>
          <p:cNvSpPr txBox="1"/>
          <p:nvPr/>
        </p:nvSpPr>
        <p:spPr>
          <a:xfrm>
            <a:off x="520700" y="751118"/>
            <a:ext cx="3116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10235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주일예배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A96624-2D69-5108-D6DC-2B41AE43387B}"/>
              </a:ext>
            </a:extLst>
          </p:cNvPr>
          <p:cNvSpPr txBox="1"/>
          <p:nvPr/>
        </p:nvSpPr>
        <p:spPr>
          <a:xfrm>
            <a:off x="520700" y="381786"/>
            <a:ext cx="298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{{THUMBNAIL_DATE}}</a:t>
            </a:r>
            <a:endParaRPr lang="ko-KR" altLang="en-US" dirty="0">
              <a:solidFill>
                <a:srgbClr val="003366"/>
              </a:solidFill>
              <a:latin typeface="12롯데마트드림Medium" pitchFamily="18" charset="-127"/>
              <a:ea typeface="12롯데마트드림Medium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4EEDFC-67BA-D26B-61C0-CFC49CA08D71}"/>
              </a:ext>
            </a:extLst>
          </p:cNvPr>
          <p:cNvSpPr txBox="1"/>
          <p:nvPr/>
        </p:nvSpPr>
        <p:spPr>
          <a:xfrm>
            <a:off x="292100" y="1981986"/>
            <a:ext cx="457200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“{{SERMON_TITLE}}</a:t>
            </a:r>
            <a:r>
              <a:rPr lang="ko-KR" altLang="en-US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  <a:p>
            <a:pPr lvl="0" algn="ctr">
              <a:defRPr/>
            </a:pPr>
            <a:r>
              <a:rPr lang="en-US" altLang="ko-KR" sz="1500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{{SCRIPTURE_KO}}</a:t>
            </a:r>
          </a:p>
        </p:txBody>
      </p:sp>
    </p:spTree>
    <p:extLst>
      <p:ext uri="{BB962C8B-B14F-4D97-AF65-F5344CB8AC3E}">
        <p14:creationId xmlns:p14="http://schemas.microsoft.com/office/powerpoint/2010/main" val="149247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E5952-9AF5-AEF9-DA3E-8F003A1F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C14D5B-AFB8-D8D1-4EFA-3829226620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" t="61124" b="-1"/>
          <a:stretch/>
        </p:blipFill>
        <p:spPr bwMode="auto">
          <a:xfrm>
            <a:off x="299357" y="285750"/>
            <a:ext cx="9144000" cy="5002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그림 3" descr="Thumbnail Frame 디자인.png">
            <a:extLst>
              <a:ext uri="{FF2B5EF4-FFF2-40B4-BE49-F238E27FC236}">
                <a16:creationId xmlns:a16="http://schemas.microsoft.com/office/drawing/2014/main" id="{A6C3824A-9D67-A387-1DC2-60415E44C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49" y="158402"/>
            <a:ext cx="9144000" cy="5232400"/>
          </a:xfrm>
          <a:prstGeom prst="rect">
            <a:avLst/>
          </a:prstGeom>
        </p:spPr>
      </p:pic>
      <p:pic>
        <p:nvPicPr>
          <p:cNvPr id="5" name="Picture 8" descr="C:\Users\kysup\OneDrive\Desktop\박맹준 목사님 프로필 사진4.png">
            <a:extLst>
              <a:ext uri="{FF2B5EF4-FFF2-40B4-BE49-F238E27FC236}">
                <a16:creationId xmlns:a16="http://schemas.microsoft.com/office/drawing/2014/main" id="{59E3C89B-65B7-AD1B-09E2-E2CBE7713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64100" y="277402"/>
            <a:ext cx="4279900" cy="5011105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87007B-58C4-264B-43CC-100443A004C9}"/>
              </a:ext>
            </a:extLst>
          </p:cNvPr>
          <p:cNvSpPr txBox="1"/>
          <p:nvPr/>
        </p:nvSpPr>
        <p:spPr>
          <a:xfrm>
            <a:off x="2030565" y="4088309"/>
            <a:ext cx="282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0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{{PASTOR}}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9E4BD-76C1-2D23-A1FE-406A5D462A1F}"/>
              </a:ext>
            </a:extLst>
          </p:cNvPr>
          <p:cNvSpPr txBox="1"/>
          <p:nvPr/>
        </p:nvSpPr>
        <p:spPr>
          <a:xfrm>
            <a:off x="520700" y="751118"/>
            <a:ext cx="3116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10235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주일예배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7ACFE-9290-E39D-D822-00A58B7D069D}"/>
              </a:ext>
            </a:extLst>
          </p:cNvPr>
          <p:cNvSpPr txBox="1"/>
          <p:nvPr/>
        </p:nvSpPr>
        <p:spPr>
          <a:xfrm>
            <a:off x="520700" y="381786"/>
            <a:ext cx="290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{{THUMBNAIL_DATE}}</a:t>
            </a:r>
            <a:endParaRPr lang="ko-KR" altLang="en-US" dirty="0">
              <a:solidFill>
                <a:srgbClr val="003366"/>
              </a:solidFill>
              <a:latin typeface="12롯데마트드림Medium" pitchFamily="18" charset="-127"/>
              <a:ea typeface="12롯데마트드림Medium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6570E-548F-168B-AC4B-BC92BE558A87}"/>
              </a:ext>
            </a:extLst>
          </p:cNvPr>
          <p:cNvSpPr txBox="1"/>
          <p:nvPr/>
        </p:nvSpPr>
        <p:spPr>
          <a:xfrm>
            <a:off x="292100" y="1981986"/>
            <a:ext cx="457200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“{{SERMON_TITLE}}</a:t>
            </a:r>
            <a:r>
              <a:rPr lang="ko-KR" altLang="en-US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  <a:p>
            <a:pPr lvl="0" algn="ctr">
              <a:defRPr/>
            </a:pPr>
            <a:r>
              <a:rPr lang="en-US" altLang="ko-KR" sz="1500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{{SCRIPTURE_KO}}</a:t>
            </a:r>
          </a:p>
        </p:txBody>
      </p:sp>
    </p:spTree>
    <p:extLst>
      <p:ext uri="{BB962C8B-B14F-4D97-AF65-F5344CB8AC3E}">
        <p14:creationId xmlns:p14="http://schemas.microsoft.com/office/powerpoint/2010/main" val="1579805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AB19-69FD-A0E2-05BD-67437BABC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8" descr="C:\Users\kysup\OneDrive\Desktop\pngtree-blue-fresh-spring-flower-illustration-background-image_90706.jpg">
            <a:extLst>
              <a:ext uri="{FF2B5EF4-FFF2-40B4-BE49-F238E27FC236}">
                <a16:creationId xmlns:a16="http://schemas.microsoft.com/office/drawing/2014/main" id="{5F163C95-9F94-8674-22E9-1B0A2F17B4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r="1217" b="6697"/>
          <a:stretch/>
        </p:blipFill>
        <p:spPr bwMode="auto">
          <a:xfrm rot="5400000">
            <a:off x="2179423" y="-1706564"/>
            <a:ext cx="5143500" cy="8801102"/>
          </a:xfrm>
          <a:prstGeom prst="rect">
            <a:avLst/>
          </a:prstGeom>
          <a:noFill/>
        </p:spPr>
      </p:pic>
      <p:pic>
        <p:nvPicPr>
          <p:cNvPr id="21" name="그림 20" descr="Thumbnail Frame 디자인.png">
            <a:extLst>
              <a:ext uri="{FF2B5EF4-FFF2-40B4-BE49-F238E27FC236}">
                <a16:creationId xmlns:a16="http://schemas.microsoft.com/office/drawing/2014/main" id="{086A3153-1BF4-9060-AAA0-06AFE868C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37" y="122237"/>
            <a:ext cx="9144000" cy="5232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5F3D14B-33B4-3C2A-157C-2B6A2B4CBA0A}"/>
              </a:ext>
            </a:extLst>
          </p:cNvPr>
          <p:cNvSpPr txBox="1"/>
          <p:nvPr/>
        </p:nvSpPr>
        <p:spPr>
          <a:xfrm>
            <a:off x="533400" y="807482"/>
            <a:ext cx="3116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10235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주일예배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353B70-D598-CA88-E6D0-7C7030128B80}"/>
              </a:ext>
            </a:extLst>
          </p:cNvPr>
          <p:cNvSpPr txBox="1"/>
          <p:nvPr/>
        </p:nvSpPr>
        <p:spPr>
          <a:xfrm>
            <a:off x="550332" y="349250"/>
            <a:ext cx="311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{{THUMBNAIL_DATE}}</a:t>
            </a:r>
            <a:endParaRPr lang="ko-KR" altLang="en-US" dirty="0">
              <a:solidFill>
                <a:srgbClr val="003366"/>
              </a:solidFill>
              <a:latin typeface="12롯데마트드림Medium" pitchFamily="18" charset="-127"/>
              <a:ea typeface="12롯데마트드림Medium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DCEE4B-37EB-D13C-F01B-B569140F22C2}"/>
              </a:ext>
            </a:extLst>
          </p:cNvPr>
          <p:cNvSpPr txBox="1"/>
          <p:nvPr/>
        </p:nvSpPr>
        <p:spPr>
          <a:xfrm>
            <a:off x="457200" y="2056224"/>
            <a:ext cx="457200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“{{SERMON_TITLE}}</a:t>
            </a:r>
            <a:r>
              <a:rPr lang="ko-KR" altLang="en-US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  <a:p>
            <a:pPr lvl="0" algn="ctr">
              <a:defRPr/>
            </a:pPr>
            <a:r>
              <a:rPr lang="en-US" altLang="ko-KR" sz="1500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{{SCRIPTURE_KO}}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4A2528-94F9-F13B-DED6-E2C41FC48BAA}"/>
              </a:ext>
            </a:extLst>
          </p:cNvPr>
          <p:cNvSpPr txBox="1"/>
          <p:nvPr/>
        </p:nvSpPr>
        <p:spPr>
          <a:xfrm>
            <a:off x="2030565" y="4088309"/>
            <a:ext cx="282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0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{{PASTOR}}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pic>
        <p:nvPicPr>
          <p:cNvPr id="26" name="Picture 8" descr="C:\Users\kysup\OneDrive\Desktop\박맹준 목사님 프로필 사진4.png">
            <a:extLst>
              <a:ext uri="{FF2B5EF4-FFF2-40B4-BE49-F238E27FC236}">
                <a16:creationId xmlns:a16="http://schemas.microsoft.com/office/drawing/2014/main" id="{DE68A0B0-EDBB-F703-215C-BA3A2C16B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64100" y="124790"/>
            <a:ext cx="4287624" cy="51301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499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34929-A0E7-9799-E6F4-BCA241984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kysup\OneDrive\Desktop\pngtree-watercolor-flowers-blue-background-wireframe-image_23602.jpg">
            <a:extLst>
              <a:ext uri="{FF2B5EF4-FFF2-40B4-BE49-F238E27FC236}">
                <a16:creationId xmlns:a16="http://schemas.microsoft.com/office/drawing/2014/main" id="{776ACF9E-F0F9-21EA-1FE2-C55B18D1DE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r="-17305" b="-17305"/>
          <a:stretch/>
        </p:blipFill>
        <p:spPr bwMode="auto">
          <a:xfrm>
            <a:off x="267187" y="105740"/>
            <a:ext cx="6827837" cy="10238979"/>
          </a:xfrm>
          <a:prstGeom prst="rect">
            <a:avLst/>
          </a:prstGeom>
          <a:noFill/>
        </p:spPr>
      </p:pic>
      <p:pic>
        <p:nvPicPr>
          <p:cNvPr id="3" name="그림 2" descr="Thumbnail Frame 디자인.png">
            <a:extLst>
              <a:ext uri="{FF2B5EF4-FFF2-40B4-BE49-F238E27FC236}">
                <a16:creationId xmlns:a16="http://schemas.microsoft.com/office/drawing/2014/main" id="{9F36382A-E812-5085-FADF-777B5C275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24790"/>
            <a:ext cx="9144000" cy="5232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28C04E-BF91-DE6C-72E5-C98AFE5B95A7}"/>
              </a:ext>
            </a:extLst>
          </p:cNvPr>
          <p:cNvSpPr txBox="1"/>
          <p:nvPr/>
        </p:nvSpPr>
        <p:spPr>
          <a:xfrm>
            <a:off x="533400" y="807482"/>
            <a:ext cx="3116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10235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주일예배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F86AA-36D2-CBB1-C530-F96BA441F60F}"/>
              </a:ext>
            </a:extLst>
          </p:cNvPr>
          <p:cNvSpPr txBox="1"/>
          <p:nvPr/>
        </p:nvSpPr>
        <p:spPr>
          <a:xfrm>
            <a:off x="533400" y="43815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{{THUMBNAIL_DATE}}</a:t>
            </a:r>
            <a:endParaRPr lang="ko-KR" altLang="en-US" dirty="0">
              <a:solidFill>
                <a:srgbClr val="003366"/>
              </a:solidFill>
              <a:latin typeface="12롯데마트드림Medium" pitchFamily="18" charset="-127"/>
              <a:ea typeface="12롯데마트드림Medium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69B8C-8FE0-A34D-2DCD-F874B11A14B3}"/>
              </a:ext>
            </a:extLst>
          </p:cNvPr>
          <p:cNvSpPr txBox="1"/>
          <p:nvPr/>
        </p:nvSpPr>
        <p:spPr>
          <a:xfrm>
            <a:off x="457200" y="2056224"/>
            <a:ext cx="457200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“{{SERMON_TITLE}}</a:t>
            </a:r>
            <a:r>
              <a:rPr lang="ko-KR" altLang="en-US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  <a:p>
            <a:pPr lvl="0" algn="ctr">
              <a:defRPr/>
            </a:pPr>
            <a:r>
              <a:rPr lang="en-US" altLang="ko-KR" sz="1500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{{SCRIPTURE_KO}}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7DF6A5-C9DC-2234-6286-F5866031F95F}"/>
              </a:ext>
            </a:extLst>
          </p:cNvPr>
          <p:cNvSpPr txBox="1"/>
          <p:nvPr/>
        </p:nvSpPr>
        <p:spPr>
          <a:xfrm>
            <a:off x="2030565" y="4088309"/>
            <a:ext cx="282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0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{{PASTOR}}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pic>
        <p:nvPicPr>
          <p:cNvPr id="8" name="Picture 8" descr="C:\Users\kysup\OneDrive\Desktop\박맹준 목사님 프로필 사진4.png">
            <a:extLst>
              <a:ext uri="{FF2B5EF4-FFF2-40B4-BE49-F238E27FC236}">
                <a16:creationId xmlns:a16="http://schemas.microsoft.com/office/drawing/2014/main" id="{2E29A7AE-3F99-C783-3FD9-BE2AE58D1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30775" y="124790"/>
            <a:ext cx="4279900" cy="51301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8560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B6A78-DDC1-C6BD-10E1-798DC9188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3" descr="C:\Users\kysup\OneDrive\Desktop\pngtree-green-background-floating-leaves-tree-image_31469.jpg">
            <a:extLst>
              <a:ext uri="{FF2B5EF4-FFF2-40B4-BE49-F238E27FC236}">
                <a16:creationId xmlns:a16="http://schemas.microsoft.com/office/drawing/2014/main" id="{6BEECA3F-6A86-468C-2425-6DE06B27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9414" y="209550"/>
            <a:ext cx="4607366" cy="6477000"/>
          </a:xfrm>
          <a:prstGeom prst="rect">
            <a:avLst/>
          </a:prstGeom>
          <a:noFill/>
        </p:spPr>
      </p:pic>
      <p:pic>
        <p:nvPicPr>
          <p:cNvPr id="16" name="그림 2" descr="Thumbnail Frame 디자인.png">
            <a:extLst>
              <a:ext uri="{FF2B5EF4-FFF2-40B4-BE49-F238E27FC236}">
                <a16:creationId xmlns:a16="http://schemas.microsoft.com/office/drawing/2014/main" id="{30E0995C-F673-2E50-BB00-BA3198167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24790"/>
            <a:ext cx="9144000" cy="5232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6B9B20D-2869-168D-62B6-5038545D6636}"/>
              </a:ext>
            </a:extLst>
          </p:cNvPr>
          <p:cNvSpPr txBox="1"/>
          <p:nvPr/>
        </p:nvSpPr>
        <p:spPr>
          <a:xfrm>
            <a:off x="533400" y="807482"/>
            <a:ext cx="3116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10235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주일예배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71627-D087-5792-8E32-4C6857FE1D9B}"/>
              </a:ext>
            </a:extLst>
          </p:cNvPr>
          <p:cNvSpPr txBox="1"/>
          <p:nvPr/>
        </p:nvSpPr>
        <p:spPr>
          <a:xfrm>
            <a:off x="533400" y="43815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{{THUMBNAIL_DATE}}</a:t>
            </a:r>
            <a:endParaRPr lang="ko-KR" altLang="en-US" dirty="0">
              <a:solidFill>
                <a:srgbClr val="003366"/>
              </a:solidFill>
              <a:latin typeface="12롯데마트드림Medium" pitchFamily="18" charset="-127"/>
              <a:ea typeface="12롯데마트드림Medium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91A808-38C6-E35F-F011-804D3A1B2C03}"/>
              </a:ext>
            </a:extLst>
          </p:cNvPr>
          <p:cNvSpPr txBox="1"/>
          <p:nvPr/>
        </p:nvSpPr>
        <p:spPr>
          <a:xfrm>
            <a:off x="457200" y="2056224"/>
            <a:ext cx="457200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ko-KR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“{{SERMON_TITLE}}</a:t>
            </a:r>
            <a:r>
              <a:rPr lang="ko-KR" altLang="en-US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  <a:p>
            <a:pPr lvl="0" algn="ctr">
              <a:defRPr/>
            </a:pPr>
            <a:r>
              <a:rPr lang="en-US" altLang="ko-KR" sz="1500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{{SCRIPTURE_KO}}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8BF672-7117-8A37-1D65-DCF1E2F42229}"/>
              </a:ext>
            </a:extLst>
          </p:cNvPr>
          <p:cNvSpPr txBox="1"/>
          <p:nvPr/>
        </p:nvSpPr>
        <p:spPr>
          <a:xfrm>
            <a:off x="2030565" y="4088309"/>
            <a:ext cx="282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0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{{PASTOR}}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pic>
        <p:nvPicPr>
          <p:cNvPr id="21" name="Picture 8" descr="C:\Users\kysup\OneDrive\Desktop\박맹준 목사님 프로필 사진4.png">
            <a:extLst>
              <a:ext uri="{FF2B5EF4-FFF2-40B4-BE49-F238E27FC236}">
                <a16:creationId xmlns:a16="http://schemas.microsoft.com/office/drawing/2014/main" id="{8BA8CE93-6C40-6DF2-413E-7C7D17F62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30775" y="124790"/>
            <a:ext cx="4279900" cy="51301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0186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C323-10F9-56F5-5241-B8D67D95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warm-autumn-wallpaper-vector.jpg">
            <a:extLst>
              <a:ext uri="{FF2B5EF4-FFF2-40B4-BE49-F238E27FC236}">
                <a16:creationId xmlns:a16="http://schemas.microsoft.com/office/drawing/2014/main" id="{A05EA723-DDEB-34CB-5365-DCAAAA4890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1" t="22160"/>
          <a:stretch>
            <a:fillRect/>
          </a:stretch>
        </p:blipFill>
        <p:spPr>
          <a:xfrm rot="10800000">
            <a:off x="304800" y="209550"/>
            <a:ext cx="7315200" cy="5130105"/>
          </a:xfrm>
          <a:prstGeom prst="rect">
            <a:avLst/>
          </a:prstGeom>
        </p:spPr>
      </p:pic>
      <p:pic>
        <p:nvPicPr>
          <p:cNvPr id="3" name="그림 2" descr="Thumbnail Frame 디자인.png">
            <a:extLst>
              <a:ext uri="{FF2B5EF4-FFF2-40B4-BE49-F238E27FC236}">
                <a16:creationId xmlns:a16="http://schemas.microsoft.com/office/drawing/2014/main" id="{EDDDBA49-97A4-449E-18B8-3A2803A1B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24790"/>
            <a:ext cx="9144000" cy="5232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B7B260-DEFB-5DDF-8964-E968D5756861}"/>
              </a:ext>
            </a:extLst>
          </p:cNvPr>
          <p:cNvSpPr txBox="1"/>
          <p:nvPr/>
        </p:nvSpPr>
        <p:spPr>
          <a:xfrm>
            <a:off x="533400" y="807482"/>
            <a:ext cx="3116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10235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주일예배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CF3FC-13F4-1753-3AE2-799B26A68298}"/>
              </a:ext>
            </a:extLst>
          </p:cNvPr>
          <p:cNvSpPr txBox="1"/>
          <p:nvPr/>
        </p:nvSpPr>
        <p:spPr>
          <a:xfrm>
            <a:off x="533399" y="438150"/>
            <a:ext cx="334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{{THUMBNAIL_DATE}}</a:t>
            </a:r>
            <a:endParaRPr lang="ko-KR" altLang="en-US" dirty="0">
              <a:solidFill>
                <a:srgbClr val="003366"/>
              </a:solidFill>
              <a:latin typeface="12롯데마트드림Medium" pitchFamily="18" charset="-127"/>
              <a:ea typeface="12롯데마트드림Medium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66686-D81E-1BA6-80AD-2EF524FEBDA4}"/>
              </a:ext>
            </a:extLst>
          </p:cNvPr>
          <p:cNvSpPr txBox="1"/>
          <p:nvPr/>
        </p:nvSpPr>
        <p:spPr>
          <a:xfrm>
            <a:off x="457200" y="2056224"/>
            <a:ext cx="457200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2300" b="1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“{{SERMON_TITLE}}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12롯데마트드림Medium" pitchFamily="18" charset="-127"/>
              <a:ea typeface="12롯데마트드림Medium" pitchFamily="18" charset="-127"/>
              <a:cs typeface="+mn-cs"/>
            </a:endParaRPr>
          </a:p>
          <a:p>
            <a:pPr lvl="0" algn="ctr">
              <a:defRPr/>
            </a:pPr>
            <a:r>
              <a:rPr lang="en-US" altLang="ko-KR" sz="1500" dirty="0">
                <a:solidFill>
                  <a:srgbClr val="003366"/>
                </a:solidFill>
                <a:latin typeface="12롯데마트드림Medium" pitchFamily="18" charset="-127"/>
                <a:ea typeface="12롯데마트드림Medium" pitchFamily="18" charset="-127"/>
              </a:rPr>
              <a:t>{{SCRIPTURE_KO}}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C387D-EAE5-BD17-ACA1-E0E8F77389C9}"/>
              </a:ext>
            </a:extLst>
          </p:cNvPr>
          <p:cNvSpPr txBox="1"/>
          <p:nvPr/>
        </p:nvSpPr>
        <p:spPr>
          <a:xfrm>
            <a:off x="2030565" y="4088309"/>
            <a:ext cx="282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12롯데마트드림Medium" pitchFamily="18" charset="-127"/>
                <a:ea typeface="12롯데마트드림Medium" pitchFamily="18" charset="-127"/>
                <a:cs typeface="+mn-cs"/>
              </a:rPr>
              <a:t>{{PASTOR}}</a:t>
            </a:r>
          </a:p>
        </p:txBody>
      </p:sp>
      <p:pic>
        <p:nvPicPr>
          <p:cNvPr id="8" name="Picture 8" descr="C:\Users\kysup\OneDrive\Desktop\박맹준 목사님 프로필 사진4.png">
            <a:extLst>
              <a:ext uri="{FF2B5EF4-FFF2-40B4-BE49-F238E27FC236}">
                <a16:creationId xmlns:a16="http://schemas.microsoft.com/office/drawing/2014/main" id="{41947F0E-4D5C-4D94-8CC3-1EDD43EE2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30775" y="124790"/>
            <a:ext cx="4279900" cy="51301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878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1667</TotalTime>
  <Words>199</Words>
  <Application>Microsoft Office PowerPoint</Application>
  <PresentationFormat>On-screen Show (16:9)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12롯데마트드림Medium</vt:lpstr>
      <vt:lpstr>맑은 고딕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Yosub Kim</dc:creator>
  <cp:lastModifiedBy>Yosub Kim</cp:lastModifiedBy>
  <cp:revision>481</cp:revision>
  <dcterms:created xsi:type="dcterms:W3CDTF">2020-05-17T20:46:26Z</dcterms:created>
  <dcterms:modified xsi:type="dcterms:W3CDTF">2026-06-06T03:16:13Z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2025-09-03T15:19:11Z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74e5e199-b5e5-4586-881c-ba3a6556fa3e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