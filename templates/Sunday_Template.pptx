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579445" r:id="rId1"/>
    <p:sldMasterId id="2147632119" r:id="rId2"/>
    <p:sldMasterId id="2147634632" r:id="rId3"/>
    <p:sldMasterId id="2147634717" r:id="rId4"/>
    <p:sldMasterId id="2147634741" r:id="rId5"/>
    <p:sldMasterId id="2147634753" r:id="rId6"/>
  </p:sldMasterIdLst>
  <p:notesMasterIdLst>
    <p:notesMasterId r:id="rId87"/>
  </p:notesMasterIdLst>
  <p:handoutMasterIdLst>
    <p:handoutMasterId r:id="rId88"/>
  </p:handoutMasterIdLst>
  <p:sldIdLst>
    <p:sldId id="23959" r:id="rId7"/>
    <p:sldId id="24083" r:id="rId8"/>
    <p:sldId id="23500" r:id="rId9"/>
    <p:sldId id="23502" r:id="rId10"/>
    <p:sldId id="24031" r:id="rId11"/>
    <p:sldId id="22428" r:id="rId12"/>
    <p:sldId id="24045" r:id="rId13"/>
    <p:sldId id="23991" r:id="rId14"/>
    <p:sldId id="20491" r:id="rId15"/>
    <p:sldId id="20492" r:id="rId16"/>
    <p:sldId id="23568" r:id="rId17"/>
    <p:sldId id="23569" r:id="rId18"/>
    <p:sldId id="20493" r:id="rId19"/>
    <p:sldId id="20494" r:id="rId20"/>
    <p:sldId id="23572" r:id="rId21"/>
    <p:sldId id="23573" r:id="rId22"/>
    <p:sldId id="15492" r:id="rId23"/>
    <p:sldId id="23731" r:id="rId24"/>
    <p:sldId id="24039" r:id="rId25"/>
    <p:sldId id="24520" r:id="rId26"/>
    <p:sldId id="23806" r:id="rId27"/>
    <p:sldId id="24401" r:id="rId28"/>
    <p:sldId id="24522" r:id="rId29"/>
    <p:sldId id="22008" r:id="rId30"/>
    <p:sldId id="23907" r:id="rId31"/>
    <p:sldId id="24261" r:id="rId32"/>
    <p:sldId id="24524" r:id="rId33"/>
    <p:sldId id="24514" r:id="rId34"/>
    <p:sldId id="24525" r:id="rId35"/>
    <p:sldId id="24516" r:id="rId36"/>
    <p:sldId id="24526" r:id="rId37"/>
    <p:sldId id="24532" r:id="rId38"/>
    <p:sldId id="20508" r:id="rId39"/>
    <p:sldId id="23565" r:id="rId40"/>
    <p:sldId id="23566" r:id="rId41"/>
    <p:sldId id="23567" r:id="rId42"/>
    <p:sldId id="20502" r:id="rId43"/>
    <p:sldId id="20510" r:id="rId44"/>
    <p:sldId id="24533" r:id="rId45"/>
    <p:sldId id="24293" r:id="rId46"/>
    <p:sldId id="24294" r:id="rId47"/>
    <p:sldId id="24495" r:id="rId48"/>
    <p:sldId id="24296" r:id="rId49"/>
    <p:sldId id="24298" r:id="rId50"/>
    <p:sldId id="20518" r:id="rId51"/>
    <p:sldId id="24029" r:id="rId52"/>
    <p:sldId id="22548" r:id="rId53"/>
    <p:sldId id="23346" r:id="rId54"/>
    <p:sldId id="23498" r:id="rId55"/>
    <p:sldId id="23499" r:id="rId56"/>
    <p:sldId id="24531" r:id="rId57"/>
    <p:sldId id="24279" r:id="rId58"/>
    <p:sldId id="24527" r:id="rId59"/>
    <p:sldId id="24280" r:id="rId60"/>
    <p:sldId id="257" r:id="rId61"/>
    <p:sldId id="258" r:id="rId62"/>
    <p:sldId id="259" r:id="rId63"/>
    <p:sldId id="260" r:id="rId64"/>
    <p:sldId id="261" r:id="rId65"/>
    <p:sldId id="262" r:id="rId66"/>
    <p:sldId id="263" r:id="rId67"/>
    <p:sldId id="264" r:id="rId68"/>
    <p:sldId id="265" r:id="rId69"/>
    <p:sldId id="266" r:id="rId70"/>
    <p:sldId id="267" r:id="rId71"/>
    <p:sldId id="24528" r:id="rId72"/>
    <p:sldId id="24087" r:id="rId73"/>
    <p:sldId id="24243" r:id="rId74"/>
    <p:sldId id="24244" r:id="rId75"/>
    <p:sldId id="24245" r:id="rId76"/>
    <p:sldId id="24246" r:id="rId77"/>
    <p:sldId id="24247" r:id="rId78"/>
    <p:sldId id="24249" r:id="rId79"/>
    <p:sldId id="24529" r:id="rId80"/>
    <p:sldId id="24281" r:id="rId81"/>
    <p:sldId id="24282" r:id="rId82"/>
    <p:sldId id="24283" r:id="rId83"/>
    <p:sldId id="24284" r:id="rId84"/>
    <p:sldId id="24285" r:id="rId85"/>
    <p:sldId id="24530" r:id="rId86"/>
  </p:sldIdLst>
  <p:sldSz cx="9144000" cy="5143500" type="screen16x9"/>
  <p:notesSz cx="6858000" cy="9144000"/>
  <p:embeddedFontLst>
    <p:embeddedFont>
      <p:font typeface="맑은 고딕" panose="020B0503020000020004" pitchFamily="50" charset="-127"/>
      <p:regular r:id="rId89"/>
      <p:bold r:id="rId90"/>
    </p:embeddedFont>
    <p:embeddedFont>
      <p:font typeface="맑은 고딕" panose="020B0503020000020004" pitchFamily="50" charset="-127"/>
      <p:regular r:id="rId89"/>
      <p:bold r:id="rId90"/>
    </p:embeddedFont>
  </p:embeddedFontLst>
  <p:custShowLst>
    <p:custShow name="재구성한 쇼 1" id="0">
      <p:sldLst/>
    </p:custShow>
  </p:custShowLst>
  <p:defaultTextStyle>
    <a:defPPr>
      <a:defRPr lang="ko-KR"/>
    </a:defPPr>
    <a:lvl1pPr algn="l" rtl="0" fontAlgn="base" latinLnBrk="1">
      <a:spcBef>
        <a:spcPct val="0"/>
      </a:spcBef>
      <a:spcAft>
        <a:spcPct val="0"/>
      </a:spcAft>
      <a:defRPr kumimoji="1" sz="2700" kern="1200">
        <a:solidFill>
          <a:schemeClr val="tx1"/>
        </a:solidFill>
        <a:latin typeface="Malgun Gothic"/>
        <a:ea typeface="Malgun Gothic"/>
        <a:cs typeface="Malgun Gothic"/>
      </a:defRPr>
    </a:lvl1pPr>
    <a:lvl2pPr marL="317456" algn="l" rtl="0" fontAlgn="base" latinLnBrk="1">
      <a:spcBef>
        <a:spcPct val="0"/>
      </a:spcBef>
      <a:spcAft>
        <a:spcPct val="0"/>
      </a:spcAft>
      <a:defRPr kumimoji="1" sz="2700" kern="1200">
        <a:solidFill>
          <a:schemeClr val="tx1"/>
        </a:solidFill>
        <a:latin typeface="Malgun Gothic"/>
        <a:ea typeface="Malgun Gothic"/>
        <a:cs typeface="Malgun Gothic"/>
      </a:defRPr>
    </a:lvl2pPr>
    <a:lvl3pPr marL="634913" algn="l" rtl="0" fontAlgn="base" latinLnBrk="1">
      <a:spcBef>
        <a:spcPct val="0"/>
      </a:spcBef>
      <a:spcAft>
        <a:spcPct val="0"/>
      </a:spcAft>
      <a:defRPr kumimoji="1" sz="2700" kern="1200">
        <a:solidFill>
          <a:schemeClr val="tx1"/>
        </a:solidFill>
        <a:latin typeface="Malgun Gothic"/>
        <a:ea typeface="Malgun Gothic"/>
        <a:cs typeface="Malgun Gothic"/>
      </a:defRPr>
    </a:lvl3pPr>
    <a:lvl4pPr marL="952369" algn="l" rtl="0" fontAlgn="base" latinLnBrk="1">
      <a:spcBef>
        <a:spcPct val="0"/>
      </a:spcBef>
      <a:spcAft>
        <a:spcPct val="0"/>
      </a:spcAft>
      <a:defRPr kumimoji="1" sz="2700" kern="1200">
        <a:solidFill>
          <a:schemeClr val="tx1"/>
        </a:solidFill>
        <a:latin typeface="Malgun Gothic"/>
        <a:ea typeface="Malgun Gothic"/>
        <a:cs typeface="Malgun Gothic"/>
      </a:defRPr>
    </a:lvl4pPr>
    <a:lvl5pPr marL="1269825" algn="l" rtl="0" fontAlgn="base" latinLnBrk="1">
      <a:spcBef>
        <a:spcPct val="0"/>
      </a:spcBef>
      <a:spcAft>
        <a:spcPct val="0"/>
      </a:spcAft>
      <a:defRPr kumimoji="1" sz="2700" kern="1200">
        <a:solidFill>
          <a:schemeClr val="tx1"/>
        </a:solidFill>
        <a:latin typeface="Malgun Gothic"/>
        <a:ea typeface="Malgun Gothic"/>
        <a:cs typeface="Malgun Gothic"/>
      </a:defRPr>
    </a:lvl5pPr>
    <a:lvl6pPr marL="1587283" algn="l" defTabSz="634913" rtl="0" eaLnBrk="1" latinLnBrk="0" hangingPunct="1">
      <a:defRPr kumimoji="1" sz="2700" kern="1200">
        <a:solidFill>
          <a:schemeClr val="tx1"/>
        </a:solidFill>
        <a:latin typeface="Malgun Gothic"/>
        <a:ea typeface="Malgun Gothic"/>
        <a:cs typeface="Malgun Gothic"/>
      </a:defRPr>
    </a:lvl6pPr>
    <a:lvl7pPr marL="1904739" algn="l" defTabSz="634913" rtl="0" eaLnBrk="1" latinLnBrk="0" hangingPunct="1">
      <a:defRPr kumimoji="1" sz="2700" kern="1200">
        <a:solidFill>
          <a:schemeClr val="tx1"/>
        </a:solidFill>
        <a:latin typeface="Malgun Gothic"/>
        <a:ea typeface="Malgun Gothic"/>
        <a:cs typeface="Malgun Gothic"/>
      </a:defRPr>
    </a:lvl7pPr>
    <a:lvl8pPr marL="2222195" algn="l" defTabSz="634913" rtl="0" eaLnBrk="1" latinLnBrk="0" hangingPunct="1">
      <a:defRPr kumimoji="1" sz="2700" kern="1200">
        <a:solidFill>
          <a:schemeClr val="tx1"/>
        </a:solidFill>
        <a:latin typeface="Malgun Gothic"/>
        <a:ea typeface="Malgun Gothic"/>
        <a:cs typeface="Malgun Gothic"/>
      </a:defRPr>
    </a:lvl8pPr>
    <a:lvl9pPr marL="2539652" algn="l" defTabSz="634913" rtl="0" eaLnBrk="1" latinLnBrk="0" hangingPunct="1">
      <a:defRPr kumimoji="1" sz="2700" kern="1200">
        <a:solidFill>
          <a:schemeClr val="tx1"/>
        </a:solidFill>
        <a:latin typeface="Malgun Gothic"/>
        <a:ea typeface="Malgun Gothic"/>
        <a:cs typeface="Malgun Gothic"/>
      </a:defRPr>
    </a:lvl9pPr>
  </p:defaultTextStyle>
  <p:extLst>
    <p:ext uri="{521415D9-36F7-43E2-AB2F-B90AF26B5E84}">
      <p14:sectionLst xmlns:p14="http://schemas.microsoft.com/office/powerpoint/2010/main">
        <p14:section name="기본 구역" id="{FD173C57-410C-4B37-9BF1-B38B26232D35}">
          <p14:sldIdLst>
            <p14:sldId id="23959"/>
            <p14:sldId id="24083"/>
            <p14:sldId id="23500"/>
            <p14:sldId id="23502"/>
            <p14:sldId id="24031"/>
            <p14:sldId id="22428"/>
            <p14:sldId id="24045"/>
            <p14:sldId id="23991"/>
            <p14:sldId id="20491"/>
            <p14:sldId id="20492"/>
            <p14:sldId id="23568"/>
            <p14:sldId id="23569"/>
            <p14:sldId id="20493"/>
            <p14:sldId id="20494"/>
            <p14:sldId id="23572"/>
            <p14:sldId id="23573"/>
            <p14:sldId id="15492"/>
            <p14:sldId id="23731"/>
            <p14:sldId id="24039"/>
            <p14:sldId id="24520"/>
            <p14:sldId id="23806"/>
            <p14:sldId id="24401"/>
            <p14:sldId id="24522"/>
            <p14:sldId id="22008"/>
            <p14:sldId id="23907"/>
            <p14:sldId id="24261"/>
            <p14:sldId id="24524"/>
            <p14:sldId id="24514"/>
            <p14:sldId id="24525"/>
            <p14:sldId id="24516"/>
            <p14:sldId id="24526"/>
            <p14:sldId id="24532"/>
            <p14:sldId id="20508"/>
            <p14:sldId id="23565"/>
            <p14:sldId id="23566"/>
            <p14:sldId id="23567"/>
            <p14:sldId id="20502"/>
            <p14:sldId id="20510"/>
            <p14:sldId id="24533"/>
            <p14:sldId id="24293"/>
            <p14:sldId id="24294"/>
            <p14:sldId id="24495"/>
            <p14:sldId id="24296"/>
            <p14:sldId id="24298"/>
            <p14:sldId id="20518"/>
            <p14:sldId id="24029"/>
            <p14:sldId id="22548"/>
            <p14:sldId id="23346"/>
            <p14:sldId id="23498"/>
            <p14:sldId id="23499"/>
            <p14:sldId id="24531"/>
            <p14:sldId id="24279"/>
            <p14:sldId id="24527"/>
            <p14:sldId id="24280"/>
            <p14:sldId id="257"/>
            <p14:sldId id="258"/>
            <p14:sldId id="259"/>
            <p14:sldId id="260"/>
            <p14:sldId id="261"/>
            <p14:sldId id="262"/>
            <p14:sldId id="263"/>
            <p14:sldId id="264"/>
            <p14:sldId id="265"/>
            <p14:sldId id="266"/>
            <p14:sldId id="267"/>
            <p14:sldId id="24528"/>
            <p14:sldId id="24087"/>
            <p14:sldId id="24243"/>
            <p14:sldId id="24244"/>
            <p14:sldId id="24245"/>
            <p14:sldId id="24246"/>
            <p14:sldId id="24247"/>
            <p14:sldId id="24249"/>
            <p14:sldId id="24529"/>
            <p14:sldId id="24281"/>
            <p14:sldId id="24282"/>
            <p14:sldId id="24283"/>
            <p14:sldId id="24284"/>
            <p14:sldId id="24285"/>
            <p14:sldId id="2453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B00"/>
    <a:srgbClr val="351717"/>
    <a:srgbClr val="0C0C32"/>
    <a:srgbClr val="431D1D"/>
    <a:srgbClr val="FEC200"/>
    <a:srgbClr val="372B25"/>
    <a:srgbClr val="4E3D34"/>
    <a:srgbClr val="00CC00"/>
    <a:srgbClr val="00194C"/>
    <a:srgbClr val="51232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997" autoAdjust="0"/>
    <p:restoredTop sz="56271" autoAdjust="0"/>
  </p:normalViewPr>
  <p:slideViewPr>
    <p:cSldViewPr>
      <p:cViewPr varScale="1">
        <p:scale>
          <a:sx n="101" d="100"/>
          <a:sy n="101" d="100"/>
        </p:scale>
        <p:origin x="120" y="630"/>
      </p:cViewPr>
      <p:guideLst>
        <p:guide orient="horz" pos="1620"/>
        <p:guide pos="2880"/>
      </p:guideLst>
    </p:cSldViewPr>
  </p:slideViewPr>
  <p:outlineViewPr>
    <p:cViewPr>
      <p:scale>
        <a:sx n="33" d="100"/>
        <a:sy n="33" d="100"/>
      </p:scale>
      <p:origin x="0" y="21490"/>
    </p:cViewPr>
  </p:outlineViewPr>
  <p:notesTextViewPr>
    <p:cViewPr>
      <p:scale>
        <a:sx n="3" d="2"/>
        <a:sy n="3" d="2"/>
      </p:scale>
      <p:origin x="0" y="0"/>
    </p:cViewPr>
  </p:notesTextViewPr>
  <p:sorterViewPr>
    <p:cViewPr>
      <p:scale>
        <a:sx n="66" d="100"/>
        <a:sy n="66" d="100"/>
      </p:scale>
      <p:origin x="0" y="0"/>
    </p:cViewPr>
  </p:sorterViewPr>
  <p:notesViewPr>
    <p:cSldViewPr>
      <p:cViewPr varScale="1">
        <p:scale>
          <a:sx n="92" d="100"/>
          <a:sy n="92" d="100"/>
        </p:scale>
        <p:origin x="-378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slide" Target="slides/slide49.xml"/><Relationship Id="rId63" Type="http://schemas.openxmlformats.org/officeDocument/2006/relationships/slide" Target="slides/slide57.xml"/><Relationship Id="rId68" Type="http://schemas.openxmlformats.org/officeDocument/2006/relationships/slide" Target="slides/slide62.xml"/><Relationship Id="rId76" Type="http://schemas.openxmlformats.org/officeDocument/2006/relationships/slide" Target="slides/slide70.xml"/><Relationship Id="rId84" Type="http://schemas.openxmlformats.org/officeDocument/2006/relationships/slide" Target="slides/slide78.xml"/><Relationship Id="rId89" Type="http://schemas.openxmlformats.org/officeDocument/2006/relationships/font" Target="fonts/font1.fntdata"/><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slide" Target="slides/slide52.xml"/><Relationship Id="rId66" Type="http://schemas.openxmlformats.org/officeDocument/2006/relationships/slide" Target="slides/slide60.xml"/><Relationship Id="rId74" Type="http://schemas.openxmlformats.org/officeDocument/2006/relationships/slide" Target="slides/slide68.xml"/><Relationship Id="rId79" Type="http://schemas.openxmlformats.org/officeDocument/2006/relationships/slide" Target="slides/slide73.xml"/><Relationship Id="rId87" Type="http://schemas.openxmlformats.org/officeDocument/2006/relationships/notesMaster" Target="notesMasters/notesMaster1.xml"/><Relationship Id="rId5" Type="http://schemas.openxmlformats.org/officeDocument/2006/relationships/slideMaster" Target="slideMasters/slideMaster5.xml"/><Relationship Id="rId61" Type="http://schemas.openxmlformats.org/officeDocument/2006/relationships/slide" Target="slides/slide55.xml"/><Relationship Id="rId82" Type="http://schemas.openxmlformats.org/officeDocument/2006/relationships/slide" Target="slides/slide76.xml"/><Relationship Id="rId90" Type="http://schemas.openxmlformats.org/officeDocument/2006/relationships/font" Target="fonts/font2.fntdata"/><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slide" Target="slides/slide74.xml"/><Relationship Id="rId85" Type="http://schemas.openxmlformats.org/officeDocument/2006/relationships/slide" Target="slides/slide79.xml"/><Relationship Id="rId93"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slide" Target="slides/slide77.xml"/><Relationship Id="rId88" Type="http://schemas.openxmlformats.org/officeDocument/2006/relationships/handoutMaster" Target="handoutMasters/handoutMaster1.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slide" Target="slides/slide75.xml"/><Relationship Id="rId86" Type="http://schemas.openxmlformats.org/officeDocument/2006/relationships/slide" Target="slides/slide80.xml"/><Relationship Id="rId9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7AF134B-295D-4BAE-851F-17AF5421FF9C}" type="datetimeFigureOut">
              <a:rPr lang="en-US" smtClean="0">
                <a:latin typeface="맑은 고딕" panose="020B0503020000020004" pitchFamily="50" charset="-127"/>
                <a:ea typeface="맑은 고딕" panose="020B0503020000020004" pitchFamily="50" charset="-127"/>
              </a:rPr>
              <a:t>9/19/2026</a:t>
            </a:fld>
            <a:endParaRPr lang="en-US" dirty="0">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E95ECFD-5AB9-47C6-AF64-08028266CB21}" type="slidenum">
              <a:rPr lang="en-US" smtClean="0">
                <a:latin typeface="맑은 고딕" panose="020B0503020000020004" pitchFamily="50" charset="-127"/>
                <a:ea typeface="맑은 고딕" panose="020B0503020000020004" pitchFamily="50" charset="-127"/>
              </a:rPr>
              <a:t>‹#›</a:t>
            </a:fld>
            <a:endParaRPr lang="en-US" dirty="0">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801434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6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3778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6726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ltLang="ko-KR" noProof="0" dirty="0"/>
              <a:t>Click to edit Master text styles</a:t>
            </a:r>
          </a:p>
          <a:p>
            <a:pPr lvl="1"/>
            <a:r>
              <a:rPr lang="en-US" altLang="ko-KR" noProof="0" dirty="0"/>
              <a:t>Second level</a:t>
            </a:r>
          </a:p>
          <a:p>
            <a:pPr lvl="2"/>
            <a:r>
              <a:rPr lang="en-US" altLang="ko-KR" noProof="0" dirty="0"/>
              <a:t>Third level</a:t>
            </a:r>
          </a:p>
          <a:p>
            <a:pPr lvl="3"/>
            <a:r>
              <a:rPr lang="en-US" altLang="ko-KR" noProof="0" dirty="0"/>
              <a:t>Fourth level</a:t>
            </a:r>
          </a:p>
          <a:p>
            <a:pPr lvl="4"/>
            <a:r>
              <a:rPr lang="en-US" altLang="ko-KR" noProof="0" dirty="0"/>
              <a:t>Fifth level</a:t>
            </a:r>
          </a:p>
        </p:txBody>
      </p:sp>
      <p:sp>
        <p:nvSpPr>
          <p:cNvPr id="26727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7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fld id="{24DBFC65-FC5A-4081-81A6-E73B882C714C}" type="slidenum">
              <a:rPr lang="en-US" altLang="ko-KR" smtClean="0"/>
              <a:pPr>
                <a:defRPr/>
              </a:pPr>
              <a:t>‹#›</a:t>
            </a:fld>
            <a:endParaRPr lang="en-US" altLang="ko-KR" dirty="0"/>
          </a:p>
        </p:txBody>
      </p:sp>
    </p:spTree>
    <p:extLst>
      <p:ext uri="{BB962C8B-B14F-4D97-AF65-F5344CB8AC3E}">
        <p14:creationId xmlns:p14="http://schemas.microsoft.com/office/powerpoint/2010/main" val="2484674410"/>
      </p:ext>
    </p:extLst>
  </p:cSld>
  <p:clrMap bg1="lt1" tx1="dk1" bg2="lt2" tx2="dk2" accent1="accent1" accent2="accent2" accent3="accent3" accent4="accent4" accent5="accent5" accent6="accent6" hlink="hlink" folHlink="folHlink"/>
  <p:notesStyle>
    <a:lvl1pPr algn="l" rtl="0" eaLnBrk="0" fontAlgn="base" latinLnBrk="1" hangingPunct="0">
      <a:spcBef>
        <a:spcPct val="30000"/>
      </a:spcBef>
      <a:spcAft>
        <a:spcPct val="0"/>
      </a:spcAft>
      <a:defRPr kumimoji="1" sz="800" kern="1200">
        <a:solidFill>
          <a:schemeClr val="tx1"/>
        </a:solidFill>
        <a:latin typeface="맑은 고딕" panose="020B0503020000020004" pitchFamily="50" charset="-127"/>
        <a:ea typeface="맑은 고딕" panose="020B0503020000020004" pitchFamily="50"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FD8BC-EA53-5FB1-9E5C-0B8CB41A91BC}"/>
            </a:ext>
          </a:extLst>
        </p:cNvPr>
        <p:cNvGrpSpPr/>
        <p:nvPr/>
      </p:nvGrpSpPr>
      <p:grpSpPr>
        <a:xfrm>
          <a:off x="0" y="0"/>
          <a:ext cx="0" cy="0"/>
          <a:chOff x="0" y="0"/>
          <a:chExt cx="0" cy="0"/>
        </a:xfrm>
      </p:grpSpPr>
      <p:sp>
        <p:nvSpPr>
          <p:cNvPr id="378882" name="슬라이드 이미지 개체 틀 1">
            <a:extLst>
              <a:ext uri="{FF2B5EF4-FFF2-40B4-BE49-F238E27FC236}">
                <a16:creationId xmlns:a16="http://schemas.microsoft.com/office/drawing/2014/main" id="{AFD3823A-CB78-4E41-442B-3D55F915B2C9}"/>
              </a:ext>
            </a:extLst>
          </p:cNvPr>
          <p:cNvSpPr>
            <a:spLocks noGrp="1" noRot="1" noChangeAspect="1" noTextEdit="1"/>
          </p:cNvSpPr>
          <p:nvPr>
            <p:ph type="sldImg"/>
          </p:nvPr>
        </p:nvSpPr>
        <p:spPr>
          <a:xfrm>
            <a:off x="381000" y="685800"/>
            <a:ext cx="6096000" cy="3429000"/>
          </a:xfrm>
          <a:ln/>
        </p:spPr>
      </p:sp>
      <p:sp>
        <p:nvSpPr>
          <p:cNvPr id="378883" name="슬라이드 노트 개체 틀 2">
            <a:extLst>
              <a:ext uri="{FF2B5EF4-FFF2-40B4-BE49-F238E27FC236}">
                <a16:creationId xmlns:a16="http://schemas.microsoft.com/office/drawing/2014/main" id="{4C8ABD7C-7DE9-2601-9744-7ED94508B5E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a:extLst>
              <a:ext uri="{FF2B5EF4-FFF2-40B4-BE49-F238E27FC236}">
                <a16:creationId xmlns:a16="http://schemas.microsoft.com/office/drawing/2014/main" id="{05C63B68-74D2-383F-B22A-BCA617B986B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5</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8406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F8F3BF52-9074-476A-8A6D-F90ABC0D328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24</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01519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F5C5-2099-8D18-44B3-A818BF5421D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2CDCA8A0-4BDF-BEAF-C6FA-77BCD47DA64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71FD548-5CC0-A3DF-E930-05160F9159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5F442ABE-24A5-B316-DFF1-F09CD300AA7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39</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33919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06362-1D61-DA49-F2C8-C1F986848377}"/>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3405048A-3F04-6780-0158-91D1AA9C340A}"/>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F2DF5F51-2067-CC6C-FB72-ED0F63A7BB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B2D7C0BE-A17F-522D-59D5-E142DCB6DEC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40</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245042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B1B8-F5B4-C07B-6E7B-FC39357592AF}"/>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51807B00-C54C-EE44-2CF7-4341B2A6DC6D}"/>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41FA139-9AD4-EAF0-CA1D-84D42C6D436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7BD6004E-EE87-FE8A-E241-5032E8B00C9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41</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53797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B21D3-F3B4-F23F-90CD-2AAF5ACAB1E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1C257DE-BFBE-4A21-85EE-FA59E2DC73B2}"/>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2B935D6-04F8-91E9-135F-36F613769DC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365671B2-4E77-D7D5-D35A-337FB706571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42</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5398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542F3-D6A9-4C7F-CBC2-9E8FA062EEDC}"/>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EE7FCC6C-FB9D-BC18-2668-A8ADF6C276F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9FBFC53-8FDB-4263-8C6D-F36967F1193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B5C2F35-1945-98C6-A991-1CF1FA4E632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233326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05BF-1FD5-AAD1-9657-AA80DDD219A8}"/>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0202115-64A1-F439-6BFD-730CAFD202D8}"/>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61CD57A4-8EBD-B3B9-E254-273877DB4A4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D599D8C-4A5E-11B1-CF8F-1F0FC38058B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44</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372624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슬라이드 이미지 개체 틀 1"/>
          <p:cNvSpPr>
            <a:spLocks noGrp="1" noRot="1" noChangeAspect="1" noTextEdit="1"/>
          </p:cNvSpPr>
          <p:nvPr>
            <p:ph type="sldImg"/>
          </p:nvPr>
        </p:nvSpPr>
        <p:spPr>
          <a:xfrm>
            <a:off x="381000" y="685800"/>
            <a:ext cx="6096000" cy="3429000"/>
          </a:xfrm>
          <a:ln/>
        </p:spPr>
      </p:sp>
      <p:sp>
        <p:nvSpPr>
          <p:cNvPr id="379907"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BAD68004-B322-4E9E-ACC6-BE8C525BA8D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45</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47</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AB65D34A-38BB-4DD4-8EDF-52A2AFFA4F5C}" type="slidenum">
              <a:rPr lang="en-US" altLang="ko-KR" smtClean="0"/>
              <a:pPr>
                <a:defRPr/>
              </a:pPr>
              <a:t>‹#›</a:t>
            </a:fld>
            <a:endParaRPr lang="en-US" altLang="ko-KR" dirty="0"/>
          </a:p>
        </p:txBody>
      </p:sp>
    </p:spTree>
    <p:extLst>
      <p:ext uri="{BB962C8B-B14F-4D97-AF65-F5344CB8AC3E}">
        <p14:creationId xmlns:p14="http://schemas.microsoft.com/office/powerpoint/2010/main" val="116318861"/>
      </p:ext>
    </p:extLst>
  </p:cSld>
  <p:clrMapOvr>
    <a:masterClrMapping/>
  </p:clrMapOvr>
  <p:transition>
    <p:cover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F2BA5ADE-A521-4F2E-90AE-D18460010E4F}" type="slidenum">
              <a:rPr lang="en-US" altLang="ko-KR" smtClean="0"/>
              <a:pPr>
                <a:defRPr/>
              </a:pPr>
              <a:t>‹#›</a:t>
            </a:fld>
            <a:endParaRPr lang="en-US" altLang="ko-KR" dirty="0"/>
          </a:p>
        </p:txBody>
      </p:sp>
    </p:spTree>
    <p:extLst>
      <p:ext uri="{BB962C8B-B14F-4D97-AF65-F5344CB8AC3E}">
        <p14:creationId xmlns:p14="http://schemas.microsoft.com/office/powerpoint/2010/main" val="1990514313"/>
      </p:ext>
    </p:extLst>
  </p:cSld>
  <p:clrMapOvr>
    <a:masterClrMapping/>
  </p:clrMapOvr>
  <p:transition>
    <p:cover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BE8DA136-335F-4507-ACAD-F194A74110AE}" type="slidenum">
              <a:rPr lang="en-US" altLang="ko-KR" smtClean="0"/>
              <a:pPr>
                <a:defRPr/>
              </a:pPr>
              <a:t>‹#›</a:t>
            </a:fld>
            <a:endParaRPr lang="en-US" altLang="ko-KR" dirty="0"/>
          </a:p>
        </p:txBody>
      </p:sp>
    </p:spTree>
    <p:extLst>
      <p:ext uri="{BB962C8B-B14F-4D97-AF65-F5344CB8AC3E}">
        <p14:creationId xmlns:p14="http://schemas.microsoft.com/office/powerpoint/2010/main" val="3185912362"/>
      </p:ext>
    </p:extLst>
  </p:cSld>
  <p:clrMapOvr>
    <a:masterClrMapping/>
  </p:clrMapOvr>
  <p:transition>
    <p:cover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CAAAA543-0F0B-410E-86DE-BFCF07D9DF84}" type="slidenum">
              <a:rPr lang="en-US" altLang="ko-KR" smtClean="0"/>
              <a:pPr>
                <a:defRPr/>
              </a:pPr>
              <a:t>‹#›</a:t>
            </a:fld>
            <a:endParaRPr lang="en-US" altLang="ko-KR" dirty="0"/>
          </a:p>
        </p:txBody>
      </p:sp>
    </p:spTree>
    <p:extLst>
      <p:ext uri="{BB962C8B-B14F-4D97-AF65-F5344CB8AC3E}">
        <p14:creationId xmlns:p14="http://schemas.microsoft.com/office/powerpoint/2010/main" val="3131714843"/>
      </p:ext>
    </p:extLst>
  </p:cSld>
  <p:clrMapOvr>
    <a:masterClrMapping/>
  </p:clrMapOvr>
  <p:transition>
    <p:cover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p:cNvSpPr>
            <a:spLocks noGrp="1" noChangeArrowheads="1"/>
          </p:cNvSpPr>
          <p:nvPr>
            <p:ph type="sldNum" sz="quarter" idx="12"/>
          </p:nvPr>
        </p:nvSpPr>
        <p:spPr>
          <a:ln/>
        </p:spPr>
        <p:txBody>
          <a:bodyPr/>
          <a:lstStyle>
            <a:lvl1pPr>
              <a:defRPr/>
            </a:lvl1pPr>
          </a:lstStyle>
          <a:p>
            <a:pPr>
              <a:defRPr/>
            </a:pPr>
            <a:fld id="{5EB390A1-8DAC-4618-9E5C-7603BDA7C142}" type="slidenum">
              <a:rPr lang="en-US" altLang="ko-KR" smtClean="0"/>
              <a:pPr>
                <a:defRPr/>
              </a:pPr>
              <a:t>‹#›</a:t>
            </a:fld>
            <a:endParaRPr lang="en-US" altLang="ko-KR" dirty="0"/>
          </a:p>
        </p:txBody>
      </p:sp>
    </p:spTree>
    <p:extLst>
      <p:ext uri="{BB962C8B-B14F-4D97-AF65-F5344CB8AC3E}">
        <p14:creationId xmlns:p14="http://schemas.microsoft.com/office/powerpoint/2010/main" val="922824831"/>
      </p:ext>
    </p:extLst>
  </p:cSld>
  <p:clrMapOvr>
    <a:masterClrMapping/>
  </p:clrMapOvr>
  <p:transition>
    <p:cover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p:cNvSpPr>
            <a:spLocks noGrp="1" noChangeArrowheads="1"/>
          </p:cNvSpPr>
          <p:nvPr>
            <p:ph type="sldNum" sz="quarter" idx="12"/>
          </p:nvPr>
        </p:nvSpPr>
        <p:spPr>
          <a:ln/>
        </p:spPr>
        <p:txBody>
          <a:bodyPr/>
          <a:lstStyle>
            <a:lvl1pPr>
              <a:defRPr/>
            </a:lvl1pPr>
          </a:lstStyle>
          <a:p>
            <a:pPr>
              <a:defRPr/>
            </a:pPr>
            <a:fld id="{6EB22FF5-315E-4BFE-8C2E-3C256521133C}" type="slidenum">
              <a:rPr lang="en-US" altLang="ko-KR" smtClean="0"/>
              <a:pPr>
                <a:defRPr/>
              </a:pPr>
              <a:t>‹#›</a:t>
            </a:fld>
            <a:endParaRPr lang="en-US" altLang="ko-KR" dirty="0"/>
          </a:p>
        </p:txBody>
      </p:sp>
    </p:spTree>
    <p:extLst>
      <p:ext uri="{BB962C8B-B14F-4D97-AF65-F5344CB8AC3E}">
        <p14:creationId xmlns:p14="http://schemas.microsoft.com/office/powerpoint/2010/main" val="1141627982"/>
      </p:ext>
    </p:extLst>
  </p:cSld>
  <p:clrMapOvr>
    <a:masterClrMapping/>
  </p:clrMapOvr>
  <p:transition>
    <p:cover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p:cNvSpPr>
            <a:spLocks noGrp="1" noChangeArrowheads="1"/>
          </p:cNvSpPr>
          <p:nvPr>
            <p:ph type="sldNum" sz="quarter" idx="12"/>
          </p:nvPr>
        </p:nvSpPr>
        <p:spPr>
          <a:ln/>
        </p:spPr>
        <p:txBody>
          <a:bodyPr/>
          <a:lstStyle>
            <a:lvl1pPr>
              <a:defRPr/>
            </a:lvl1pPr>
          </a:lstStyle>
          <a:p>
            <a:pPr>
              <a:defRPr/>
            </a:pPr>
            <a:fld id="{2D990056-FDBA-491E-AF7C-023442AAD2A4}" type="slidenum">
              <a:rPr lang="en-US" altLang="ko-KR" smtClean="0"/>
              <a:pPr>
                <a:defRPr/>
              </a:pPr>
              <a:t>‹#›</a:t>
            </a:fld>
            <a:endParaRPr lang="en-US" altLang="ko-KR" dirty="0"/>
          </a:p>
        </p:txBody>
      </p:sp>
    </p:spTree>
    <p:extLst>
      <p:ext uri="{BB962C8B-B14F-4D97-AF65-F5344CB8AC3E}">
        <p14:creationId xmlns:p14="http://schemas.microsoft.com/office/powerpoint/2010/main" val="746655090"/>
      </p:ext>
    </p:extLst>
  </p:cSld>
  <p:clrMapOvr>
    <a:masterClrMapping/>
  </p:clrMapOvr>
  <p:transition>
    <p:cover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22402855-A63B-4F4E-B65F-A7EB833B37AB}" type="slidenum">
              <a:rPr lang="en-US" altLang="ko-KR" smtClean="0"/>
              <a:pPr>
                <a:defRPr/>
              </a:pPr>
              <a:t>‹#›</a:t>
            </a:fld>
            <a:endParaRPr lang="en-US" altLang="ko-KR" dirty="0"/>
          </a:p>
        </p:txBody>
      </p:sp>
    </p:spTree>
    <p:extLst>
      <p:ext uri="{BB962C8B-B14F-4D97-AF65-F5344CB8AC3E}">
        <p14:creationId xmlns:p14="http://schemas.microsoft.com/office/powerpoint/2010/main" val="307829414"/>
      </p:ext>
    </p:extLst>
  </p:cSld>
  <p:clrMapOvr>
    <a:masterClrMapping/>
  </p:clrMapOvr>
  <p:transition>
    <p:cover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ko-KR" altLang="en-US"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540059B8-D19A-4ABB-AFE6-7A9964CC1462}" type="slidenum">
              <a:rPr lang="en-US" altLang="ko-KR" smtClean="0"/>
              <a:pPr>
                <a:defRPr/>
              </a:pPr>
              <a:t>‹#›</a:t>
            </a:fld>
            <a:endParaRPr lang="en-US" altLang="ko-KR" dirty="0"/>
          </a:p>
        </p:txBody>
      </p:sp>
    </p:spTree>
    <p:extLst>
      <p:ext uri="{BB962C8B-B14F-4D97-AF65-F5344CB8AC3E}">
        <p14:creationId xmlns:p14="http://schemas.microsoft.com/office/powerpoint/2010/main" val="3320913637"/>
      </p:ext>
    </p:extLst>
  </p:cSld>
  <p:clrMapOvr>
    <a:masterClrMapping/>
  </p:clrMapOvr>
  <p:transition>
    <p:cover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868DC11A-839C-4EE2-9B40-3DA7FFD50EC8}" type="slidenum">
              <a:rPr lang="en-US" altLang="ko-KR" smtClean="0"/>
              <a:pPr>
                <a:defRPr/>
              </a:pPr>
              <a:t>‹#›</a:t>
            </a:fld>
            <a:endParaRPr lang="en-US" altLang="ko-KR" dirty="0"/>
          </a:p>
        </p:txBody>
      </p:sp>
    </p:spTree>
    <p:extLst>
      <p:ext uri="{BB962C8B-B14F-4D97-AF65-F5344CB8AC3E}">
        <p14:creationId xmlns:p14="http://schemas.microsoft.com/office/powerpoint/2010/main" val="625759934"/>
      </p:ext>
    </p:extLst>
  </p:cSld>
  <p:clrMapOvr>
    <a:masterClrMapping/>
  </p:clrMapOvr>
  <p:transition>
    <p:cover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1CEBDC5B-F050-45D1-ADE9-EA900DD3BAF1}" type="slidenum">
              <a:rPr lang="en-US" altLang="ko-KR" smtClean="0"/>
              <a:pPr>
                <a:defRPr/>
              </a:pPr>
              <a:t>‹#›</a:t>
            </a:fld>
            <a:endParaRPr lang="en-US" altLang="ko-KR" dirty="0"/>
          </a:p>
        </p:txBody>
      </p:sp>
    </p:spTree>
    <p:extLst>
      <p:ext uri="{BB962C8B-B14F-4D97-AF65-F5344CB8AC3E}">
        <p14:creationId xmlns:p14="http://schemas.microsoft.com/office/powerpoint/2010/main" val="422137035"/>
      </p:ext>
    </p:extLst>
  </p:cSld>
  <p:clrMapOvr>
    <a:masterClrMapping/>
  </p:clrMapOvr>
  <p:transition>
    <p:cover dir="d"/>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제목, 텍스트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685802" y="457200"/>
            <a:ext cx="7772400" cy="857250"/>
          </a:xfrm>
        </p:spPr>
        <p:txBody>
          <a:bodyPr/>
          <a:lstStyle/>
          <a:p>
            <a:r>
              <a:rPr lang="ko-KR" altLang="en-US"/>
              <a:t>마스터 제목 스타일 편집</a:t>
            </a:r>
          </a:p>
        </p:txBody>
      </p:sp>
      <p:sp>
        <p:nvSpPr>
          <p:cNvPr id="3" name="텍스트 개체 틀 2"/>
          <p:cNvSpPr>
            <a:spLocks noGrp="1"/>
          </p:cNvSpPr>
          <p:nvPr>
            <p:ph type="body" sz="half" idx="1"/>
          </p:nvPr>
        </p:nvSpPr>
        <p:spPr>
          <a:xfrm>
            <a:off x="6858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454A66B6-E5B8-4352-951F-AA1BD89CFA7C}" type="slidenum">
              <a:rPr lang="en-US" altLang="ko-KR" smtClean="0"/>
              <a:pPr>
                <a:defRPr/>
              </a:pPr>
              <a:t>‹#›</a:t>
            </a:fld>
            <a:endParaRPr lang="en-US" altLang="ko-KR" dirty="0"/>
          </a:p>
        </p:txBody>
      </p:sp>
    </p:spTree>
    <p:extLst>
      <p:ext uri="{BB962C8B-B14F-4D97-AF65-F5344CB8AC3E}">
        <p14:creationId xmlns:p14="http://schemas.microsoft.com/office/powerpoint/2010/main" val="812543927"/>
      </p:ext>
    </p:extLst>
  </p:cSld>
  <p:clrMapOvr>
    <a:masterClrMapping/>
  </p:clrMapOvr>
  <p:transition>
    <p:cover di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01D2D040-79B3-4F5F-8ED6-F9EC6737FC7D}" type="slidenum">
              <a:rPr lang="en-US" altLang="ko-KR" smtClean="0"/>
              <a:pPr>
                <a:defRPr/>
              </a:pPr>
              <a:t>‹#›</a:t>
            </a:fld>
            <a:endParaRPr lang="en-US" altLang="ko-KR" dirty="0"/>
          </a:p>
        </p:txBody>
      </p:sp>
    </p:spTree>
    <p:extLst>
      <p:ext uri="{BB962C8B-B14F-4D97-AF65-F5344CB8AC3E}">
        <p14:creationId xmlns:p14="http://schemas.microsoft.com/office/powerpoint/2010/main" val="3155045434"/>
      </p:ext>
    </p:extLst>
  </p:cSld>
  <p:clrMapOvr>
    <a:masterClrMapping/>
  </p:clrMapOvr>
  <p:transition>
    <p:cover di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D97B9D0-8F9F-4185-B2F0-BD7B84FFC8DE}" type="slidenum">
              <a:rPr lang="en-US" altLang="ko-KR" smtClean="0"/>
              <a:pPr>
                <a:defRPr/>
              </a:pPr>
              <a:t>‹#›</a:t>
            </a:fld>
            <a:endParaRPr lang="en-US" altLang="ko-KR" dirty="0"/>
          </a:p>
        </p:txBody>
      </p:sp>
    </p:spTree>
    <p:extLst>
      <p:ext uri="{BB962C8B-B14F-4D97-AF65-F5344CB8AC3E}">
        <p14:creationId xmlns:p14="http://schemas.microsoft.com/office/powerpoint/2010/main" val="3858678899"/>
      </p:ext>
    </p:extLst>
  </p:cSld>
  <p:clrMapOvr>
    <a:masterClrMapping/>
  </p:clrMapOvr>
  <p:transition>
    <p:cover di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83A2303-EFCB-4CDA-A19C-76ABF4A6F3CD}" type="slidenum">
              <a:rPr lang="en-US" altLang="ko-KR" smtClean="0"/>
              <a:pPr>
                <a:defRPr/>
              </a:pPr>
              <a:t>‹#›</a:t>
            </a:fld>
            <a:endParaRPr lang="en-US" altLang="ko-KR" dirty="0"/>
          </a:p>
        </p:txBody>
      </p:sp>
    </p:spTree>
    <p:extLst>
      <p:ext uri="{BB962C8B-B14F-4D97-AF65-F5344CB8AC3E}">
        <p14:creationId xmlns:p14="http://schemas.microsoft.com/office/powerpoint/2010/main" val="3209967715"/>
      </p:ext>
    </p:extLst>
  </p:cSld>
  <p:clrMapOvr>
    <a:masterClrMapping/>
  </p:clrMapOvr>
  <p:transition>
    <p:cover di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668E25F7-61A6-4FB2-A30C-3B494AF50A3F}" type="slidenum">
              <a:rPr lang="en-US" altLang="ko-KR" smtClean="0"/>
              <a:pPr>
                <a:defRPr/>
              </a:pPr>
              <a:t>‹#›</a:t>
            </a:fld>
            <a:endParaRPr lang="en-US" altLang="ko-KR" dirty="0"/>
          </a:p>
        </p:txBody>
      </p:sp>
    </p:spTree>
    <p:extLst>
      <p:ext uri="{BB962C8B-B14F-4D97-AF65-F5344CB8AC3E}">
        <p14:creationId xmlns:p14="http://schemas.microsoft.com/office/powerpoint/2010/main" val="2274530751"/>
      </p:ext>
    </p:extLst>
  </p:cSld>
  <p:clrMapOvr>
    <a:masterClrMapping/>
  </p:clrMapOvr>
  <p:transition>
    <p:cover di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88F4234-A509-47DE-9E06-6A480A027DD2}" type="slidenum">
              <a:rPr lang="en-US" altLang="ko-KR" smtClean="0"/>
              <a:pPr>
                <a:defRPr/>
              </a:pPr>
              <a:t>‹#›</a:t>
            </a:fld>
            <a:endParaRPr lang="en-US" altLang="ko-KR" dirty="0"/>
          </a:p>
        </p:txBody>
      </p:sp>
    </p:spTree>
    <p:extLst>
      <p:ext uri="{BB962C8B-B14F-4D97-AF65-F5344CB8AC3E}">
        <p14:creationId xmlns:p14="http://schemas.microsoft.com/office/powerpoint/2010/main" val="3740308385"/>
      </p:ext>
    </p:extLst>
  </p:cSld>
  <p:clrMapOvr>
    <a:masterClrMapping/>
  </p:clrMapOvr>
  <p:transition>
    <p:cover di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7DF0EED-B294-4A33-B94B-1506BB412B4E}" type="slidenum">
              <a:rPr lang="en-US" altLang="ko-KR" smtClean="0"/>
              <a:pPr>
                <a:defRPr/>
              </a:pPr>
              <a:t>‹#›</a:t>
            </a:fld>
            <a:endParaRPr lang="en-US" altLang="ko-KR" dirty="0"/>
          </a:p>
        </p:txBody>
      </p:sp>
    </p:spTree>
    <p:extLst>
      <p:ext uri="{BB962C8B-B14F-4D97-AF65-F5344CB8AC3E}">
        <p14:creationId xmlns:p14="http://schemas.microsoft.com/office/powerpoint/2010/main" val="4148441781"/>
      </p:ext>
    </p:extLst>
  </p:cSld>
  <p:clrMapOvr>
    <a:masterClrMapping/>
  </p:clrMapOvr>
  <p:transition>
    <p:cover di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12AC8F9E-D3A6-4D71-B74F-9F595BE8955E}" type="slidenum">
              <a:rPr lang="en-US" altLang="ko-KR" smtClean="0"/>
              <a:pPr>
                <a:defRPr/>
              </a:pPr>
              <a:t>‹#›</a:t>
            </a:fld>
            <a:endParaRPr lang="en-US" altLang="ko-KR" dirty="0"/>
          </a:p>
        </p:txBody>
      </p:sp>
    </p:spTree>
    <p:extLst>
      <p:ext uri="{BB962C8B-B14F-4D97-AF65-F5344CB8AC3E}">
        <p14:creationId xmlns:p14="http://schemas.microsoft.com/office/powerpoint/2010/main" val="106022371"/>
      </p:ext>
    </p:extLst>
  </p:cSld>
  <p:clrMapOvr>
    <a:masterClrMapping/>
  </p:clrMapOvr>
  <p:transition>
    <p:cover di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01A946E-99E7-4076-A628-DC91858D86E8}" type="slidenum">
              <a:rPr lang="en-US" altLang="ko-KR" smtClean="0"/>
              <a:pPr>
                <a:defRPr/>
              </a:pPr>
              <a:t>‹#›</a:t>
            </a:fld>
            <a:endParaRPr lang="en-US" altLang="ko-KR" dirty="0"/>
          </a:p>
        </p:txBody>
      </p:sp>
    </p:spTree>
    <p:extLst>
      <p:ext uri="{BB962C8B-B14F-4D97-AF65-F5344CB8AC3E}">
        <p14:creationId xmlns:p14="http://schemas.microsoft.com/office/powerpoint/2010/main" val="1291246565"/>
      </p:ext>
    </p:extLst>
  </p:cSld>
  <p:clrMapOvr>
    <a:masterClrMapping/>
  </p:clrMapOvr>
  <p:transition>
    <p:cover di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64E083C-0B83-4A27-B97E-69E9DE71ABFE}" type="slidenum">
              <a:rPr lang="en-US" altLang="ko-KR" smtClean="0"/>
              <a:pPr>
                <a:defRPr/>
              </a:pPr>
              <a:t>‹#›</a:t>
            </a:fld>
            <a:endParaRPr lang="en-US" altLang="ko-KR" dirty="0"/>
          </a:p>
        </p:txBody>
      </p:sp>
    </p:spTree>
    <p:extLst>
      <p:ext uri="{BB962C8B-B14F-4D97-AF65-F5344CB8AC3E}">
        <p14:creationId xmlns:p14="http://schemas.microsoft.com/office/powerpoint/2010/main" val="3825618317"/>
      </p:ext>
    </p:extLst>
  </p:cSld>
  <p:clrMapOvr>
    <a:masterClrMapping/>
  </p:clrMapOvr>
  <p:transition>
    <p:cover di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6866292-B63A-489A-B8FC-92D9CDA3CABB}" type="slidenum">
              <a:rPr lang="en-US" altLang="ko-KR" smtClean="0"/>
              <a:pPr>
                <a:defRPr/>
              </a:pPr>
              <a:t>‹#›</a:t>
            </a:fld>
            <a:endParaRPr lang="en-US" altLang="ko-KR" dirty="0"/>
          </a:p>
        </p:txBody>
      </p:sp>
    </p:spTree>
    <p:extLst>
      <p:ext uri="{BB962C8B-B14F-4D97-AF65-F5344CB8AC3E}">
        <p14:creationId xmlns:p14="http://schemas.microsoft.com/office/powerpoint/2010/main" val="122459376"/>
      </p:ext>
    </p:extLst>
  </p:cSld>
  <p:clrMapOvr>
    <a:masterClrMapping/>
  </p:clrMapOvr>
  <p:transition>
    <p:cover di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9270C1F6-8100-489C-8B1B-DC1EF970854E}" type="slidenum">
              <a:rPr lang="en-US" altLang="ko-KR" smtClean="0"/>
              <a:pPr>
                <a:defRPr/>
              </a:pPr>
              <a:t>‹#›</a:t>
            </a:fld>
            <a:endParaRPr lang="en-US" altLang="ko-KR" dirty="0"/>
          </a:p>
        </p:txBody>
      </p:sp>
    </p:spTree>
    <p:extLst>
      <p:ext uri="{BB962C8B-B14F-4D97-AF65-F5344CB8AC3E}">
        <p14:creationId xmlns:p14="http://schemas.microsoft.com/office/powerpoint/2010/main" val="3133614620"/>
      </p:ext>
    </p:extLst>
  </p:cSld>
  <p:clrMapOvr>
    <a:masterClrMapping/>
  </p:clrMapOvr>
  <p:transition>
    <p:cover dir="d"/>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598527"/>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100E95D-A76C-4BF9-9E53-66E761E8AA42}" type="slidenum">
              <a:rPr lang="en-US" altLang="ko-KR" smtClean="0"/>
              <a:pPr>
                <a:defRPr/>
              </a:pPr>
              <a:t>‹#›</a:t>
            </a:fld>
            <a:endParaRPr lang="en-US" altLang="ko-KR" dirty="0"/>
          </a:p>
        </p:txBody>
      </p:sp>
    </p:spTree>
    <p:extLst>
      <p:ext uri="{BB962C8B-B14F-4D97-AF65-F5344CB8AC3E}">
        <p14:creationId xmlns:p14="http://schemas.microsoft.com/office/powerpoint/2010/main" val="3415919729"/>
      </p:ext>
    </p:extLst>
  </p:cSld>
  <p:clrMapOvr>
    <a:masterClrMapping/>
  </p:clrMapOvr>
  <p:transition>
    <p:cover dir="d"/>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C04645E-538A-4392-AB43-CB7E5AA87538}" type="slidenum">
              <a:rPr lang="en-US" altLang="ko-KR" smtClean="0"/>
              <a:pPr>
                <a:defRPr/>
              </a:pPr>
              <a:t>‹#›</a:t>
            </a:fld>
            <a:endParaRPr lang="en-US" altLang="ko-KR" dirty="0"/>
          </a:p>
        </p:txBody>
      </p:sp>
    </p:spTree>
    <p:extLst>
      <p:ext uri="{BB962C8B-B14F-4D97-AF65-F5344CB8AC3E}">
        <p14:creationId xmlns:p14="http://schemas.microsoft.com/office/powerpoint/2010/main" val="1785250079"/>
      </p:ext>
    </p:extLst>
  </p:cSld>
  <p:clrMapOvr>
    <a:masterClrMapping/>
  </p:clrMapOvr>
  <p:transition>
    <p:cover dir="d"/>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D0F54643-04D4-4D88-8DC5-EC8BF0CB0FF8}" type="slidenum">
              <a:rPr lang="en-US" altLang="ko-KR" smtClean="0"/>
              <a:pPr>
                <a:defRPr/>
              </a:pPr>
              <a:t>‹#›</a:t>
            </a:fld>
            <a:endParaRPr lang="en-US" altLang="ko-KR" dirty="0"/>
          </a:p>
        </p:txBody>
      </p:sp>
    </p:spTree>
    <p:extLst>
      <p:ext uri="{BB962C8B-B14F-4D97-AF65-F5344CB8AC3E}">
        <p14:creationId xmlns:p14="http://schemas.microsoft.com/office/powerpoint/2010/main" val="2577854318"/>
      </p:ext>
    </p:extLst>
  </p:cSld>
  <p:clrMapOvr>
    <a:masterClrMapping/>
  </p:clrMapOvr>
  <p:transition>
    <p:cover dir="d"/>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27C38670-88F3-40A7-BF0A-9AE897CB03AA}" type="slidenum">
              <a:rPr lang="en-US" altLang="ko-KR" smtClean="0"/>
              <a:pPr>
                <a:defRPr/>
              </a:pPr>
              <a:t>‹#›</a:t>
            </a:fld>
            <a:endParaRPr lang="en-US" altLang="ko-KR" dirty="0"/>
          </a:p>
        </p:txBody>
      </p:sp>
    </p:spTree>
    <p:extLst>
      <p:ext uri="{BB962C8B-B14F-4D97-AF65-F5344CB8AC3E}">
        <p14:creationId xmlns:p14="http://schemas.microsoft.com/office/powerpoint/2010/main" val="715539015"/>
      </p:ext>
    </p:extLst>
  </p:cSld>
  <p:clrMapOvr>
    <a:masterClrMapping/>
  </p:clrMapOvr>
  <p:transition>
    <p:cover dir="d"/>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72B26E0A-28BF-4CE4-BA49-CF350B4543A1}" type="slidenum">
              <a:rPr lang="en-US" altLang="ko-KR" smtClean="0"/>
              <a:pPr>
                <a:defRPr/>
              </a:pPr>
              <a:t>‹#›</a:t>
            </a:fld>
            <a:endParaRPr lang="en-US" altLang="ko-KR" dirty="0"/>
          </a:p>
        </p:txBody>
      </p:sp>
    </p:spTree>
    <p:extLst>
      <p:ext uri="{BB962C8B-B14F-4D97-AF65-F5344CB8AC3E}">
        <p14:creationId xmlns:p14="http://schemas.microsoft.com/office/powerpoint/2010/main" val="964837511"/>
      </p:ext>
    </p:extLst>
  </p:cSld>
  <p:clrMapOvr>
    <a:masterClrMapping/>
  </p:clrMapOvr>
  <p:transition>
    <p:cover dir="d"/>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9E0D1C9-5284-435A-996B-BA583C129F91}" type="slidenum">
              <a:rPr lang="en-US" altLang="ko-KR" smtClean="0"/>
              <a:pPr>
                <a:defRPr/>
              </a:pPr>
              <a:t>‹#›</a:t>
            </a:fld>
            <a:endParaRPr lang="en-US" altLang="ko-KR" dirty="0"/>
          </a:p>
        </p:txBody>
      </p:sp>
    </p:spTree>
    <p:extLst>
      <p:ext uri="{BB962C8B-B14F-4D97-AF65-F5344CB8AC3E}">
        <p14:creationId xmlns:p14="http://schemas.microsoft.com/office/powerpoint/2010/main" val="425241583"/>
      </p:ext>
    </p:extLst>
  </p:cSld>
  <p:clrMapOvr>
    <a:masterClrMapping/>
  </p:clrMapOvr>
  <p:transition>
    <p:cover dir="d"/>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729118C-925C-4D7B-AD65-34835FFE669A}" type="slidenum">
              <a:rPr lang="en-US" altLang="ko-KR" smtClean="0"/>
              <a:pPr>
                <a:defRPr/>
              </a:pPr>
              <a:t>‹#›</a:t>
            </a:fld>
            <a:endParaRPr lang="en-US" altLang="ko-KR" dirty="0"/>
          </a:p>
        </p:txBody>
      </p:sp>
    </p:spTree>
    <p:extLst>
      <p:ext uri="{BB962C8B-B14F-4D97-AF65-F5344CB8AC3E}">
        <p14:creationId xmlns:p14="http://schemas.microsoft.com/office/powerpoint/2010/main" val="3602131683"/>
      </p:ext>
    </p:extLst>
  </p:cSld>
  <p:clrMapOvr>
    <a:masterClrMapping/>
  </p:clrMapOvr>
  <p:transition>
    <p:cover dir="d"/>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5496"/>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93D7103-DEEF-4689-9C48-3D8DBEFADF4C}" type="slidenum">
              <a:rPr lang="en-US" altLang="ko-KR" smtClean="0"/>
              <a:pPr>
                <a:defRPr/>
              </a:pPr>
              <a:t>‹#›</a:t>
            </a:fld>
            <a:endParaRPr lang="en-US" altLang="ko-KR" dirty="0"/>
          </a:p>
        </p:txBody>
      </p:sp>
    </p:spTree>
    <p:extLst>
      <p:ext uri="{BB962C8B-B14F-4D97-AF65-F5344CB8AC3E}">
        <p14:creationId xmlns:p14="http://schemas.microsoft.com/office/powerpoint/2010/main" val="3424857218"/>
      </p:ext>
    </p:extLst>
  </p:cSld>
  <p:clrMapOvr>
    <a:masterClrMapping/>
  </p:clrMapOvr>
  <p:transition>
    <p:cover dir="d"/>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6211"/>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B77692EC-D711-4205-8F2F-03A788E58AE2}" type="slidenum">
              <a:rPr lang="en-US" altLang="ko-KR" smtClean="0"/>
              <a:pPr>
                <a:defRPr/>
              </a:pPr>
              <a:t>‹#›</a:t>
            </a:fld>
            <a:endParaRPr lang="en-US" altLang="ko-KR" dirty="0"/>
          </a:p>
        </p:txBody>
      </p:sp>
    </p:spTree>
    <p:extLst>
      <p:ext uri="{BB962C8B-B14F-4D97-AF65-F5344CB8AC3E}">
        <p14:creationId xmlns:p14="http://schemas.microsoft.com/office/powerpoint/2010/main" val="2621315161"/>
      </p:ext>
    </p:extLst>
  </p:cSld>
  <p:clrMapOvr>
    <a:masterClrMapping/>
  </p:clrMapOvr>
  <p:transition>
    <p:cover dir="d"/>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65C350C-D63F-42B9-AC0B-5F4544FA18D0}" type="slidenum">
              <a:rPr lang="en-US" altLang="ko-KR" smtClean="0"/>
              <a:pPr>
                <a:defRPr/>
              </a:pPr>
              <a:t>‹#›</a:t>
            </a:fld>
            <a:endParaRPr lang="en-US" altLang="ko-KR" dirty="0"/>
          </a:p>
        </p:txBody>
      </p:sp>
    </p:spTree>
    <p:extLst>
      <p:ext uri="{BB962C8B-B14F-4D97-AF65-F5344CB8AC3E}">
        <p14:creationId xmlns:p14="http://schemas.microsoft.com/office/powerpoint/2010/main" val="2231677318"/>
      </p:ext>
    </p:extLst>
  </p:cSld>
  <p:clrMapOvr>
    <a:masterClrMapping/>
  </p:clrMapOvr>
  <p:transition>
    <p:cover dir="d"/>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1D95555-7276-4326-BB19-E3B445DB290C}" type="slidenum">
              <a:rPr lang="en-US" altLang="ko-KR" smtClean="0"/>
              <a:pPr>
                <a:defRPr/>
              </a:pPr>
              <a:t>‹#›</a:t>
            </a:fld>
            <a:endParaRPr lang="en-US" altLang="ko-KR" dirty="0"/>
          </a:p>
        </p:txBody>
      </p:sp>
    </p:spTree>
    <p:extLst>
      <p:ext uri="{BB962C8B-B14F-4D97-AF65-F5344CB8AC3E}">
        <p14:creationId xmlns:p14="http://schemas.microsoft.com/office/powerpoint/2010/main" val="2309469969"/>
      </p:ext>
    </p:extLst>
  </p:cSld>
  <p:clrMapOvr>
    <a:masterClrMapping/>
  </p:clrMapOvr>
  <p:transition>
    <p:cover dir="d"/>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57"/>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A5385D12-102A-4BA5-A4E6-0743E94DF66F}"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62734587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45B351DB-8E49-419B-B006-0525E24DBB46}"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8686922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57B83658-1765-4956-A82C-DE33581357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837484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B0B49AFA-5F5E-4FE0-8D2F-25B73A7F8B20}"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427540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3"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3"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8"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9"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FB676D4F-C801-424F-8E93-4F2134C4CBE2}"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6273992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E7CFDB0-EA3B-4FE7-9359-3EA40DB87F2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4067158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3"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AF86D96-EC4D-4776-8501-594509061023}"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0252466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826"/>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058C8504-DD5C-4D6D-A9AC-BC2623C7D3B7}"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5270786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1"/>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41"/>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26549C7-39F8-40B6-963D-4D662631D08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06702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31E5BC1A-ABC3-4DE3-9099-AD8FC8EEC735}"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962800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80"/>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80"/>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7900459-614A-4C61-8EF7-04B1C422C4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31607261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DF7055DC-C62A-D96C-40B2-629AA379299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52471BF-7AEE-4AE6-69C3-475E84BE4FED}"/>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7CA1715C-F984-8A0B-1C92-17A688BA9074}"/>
              </a:ext>
            </a:extLst>
          </p:cNvPr>
          <p:cNvSpPr>
            <a:spLocks noGrp="1" noChangeArrowheads="1"/>
          </p:cNvSpPr>
          <p:nvPr>
            <p:ph type="sldNum" sz="quarter" idx="12"/>
          </p:nvPr>
        </p:nvSpPr>
        <p:spPr>
          <a:ln/>
        </p:spPr>
        <p:txBody>
          <a:bodyPr/>
          <a:lstStyle>
            <a:lvl1pPr>
              <a:defRPr/>
            </a:lvl1pPr>
          </a:lstStyle>
          <a:p>
            <a:pPr>
              <a:defRPr/>
            </a:pPr>
            <a:fld id="{515B3333-EA5A-460D-8F40-5BDB60D7FA86}" type="slidenum">
              <a:rPr lang="en-US" altLang="ko-KR" smtClean="0"/>
              <a:pPr>
                <a:defRPr/>
              </a:pPr>
              <a:t>‹#›</a:t>
            </a:fld>
            <a:endParaRPr lang="en-US" altLang="ko-KR" dirty="0"/>
          </a:p>
        </p:txBody>
      </p:sp>
    </p:spTree>
    <p:extLst>
      <p:ext uri="{BB962C8B-B14F-4D97-AF65-F5344CB8AC3E}">
        <p14:creationId xmlns:p14="http://schemas.microsoft.com/office/powerpoint/2010/main" val="38603290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A11CD109-6563-F43D-C153-CB64B2DD4145}"/>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4DC58CB6-2792-11E0-2A24-2A87EBD9BFD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943F2E19-0A81-3F85-727E-9183F09F1269}"/>
              </a:ext>
            </a:extLst>
          </p:cNvPr>
          <p:cNvSpPr>
            <a:spLocks noGrp="1" noChangeArrowheads="1"/>
          </p:cNvSpPr>
          <p:nvPr>
            <p:ph type="sldNum" sz="quarter" idx="12"/>
          </p:nvPr>
        </p:nvSpPr>
        <p:spPr>
          <a:ln/>
        </p:spPr>
        <p:txBody>
          <a:bodyPr/>
          <a:lstStyle>
            <a:lvl1pPr>
              <a:defRPr/>
            </a:lvl1pPr>
          </a:lstStyle>
          <a:p>
            <a:pPr>
              <a:defRPr/>
            </a:pPr>
            <a:fld id="{ADAA743A-E2E3-4FDB-9562-46F06E197801}" type="slidenum">
              <a:rPr lang="en-US" altLang="ko-KR" smtClean="0"/>
              <a:pPr>
                <a:defRPr/>
              </a:pPr>
              <a:t>‹#›</a:t>
            </a:fld>
            <a:endParaRPr lang="en-US" altLang="ko-KR" dirty="0"/>
          </a:p>
        </p:txBody>
      </p:sp>
    </p:spTree>
    <p:extLst>
      <p:ext uri="{BB962C8B-B14F-4D97-AF65-F5344CB8AC3E}">
        <p14:creationId xmlns:p14="http://schemas.microsoft.com/office/powerpoint/2010/main" val="11804120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A9CA4BBD-3458-6428-898D-62F6E96C202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CB443A5A-F710-7348-2085-14F75502EA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05F46AA8-C2BA-AE38-89CF-8D218597735C}"/>
              </a:ext>
            </a:extLst>
          </p:cNvPr>
          <p:cNvSpPr>
            <a:spLocks noGrp="1" noChangeArrowheads="1"/>
          </p:cNvSpPr>
          <p:nvPr>
            <p:ph type="sldNum" sz="quarter" idx="12"/>
          </p:nvPr>
        </p:nvSpPr>
        <p:spPr>
          <a:ln/>
        </p:spPr>
        <p:txBody>
          <a:bodyPr/>
          <a:lstStyle>
            <a:lvl1pPr>
              <a:defRPr/>
            </a:lvl1pPr>
          </a:lstStyle>
          <a:p>
            <a:pPr>
              <a:defRPr/>
            </a:pPr>
            <a:fld id="{2CBF7035-A9FB-417F-A08C-EC5A7F44BACD}" type="slidenum">
              <a:rPr lang="en-US" altLang="ko-KR" smtClean="0"/>
              <a:pPr>
                <a:defRPr/>
              </a:pPr>
              <a:t>‹#›</a:t>
            </a:fld>
            <a:endParaRPr lang="en-US" altLang="ko-KR" dirty="0"/>
          </a:p>
        </p:txBody>
      </p:sp>
    </p:spTree>
    <p:extLst>
      <p:ext uri="{BB962C8B-B14F-4D97-AF65-F5344CB8AC3E}">
        <p14:creationId xmlns:p14="http://schemas.microsoft.com/office/powerpoint/2010/main" val="23063013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6766E098-F460-66E7-FA3D-89E778F3E790}"/>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B77F168B-5C17-A9D9-4183-7CA01DDB3D9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A4C3BBD9-5A1E-B1D8-7A5C-F4B135D16B2D}"/>
              </a:ext>
            </a:extLst>
          </p:cNvPr>
          <p:cNvSpPr>
            <a:spLocks noGrp="1" noChangeArrowheads="1"/>
          </p:cNvSpPr>
          <p:nvPr>
            <p:ph type="sldNum" sz="quarter" idx="12"/>
          </p:nvPr>
        </p:nvSpPr>
        <p:spPr>
          <a:ln/>
        </p:spPr>
        <p:txBody>
          <a:bodyPr/>
          <a:lstStyle>
            <a:lvl1pPr>
              <a:defRPr/>
            </a:lvl1pPr>
          </a:lstStyle>
          <a:p>
            <a:pPr>
              <a:defRPr/>
            </a:pPr>
            <a:fld id="{1FF58354-C3FE-4CB4-8153-8C7C684FA450}" type="slidenum">
              <a:rPr lang="en-US" altLang="ko-KR" smtClean="0"/>
              <a:pPr>
                <a:defRPr/>
              </a:pPr>
              <a:t>‹#›</a:t>
            </a:fld>
            <a:endParaRPr lang="en-US" altLang="ko-KR" dirty="0"/>
          </a:p>
        </p:txBody>
      </p:sp>
    </p:spTree>
    <p:extLst>
      <p:ext uri="{BB962C8B-B14F-4D97-AF65-F5344CB8AC3E}">
        <p14:creationId xmlns:p14="http://schemas.microsoft.com/office/powerpoint/2010/main" val="307804702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A007A037-1615-76E3-67AD-D1BBF175A31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59F3B043-BB90-2619-4590-98F0179707C2}"/>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AE9CA410-8B86-545C-8982-033A2726AAE7}"/>
              </a:ext>
            </a:extLst>
          </p:cNvPr>
          <p:cNvSpPr>
            <a:spLocks noGrp="1" noChangeArrowheads="1"/>
          </p:cNvSpPr>
          <p:nvPr>
            <p:ph type="sldNum" sz="quarter" idx="12"/>
          </p:nvPr>
        </p:nvSpPr>
        <p:spPr>
          <a:ln/>
        </p:spPr>
        <p:txBody>
          <a:bodyPr/>
          <a:lstStyle>
            <a:lvl1pPr>
              <a:defRPr/>
            </a:lvl1pPr>
          </a:lstStyle>
          <a:p>
            <a:pPr>
              <a:defRPr/>
            </a:pPr>
            <a:fld id="{6644515D-7FB2-48A1-B26C-C3460CD2AE7F}" type="slidenum">
              <a:rPr lang="en-US" altLang="ko-KR" smtClean="0"/>
              <a:pPr>
                <a:defRPr/>
              </a:pPr>
              <a:t>‹#›</a:t>
            </a:fld>
            <a:endParaRPr lang="en-US" altLang="ko-KR" dirty="0"/>
          </a:p>
        </p:txBody>
      </p:sp>
    </p:spTree>
    <p:extLst>
      <p:ext uri="{BB962C8B-B14F-4D97-AF65-F5344CB8AC3E}">
        <p14:creationId xmlns:p14="http://schemas.microsoft.com/office/powerpoint/2010/main" val="43310419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A95EE3C4-4347-BFBE-89C7-3133CFFA580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591F4C75-B650-03BB-9676-F644572CCC3A}"/>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2EB99CE2-2DE0-53C2-C2AA-F324BD0C9C0F}"/>
              </a:ext>
            </a:extLst>
          </p:cNvPr>
          <p:cNvSpPr>
            <a:spLocks noGrp="1" noChangeArrowheads="1"/>
          </p:cNvSpPr>
          <p:nvPr>
            <p:ph type="sldNum" sz="quarter" idx="12"/>
          </p:nvPr>
        </p:nvSpPr>
        <p:spPr>
          <a:ln/>
        </p:spPr>
        <p:txBody>
          <a:bodyPr/>
          <a:lstStyle>
            <a:lvl1pPr>
              <a:defRPr/>
            </a:lvl1pPr>
          </a:lstStyle>
          <a:p>
            <a:pPr>
              <a:defRPr/>
            </a:pPr>
            <a:fld id="{76EF7638-AD0A-4C47-9579-005AB67AEF33}" type="slidenum">
              <a:rPr lang="en-US" altLang="ko-KR" smtClean="0"/>
              <a:pPr>
                <a:defRPr/>
              </a:pPr>
              <a:t>‹#›</a:t>
            </a:fld>
            <a:endParaRPr lang="en-US" altLang="ko-KR" dirty="0"/>
          </a:p>
        </p:txBody>
      </p:sp>
    </p:spTree>
    <p:extLst>
      <p:ext uri="{BB962C8B-B14F-4D97-AF65-F5344CB8AC3E}">
        <p14:creationId xmlns:p14="http://schemas.microsoft.com/office/powerpoint/2010/main" val="397219887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FE18C60-2951-75CE-FADF-5DC5B75C487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6EA5BD8F-4973-46AF-BD5B-B05195C24F0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59C8CCCF-FEA5-6781-36ED-DBBB93A7FBB3}"/>
              </a:ext>
            </a:extLst>
          </p:cNvPr>
          <p:cNvSpPr>
            <a:spLocks noGrp="1" noChangeArrowheads="1"/>
          </p:cNvSpPr>
          <p:nvPr>
            <p:ph type="sldNum" sz="quarter" idx="12"/>
          </p:nvPr>
        </p:nvSpPr>
        <p:spPr>
          <a:ln/>
        </p:spPr>
        <p:txBody>
          <a:bodyPr/>
          <a:lstStyle>
            <a:lvl1pPr>
              <a:defRPr/>
            </a:lvl1pPr>
          </a:lstStyle>
          <a:p>
            <a:pPr>
              <a:defRPr/>
            </a:pPr>
            <a:fld id="{DD066EBA-4268-4301-9036-28A7819E785C}" type="slidenum">
              <a:rPr lang="en-US" altLang="ko-KR" smtClean="0"/>
              <a:pPr>
                <a:defRPr/>
              </a:pPr>
              <a:t>‹#›</a:t>
            </a:fld>
            <a:endParaRPr lang="en-US" altLang="ko-KR" dirty="0"/>
          </a:p>
        </p:txBody>
      </p:sp>
    </p:spTree>
    <p:extLst>
      <p:ext uri="{BB962C8B-B14F-4D97-AF65-F5344CB8AC3E}">
        <p14:creationId xmlns:p14="http://schemas.microsoft.com/office/powerpoint/2010/main" val="49575699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550DF36A-5A3F-AFEB-2683-76172721822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0648F2E9-0DB8-CAE8-FD43-378E8B6866D6}"/>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95E5F58F-DC6F-A992-0990-120268B2FBA6}"/>
              </a:ext>
            </a:extLst>
          </p:cNvPr>
          <p:cNvSpPr>
            <a:spLocks noGrp="1" noChangeArrowheads="1"/>
          </p:cNvSpPr>
          <p:nvPr>
            <p:ph type="sldNum" sz="quarter" idx="12"/>
          </p:nvPr>
        </p:nvSpPr>
        <p:spPr>
          <a:ln/>
        </p:spPr>
        <p:txBody>
          <a:bodyPr/>
          <a:lstStyle>
            <a:lvl1pPr>
              <a:defRPr/>
            </a:lvl1pPr>
          </a:lstStyle>
          <a:p>
            <a:pPr>
              <a:defRPr/>
            </a:pPr>
            <a:fld id="{C020A46F-046F-4A43-AFF9-2F7F3E5CEC0B}" type="slidenum">
              <a:rPr lang="en-US" altLang="ko-KR" smtClean="0"/>
              <a:pPr>
                <a:defRPr/>
              </a:pPr>
              <a:t>‹#›</a:t>
            </a:fld>
            <a:endParaRPr lang="en-US" altLang="ko-KR" dirty="0"/>
          </a:p>
        </p:txBody>
      </p:sp>
    </p:spTree>
    <p:extLst>
      <p:ext uri="{BB962C8B-B14F-4D97-AF65-F5344CB8AC3E}">
        <p14:creationId xmlns:p14="http://schemas.microsoft.com/office/powerpoint/2010/main" val="2896975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E6F0D2DB-5C9F-1156-A347-1EA13E4CA209}"/>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EDF05607-2318-3861-6A15-DDB9A50A3259}"/>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057329D5-6DA9-AE87-D37D-A15A05808531}"/>
              </a:ext>
            </a:extLst>
          </p:cNvPr>
          <p:cNvSpPr>
            <a:spLocks noGrp="1" noChangeArrowheads="1"/>
          </p:cNvSpPr>
          <p:nvPr>
            <p:ph type="sldNum" sz="quarter" idx="12"/>
          </p:nvPr>
        </p:nvSpPr>
        <p:spPr>
          <a:ln/>
        </p:spPr>
        <p:txBody>
          <a:bodyPr/>
          <a:lstStyle>
            <a:lvl1pPr>
              <a:defRPr/>
            </a:lvl1pPr>
          </a:lstStyle>
          <a:p>
            <a:pPr>
              <a:defRPr/>
            </a:pPr>
            <a:fld id="{86A0F9AD-A42E-4CE3-A214-1BE1D9E35ADA}" type="slidenum">
              <a:rPr lang="en-US" altLang="ko-KR" smtClean="0"/>
              <a:pPr>
                <a:defRPr/>
              </a:pPr>
              <a:t>‹#›</a:t>
            </a:fld>
            <a:endParaRPr lang="en-US" altLang="ko-KR" dirty="0"/>
          </a:p>
        </p:txBody>
      </p:sp>
    </p:spTree>
    <p:extLst>
      <p:ext uri="{BB962C8B-B14F-4D97-AF65-F5344CB8AC3E}">
        <p14:creationId xmlns:p14="http://schemas.microsoft.com/office/powerpoint/2010/main" val="376551917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07BF16B8-528F-7D92-FE36-9527537DA7FF}"/>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5CED8D97-3509-6D71-903F-F1E7BB1EFF37}"/>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3243A4B8-5AC1-93FB-601D-763080619DB3}"/>
              </a:ext>
            </a:extLst>
          </p:cNvPr>
          <p:cNvSpPr>
            <a:spLocks noGrp="1" noChangeArrowheads="1"/>
          </p:cNvSpPr>
          <p:nvPr>
            <p:ph type="sldNum" sz="quarter" idx="12"/>
          </p:nvPr>
        </p:nvSpPr>
        <p:spPr>
          <a:ln/>
        </p:spPr>
        <p:txBody>
          <a:bodyPr/>
          <a:lstStyle>
            <a:lvl1pPr>
              <a:defRPr/>
            </a:lvl1pPr>
          </a:lstStyle>
          <a:p>
            <a:pPr>
              <a:defRPr/>
            </a:pPr>
            <a:fld id="{F504BB39-D849-4A14-A228-D5586ECA02EB}" type="slidenum">
              <a:rPr lang="en-US" altLang="ko-KR" smtClean="0"/>
              <a:pPr>
                <a:defRPr/>
              </a:pPr>
              <a:t>‹#›</a:t>
            </a:fld>
            <a:endParaRPr lang="en-US" altLang="ko-KR" dirty="0"/>
          </a:p>
        </p:txBody>
      </p:sp>
    </p:spTree>
    <p:extLst>
      <p:ext uri="{BB962C8B-B14F-4D97-AF65-F5344CB8AC3E}">
        <p14:creationId xmlns:p14="http://schemas.microsoft.com/office/powerpoint/2010/main" val="71860089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344110A9-60FB-4A34-F217-E369ADBAC26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EB640722-4EB9-744C-6F18-E59DB900E0C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AF6176DF-5DAE-1A8D-D46B-5730F32744A3}"/>
              </a:ext>
            </a:extLst>
          </p:cNvPr>
          <p:cNvSpPr>
            <a:spLocks noGrp="1" noChangeArrowheads="1"/>
          </p:cNvSpPr>
          <p:nvPr>
            <p:ph type="sldNum" sz="quarter" idx="12"/>
          </p:nvPr>
        </p:nvSpPr>
        <p:spPr>
          <a:ln/>
        </p:spPr>
        <p:txBody>
          <a:bodyPr/>
          <a:lstStyle>
            <a:lvl1pPr>
              <a:defRPr/>
            </a:lvl1pPr>
          </a:lstStyle>
          <a:p>
            <a:pPr>
              <a:defRPr/>
            </a:pPr>
            <a:fld id="{170EB8C6-CB5B-437A-9A22-B0E7BC7865AF}" type="slidenum">
              <a:rPr lang="en-US" altLang="ko-KR" smtClean="0"/>
              <a:pPr>
                <a:defRPr/>
              </a:pPr>
              <a:t>‹#›</a:t>
            </a:fld>
            <a:endParaRPr lang="en-US" altLang="ko-KR" dirty="0"/>
          </a:p>
        </p:txBody>
      </p:sp>
    </p:spTree>
    <p:extLst>
      <p:ext uri="{BB962C8B-B14F-4D97-AF65-F5344CB8AC3E}">
        <p14:creationId xmlns:p14="http://schemas.microsoft.com/office/powerpoint/2010/main" val="25978342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96F01A72-5EF2-4734-F8CA-1F219482B17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9C1B51B-6F71-478C-D0EB-57FA38899C3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2FED906B-F8D1-AA7A-A0B5-02A006094112}"/>
              </a:ext>
            </a:extLst>
          </p:cNvPr>
          <p:cNvSpPr>
            <a:spLocks noGrp="1" noChangeArrowheads="1"/>
          </p:cNvSpPr>
          <p:nvPr>
            <p:ph type="sldNum" sz="quarter" idx="12"/>
          </p:nvPr>
        </p:nvSpPr>
        <p:spPr>
          <a:ln/>
        </p:spPr>
        <p:txBody>
          <a:bodyPr/>
          <a:lstStyle>
            <a:lvl1pPr>
              <a:defRPr/>
            </a:lvl1pPr>
          </a:lstStyle>
          <a:p>
            <a:pPr>
              <a:defRPr/>
            </a:pPr>
            <a:fld id="{6F318971-4E76-4154-80A1-A3DDC821B339}" type="slidenum">
              <a:rPr lang="en-US" altLang="ko-KR" smtClean="0"/>
              <a:pPr>
                <a:defRPr/>
              </a:pPr>
              <a:t>‹#›</a:t>
            </a:fld>
            <a:endParaRPr lang="en-US" altLang="ko-KR" dirty="0"/>
          </a:p>
        </p:txBody>
      </p:sp>
    </p:spTree>
    <p:extLst>
      <p:ext uri="{BB962C8B-B14F-4D97-AF65-F5344CB8AC3E}">
        <p14:creationId xmlns:p14="http://schemas.microsoft.com/office/powerpoint/2010/main" val="248509902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A09D268-9E76-7D50-7479-5946507197C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A2D2B877-FDFE-AF91-E308-5742818665B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CAAB1E7E-7849-C26A-C4EA-9A049D95B286}"/>
              </a:ext>
            </a:extLst>
          </p:cNvPr>
          <p:cNvSpPr>
            <a:spLocks noGrp="1" noChangeArrowheads="1"/>
          </p:cNvSpPr>
          <p:nvPr>
            <p:ph type="sldNum" sz="quarter" idx="12"/>
          </p:nvPr>
        </p:nvSpPr>
        <p:spPr>
          <a:ln/>
        </p:spPr>
        <p:txBody>
          <a:bodyPr/>
          <a:lstStyle>
            <a:lvl1pPr>
              <a:defRPr/>
            </a:lvl1pPr>
          </a:lstStyle>
          <a:p>
            <a:pPr>
              <a:defRPr/>
            </a:pPr>
            <a:fld id="{1331969E-F26E-4F8C-B9DF-CC0370684D58}" type="slidenum">
              <a:rPr lang="en-US" altLang="ko-KR" smtClean="0"/>
              <a:pPr>
                <a:defRPr/>
              </a:pPr>
              <a:t>‹#›</a:t>
            </a:fld>
            <a:endParaRPr lang="en-US" altLang="ko-KR" dirty="0"/>
          </a:p>
        </p:txBody>
      </p:sp>
    </p:spTree>
    <p:extLst>
      <p:ext uri="{BB962C8B-B14F-4D97-AF65-F5344CB8AC3E}">
        <p14:creationId xmlns:p14="http://schemas.microsoft.com/office/powerpoint/2010/main" val="293837710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367A89FF-7BD1-2937-583C-FBF2302DDDA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32F2770E-33F0-BE2C-3B1A-7C21C1FB3B4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D4308376-F395-E140-76C5-8C76F64A21D2}"/>
              </a:ext>
            </a:extLst>
          </p:cNvPr>
          <p:cNvSpPr>
            <a:spLocks noGrp="1" noChangeArrowheads="1"/>
          </p:cNvSpPr>
          <p:nvPr>
            <p:ph type="sldNum" sz="quarter" idx="12"/>
          </p:nvPr>
        </p:nvSpPr>
        <p:spPr>
          <a:ln/>
        </p:spPr>
        <p:txBody>
          <a:bodyPr/>
          <a:lstStyle>
            <a:lvl1pPr>
              <a:defRPr/>
            </a:lvl1pPr>
          </a:lstStyle>
          <a:p>
            <a:pPr>
              <a:defRPr/>
            </a:pPr>
            <a:fld id="{06D4C483-8DDF-4523-BD99-940559EC6BB3}" type="slidenum">
              <a:rPr lang="en-US" altLang="ko-KR" smtClean="0"/>
              <a:pPr>
                <a:defRPr/>
              </a:pPr>
              <a:t>‹#›</a:t>
            </a:fld>
            <a:endParaRPr lang="en-US" altLang="ko-KR" dirty="0"/>
          </a:p>
        </p:txBody>
      </p:sp>
    </p:spTree>
    <p:extLst>
      <p:ext uri="{BB962C8B-B14F-4D97-AF65-F5344CB8AC3E}">
        <p14:creationId xmlns:p14="http://schemas.microsoft.com/office/powerpoint/2010/main" val="26941131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58867794-C921-8771-2F77-AACB4897F16E}"/>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8B8D22B7-49E8-85EA-443C-6739573EA55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4391AA22-A198-D29A-3B57-9A4ECF59C34D}"/>
              </a:ext>
            </a:extLst>
          </p:cNvPr>
          <p:cNvSpPr>
            <a:spLocks noGrp="1" noChangeArrowheads="1"/>
          </p:cNvSpPr>
          <p:nvPr>
            <p:ph type="sldNum" sz="quarter" idx="12"/>
          </p:nvPr>
        </p:nvSpPr>
        <p:spPr>
          <a:ln/>
        </p:spPr>
        <p:txBody>
          <a:bodyPr/>
          <a:lstStyle>
            <a:lvl1pPr>
              <a:defRPr/>
            </a:lvl1pPr>
          </a:lstStyle>
          <a:p>
            <a:pPr>
              <a:defRPr/>
            </a:pPr>
            <a:fld id="{86AF8932-8A80-40D1-80C3-3BCB4738FB18}" type="slidenum">
              <a:rPr lang="en-US" altLang="ko-KR" smtClean="0"/>
              <a:pPr>
                <a:defRPr/>
              </a:pPr>
              <a:t>‹#›</a:t>
            </a:fld>
            <a:endParaRPr lang="en-US" altLang="ko-KR" dirty="0"/>
          </a:p>
        </p:txBody>
      </p:sp>
    </p:spTree>
    <p:extLst>
      <p:ext uri="{BB962C8B-B14F-4D97-AF65-F5344CB8AC3E}">
        <p14:creationId xmlns:p14="http://schemas.microsoft.com/office/powerpoint/2010/main" val="318647599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EABF5C9D-96FD-2BD5-3DA8-CA11CEA3332C}"/>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2028FA65-2172-4F06-734C-66B896DC6C6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296AE2A2-35B9-F42E-5D86-CCB333B32333}"/>
              </a:ext>
            </a:extLst>
          </p:cNvPr>
          <p:cNvSpPr>
            <a:spLocks noGrp="1" noChangeArrowheads="1"/>
          </p:cNvSpPr>
          <p:nvPr>
            <p:ph type="sldNum" sz="quarter" idx="12"/>
          </p:nvPr>
        </p:nvSpPr>
        <p:spPr>
          <a:ln/>
        </p:spPr>
        <p:txBody>
          <a:bodyPr/>
          <a:lstStyle>
            <a:lvl1pPr>
              <a:defRPr/>
            </a:lvl1pPr>
          </a:lstStyle>
          <a:p>
            <a:pPr>
              <a:defRPr/>
            </a:pPr>
            <a:fld id="{F67A5366-325B-49AA-B92A-B5273D9F3FAC}" type="slidenum">
              <a:rPr lang="en-US" altLang="ko-KR" smtClean="0"/>
              <a:pPr>
                <a:defRPr/>
              </a:pPr>
              <a:t>‹#›</a:t>
            </a:fld>
            <a:endParaRPr lang="en-US" altLang="ko-KR" dirty="0"/>
          </a:p>
        </p:txBody>
      </p:sp>
    </p:spTree>
    <p:extLst>
      <p:ext uri="{BB962C8B-B14F-4D97-AF65-F5344CB8AC3E}">
        <p14:creationId xmlns:p14="http://schemas.microsoft.com/office/powerpoint/2010/main" val="26034227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425A16C7-6D71-F9F8-52EE-07E3A90B0A5B}"/>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D2A173EE-9DE6-6E93-3EA0-84F74F4D422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FD3229A2-2FDE-2EFB-9173-28B270E47BC5}"/>
              </a:ext>
            </a:extLst>
          </p:cNvPr>
          <p:cNvSpPr>
            <a:spLocks noGrp="1" noChangeArrowheads="1"/>
          </p:cNvSpPr>
          <p:nvPr>
            <p:ph type="sldNum" sz="quarter" idx="12"/>
          </p:nvPr>
        </p:nvSpPr>
        <p:spPr>
          <a:ln/>
        </p:spPr>
        <p:txBody>
          <a:bodyPr/>
          <a:lstStyle>
            <a:lvl1pPr>
              <a:defRPr/>
            </a:lvl1pPr>
          </a:lstStyle>
          <a:p>
            <a:pPr>
              <a:defRPr/>
            </a:pPr>
            <a:fld id="{B52A0B5B-1146-4756-8075-3F85EC67C987}" type="slidenum">
              <a:rPr lang="en-US" altLang="ko-KR" smtClean="0"/>
              <a:pPr>
                <a:defRPr/>
              </a:pPr>
              <a:t>‹#›</a:t>
            </a:fld>
            <a:endParaRPr lang="en-US" altLang="ko-KR" dirty="0"/>
          </a:p>
        </p:txBody>
      </p:sp>
    </p:spTree>
    <p:extLst>
      <p:ext uri="{BB962C8B-B14F-4D97-AF65-F5344CB8AC3E}">
        <p14:creationId xmlns:p14="http://schemas.microsoft.com/office/powerpoint/2010/main" val="281048434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24194FCD-2CD7-E8B1-E33D-DD551A9A21C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1653DDAF-7214-E1E8-F3A3-E8357A92A9E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187C6C99-C5CC-6B6F-0059-7CDC3E339344}"/>
              </a:ext>
            </a:extLst>
          </p:cNvPr>
          <p:cNvSpPr>
            <a:spLocks noGrp="1" noChangeArrowheads="1"/>
          </p:cNvSpPr>
          <p:nvPr>
            <p:ph type="sldNum" sz="quarter" idx="12"/>
          </p:nvPr>
        </p:nvSpPr>
        <p:spPr>
          <a:ln/>
        </p:spPr>
        <p:txBody>
          <a:bodyPr/>
          <a:lstStyle>
            <a:lvl1pPr>
              <a:defRPr/>
            </a:lvl1pPr>
          </a:lstStyle>
          <a:p>
            <a:pPr>
              <a:defRPr/>
            </a:pPr>
            <a:fld id="{DA105FB1-FFAB-49B4-BD99-507B0685736F}" type="slidenum">
              <a:rPr lang="en-US" altLang="ko-KR" smtClean="0"/>
              <a:pPr>
                <a:defRPr/>
              </a:pPr>
              <a:t>‹#›</a:t>
            </a:fld>
            <a:endParaRPr lang="en-US" altLang="ko-KR" dirty="0"/>
          </a:p>
        </p:txBody>
      </p:sp>
    </p:spTree>
    <p:extLst>
      <p:ext uri="{BB962C8B-B14F-4D97-AF65-F5344CB8AC3E}">
        <p14:creationId xmlns:p14="http://schemas.microsoft.com/office/powerpoint/2010/main" val="420803583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FC2265A6-75DB-9B22-6C1E-A95DF839663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76EAC318-5F6E-FB97-E5D4-D95B8AAE0C3F}"/>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D93C59F8-219D-7514-73B7-858F915DC96A}"/>
              </a:ext>
            </a:extLst>
          </p:cNvPr>
          <p:cNvSpPr>
            <a:spLocks noGrp="1" noChangeArrowheads="1"/>
          </p:cNvSpPr>
          <p:nvPr>
            <p:ph type="sldNum" sz="quarter" idx="12"/>
          </p:nvPr>
        </p:nvSpPr>
        <p:spPr>
          <a:ln/>
        </p:spPr>
        <p:txBody>
          <a:bodyPr/>
          <a:lstStyle>
            <a:lvl1pPr>
              <a:defRPr/>
            </a:lvl1pPr>
          </a:lstStyle>
          <a:p>
            <a:pPr>
              <a:defRPr/>
            </a:pPr>
            <a:fld id="{39380AE0-FB7E-4C09-9C8D-1510518982AF}" type="slidenum">
              <a:rPr lang="en-US" altLang="ko-KR" smtClean="0"/>
              <a:pPr>
                <a:defRPr/>
              </a:pPr>
              <a:t>‹#›</a:t>
            </a:fld>
            <a:endParaRPr lang="en-US" altLang="ko-KR" dirty="0"/>
          </a:p>
        </p:txBody>
      </p:sp>
    </p:spTree>
    <p:extLst>
      <p:ext uri="{BB962C8B-B14F-4D97-AF65-F5344CB8AC3E}">
        <p14:creationId xmlns:p14="http://schemas.microsoft.com/office/powerpoint/2010/main" val="141049941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C2BBE2C4-C402-7DE2-2F47-0CE02A71EDE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92F94C59-8C33-93F6-A642-8598B1F8A8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BF10928A-C35E-B582-6987-4C83D8D986C9}"/>
              </a:ext>
            </a:extLst>
          </p:cNvPr>
          <p:cNvSpPr>
            <a:spLocks noGrp="1" noChangeArrowheads="1"/>
          </p:cNvSpPr>
          <p:nvPr>
            <p:ph type="sldNum" sz="quarter" idx="12"/>
          </p:nvPr>
        </p:nvSpPr>
        <p:spPr>
          <a:ln/>
        </p:spPr>
        <p:txBody>
          <a:bodyPr/>
          <a:lstStyle>
            <a:lvl1pPr>
              <a:defRPr/>
            </a:lvl1pPr>
          </a:lstStyle>
          <a:p>
            <a:pPr>
              <a:defRPr/>
            </a:pPr>
            <a:fld id="{7B6D8E15-A094-4920-B3B5-769174DC5821}" type="slidenum">
              <a:rPr lang="en-US" altLang="ko-KR" smtClean="0"/>
              <a:pPr>
                <a:defRPr/>
              </a:pPr>
              <a:t>‹#›</a:t>
            </a:fld>
            <a:endParaRPr lang="en-US" altLang="ko-KR" dirty="0"/>
          </a:p>
        </p:txBody>
      </p:sp>
    </p:spTree>
    <p:extLst>
      <p:ext uri="{BB962C8B-B14F-4D97-AF65-F5344CB8AC3E}">
        <p14:creationId xmlns:p14="http://schemas.microsoft.com/office/powerpoint/2010/main" val="414916089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826C3CDE-F8B6-7CC3-46E3-E4581F592CD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999D9952-6D89-B2C8-C048-8992A25BBB43}"/>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BC14F175-903F-4B51-FED6-228AE555939F}"/>
              </a:ext>
            </a:extLst>
          </p:cNvPr>
          <p:cNvSpPr>
            <a:spLocks noGrp="1" noChangeArrowheads="1"/>
          </p:cNvSpPr>
          <p:nvPr>
            <p:ph type="sldNum" sz="quarter" idx="12"/>
          </p:nvPr>
        </p:nvSpPr>
        <p:spPr>
          <a:ln/>
        </p:spPr>
        <p:txBody>
          <a:bodyPr/>
          <a:lstStyle>
            <a:lvl1pPr>
              <a:defRPr/>
            </a:lvl1pPr>
          </a:lstStyle>
          <a:p>
            <a:pPr>
              <a:defRPr/>
            </a:pPr>
            <a:fld id="{87F03C22-91D1-4F0E-BD27-510D2E7B2D4B}" type="slidenum">
              <a:rPr lang="en-US" altLang="ko-KR" smtClean="0"/>
              <a:pPr>
                <a:defRPr/>
              </a:pPr>
              <a:t>‹#›</a:t>
            </a:fld>
            <a:endParaRPr lang="en-US" altLang="ko-KR" dirty="0"/>
          </a:p>
        </p:txBody>
      </p:sp>
    </p:spTree>
    <p:extLst>
      <p:ext uri="{BB962C8B-B14F-4D97-AF65-F5344CB8AC3E}">
        <p14:creationId xmlns:p14="http://schemas.microsoft.com/office/powerpoint/2010/main" val="395566016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734B31D-104B-A4F7-7B43-575BD1A74CC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25954747-6CAD-0D37-7AF8-FD53C4175F7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FAAEF5E9-5D3B-744E-694C-A0984C027E29}"/>
              </a:ext>
            </a:extLst>
          </p:cNvPr>
          <p:cNvSpPr>
            <a:spLocks noGrp="1" noChangeArrowheads="1"/>
          </p:cNvSpPr>
          <p:nvPr>
            <p:ph type="sldNum" sz="quarter" idx="12"/>
          </p:nvPr>
        </p:nvSpPr>
        <p:spPr>
          <a:ln/>
        </p:spPr>
        <p:txBody>
          <a:bodyPr/>
          <a:lstStyle>
            <a:lvl1pPr>
              <a:defRPr/>
            </a:lvl1pPr>
          </a:lstStyle>
          <a:p>
            <a:pPr>
              <a:defRPr/>
            </a:pPr>
            <a:fld id="{F90E0111-0FA2-485D-967A-B71AEA64BB20}" type="slidenum">
              <a:rPr lang="en-US" altLang="ko-KR" smtClean="0"/>
              <a:pPr>
                <a:defRPr/>
              </a:pPr>
              <a:t>‹#›</a:t>
            </a:fld>
            <a:endParaRPr lang="en-US" altLang="ko-KR" dirty="0"/>
          </a:p>
        </p:txBody>
      </p:sp>
    </p:spTree>
    <p:extLst>
      <p:ext uri="{BB962C8B-B14F-4D97-AF65-F5344CB8AC3E}">
        <p14:creationId xmlns:p14="http://schemas.microsoft.com/office/powerpoint/2010/main" val="1036389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image" Target="../media/image2.jpe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image" Target="../media/image2.jpeg"/><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theme" Target="../theme/theme5.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theme" Target="../theme/theme6.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1027"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defRPr>
            </a:lvl1pPr>
          </a:lstStyle>
          <a:p>
            <a:pPr>
              <a:defRPr/>
            </a:pPr>
            <a:fld id="{EBAFC596-B36E-41BE-9EC4-BA2F29C53DFC}"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287" r:id="rId1"/>
    <p:sldLayoutId id="2147632288" r:id="rId2"/>
    <p:sldLayoutId id="2147632289" r:id="rId3"/>
    <p:sldLayoutId id="2147632290" r:id="rId4"/>
    <p:sldLayoutId id="2147632291" r:id="rId5"/>
    <p:sldLayoutId id="2147632292" r:id="rId6"/>
    <p:sldLayoutId id="2147632293" r:id="rId7"/>
    <p:sldLayoutId id="2147632294" r:id="rId8"/>
    <p:sldLayoutId id="2147632295" r:id="rId9"/>
    <p:sldLayoutId id="2147632296" r:id="rId10"/>
    <p:sldLayoutId id="2147632297" r:id="rId11"/>
    <p:sldLayoutId id="2147632298" r:id="rId12"/>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ko-KR"/>
      </a:defPPr>
      <a:lvl1pPr marL="0" algn="l" defTabSz="634913" rtl="0" eaLnBrk="1" latinLnBrk="1" hangingPunct="1">
        <a:defRPr sz="1200" kern="1200">
          <a:solidFill>
            <a:schemeClr val="tx1"/>
          </a:solidFill>
          <a:latin typeface="+mn-lt"/>
          <a:ea typeface="+mn-ea"/>
          <a:cs typeface="+mn-cs"/>
        </a:defRPr>
      </a:lvl1pPr>
      <a:lvl2pPr marL="317456" algn="l" defTabSz="634913" rtl="0" eaLnBrk="1" latinLnBrk="1" hangingPunct="1">
        <a:defRPr sz="1200" kern="1200">
          <a:solidFill>
            <a:schemeClr val="tx1"/>
          </a:solidFill>
          <a:latin typeface="+mn-lt"/>
          <a:ea typeface="+mn-ea"/>
          <a:cs typeface="+mn-cs"/>
        </a:defRPr>
      </a:lvl2pPr>
      <a:lvl3pPr marL="634913" algn="l" defTabSz="634913" rtl="0" eaLnBrk="1" latinLnBrk="1" hangingPunct="1">
        <a:defRPr sz="1200" kern="1200">
          <a:solidFill>
            <a:schemeClr val="tx1"/>
          </a:solidFill>
          <a:latin typeface="+mn-lt"/>
          <a:ea typeface="+mn-ea"/>
          <a:cs typeface="+mn-cs"/>
        </a:defRPr>
      </a:lvl3pPr>
      <a:lvl4pPr marL="952369" algn="l" defTabSz="634913" rtl="0" eaLnBrk="1" latinLnBrk="1" hangingPunct="1">
        <a:defRPr sz="1200" kern="1200">
          <a:solidFill>
            <a:schemeClr val="tx1"/>
          </a:solidFill>
          <a:latin typeface="+mn-lt"/>
          <a:ea typeface="+mn-ea"/>
          <a:cs typeface="+mn-cs"/>
        </a:defRPr>
      </a:lvl4pPr>
      <a:lvl5pPr marL="1269825" algn="l" defTabSz="634913" rtl="0" eaLnBrk="1" latinLnBrk="1" hangingPunct="1">
        <a:defRPr sz="1200" kern="1200">
          <a:solidFill>
            <a:schemeClr val="tx1"/>
          </a:solidFill>
          <a:latin typeface="+mn-lt"/>
          <a:ea typeface="+mn-ea"/>
          <a:cs typeface="+mn-cs"/>
        </a:defRPr>
      </a:lvl5pPr>
      <a:lvl6pPr marL="1587283" algn="l" defTabSz="634913" rtl="0" eaLnBrk="1" latinLnBrk="1" hangingPunct="1">
        <a:defRPr sz="1200" kern="1200">
          <a:solidFill>
            <a:schemeClr val="tx1"/>
          </a:solidFill>
          <a:latin typeface="+mn-lt"/>
          <a:ea typeface="+mn-ea"/>
          <a:cs typeface="+mn-cs"/>
        </a:defRPr>
      </a:lvl6pPr>
      <a:lvl7pPr marL="1904739" algn="l" defTabSz="634913" rtl="0" eaLnBrk="1" latinLnBrk="1" hangingPunct="1">
        <a:defRPr sz="1200" kern="1200">
          <a:solidFill>
            <a:schemeClr val="tx1"/>
          </a:solidFill>
          <a:latin typeface="+mn-lt"/>
          <a:ea typeface="+mn-ea"/>
          <a:cs typeface="+mn-cs"/>
        </a:defRPr>
      </a:lvl7pPr>
      <a:lvl8pPr marL="2222195" algn="l" defTabSz="634913" rtl="0" eaLnBrk="1" latinLnBrk="1" hangingPunct="1">
        <a:defRPr sz="1200" kern="1200">
          <a:solidFill>
            <a:schemeClr val="tx1"/>
          </a:solidFill>
          <a:latin typeface="+mn-lt"/>
          <a:ea typeface="+mn-ea"/>
          <a:cs typeface="+mn-cs"/>
        </a:defRPr>
      </a:lvl8pPr>
      <a:lvl9pPr marL="2539652" algn="l" defTabSz="634913" rtl="0" eaLnBrk="1" latinLnBrk="1" hangingPunct="1">
        <a:defRPr sz="1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20483"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fld id="{69D3861D-84D1-4336-97F5-CC8C3F3FAC2E}"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503" r:id="rId1"/>
    <p:sldLayoutId id="2147632504" r:id="rId2"/>
    <p:sldLayoutId id="2147632505" r:id="rId3"/>
    <p:sldLayoutId id="2147632506" r:id="rId4"/>
    <p:sldLayoutId id="2147632507" r:id="rId5"/>
    <p:sldLayoutId id="2147632508" r:id="rId6"/>
    <p:sldLayoutId id="2147632509" r:id="rId7"/>
    <p:sldLayoutId id="2147632510" r:id="rId8"/>
    <p:sldLayoutId id="2147632511" r:id="rId9"/>
    <p:sldLayoutId id="2147632512" r:id="rId10"/>
    <p:sldLayoutId id="214763251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85800"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3075" name="Rectangle 3"/>
          <p:cNvSpPr>
            <a:spLocks noGrp="1" noChangeArrowheads="1"/>
          </p:cNvSpPr>
          <p:nvPr>
            <p:ph type="body" idx="1"/>
          </p:nvPr>
        </p:nvSpPr>
        <p:spPr bwMode="auto">
          <a:xfrm>
            <a:off x="685800"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0"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fld id="{7D9C6FB0-F2AB-4F5E-B20C-1C21D9CD014E}" type="slidenum">
              <a:rPr lang="en-US" altLang="ko-KR" smtClean="0"/>
              <a:pPr>
                <a:defRPr/>
              </a:pPr>
              <a:t>‹#›</a:t>
            </a:fld>
            <a:endParaRPr lang="en-US" altLang="ko-KR" dirty="0"/>
          </a:p>
        </p:txBody>
      </p:sp>
    </p:spTree>
    <p:extLst>
      <p:ext uri="{BB962C8B-B14F-4D97-AF65-F5344CB8AC3E}">
        <p14:creationId xmlns:p14="http://schemas.microsoft.com/office/powerpoint/2010/main" val="3133919631"/>
      </p:ext>
    </p:extLst>
  </p:cSld>
  <p:clrMap bg1="lt1" tx1="dk1" bg2="lt2" tx2="dk2" accent1="accent1" accent2="accent2" accent3="accent3" accent4="accent4" accent5="accent5" accent6="accent6" hlink="hlink" folHlink="folHlink"/>
  <p:sldLayoutIdLst>
    <p:sldLayoutId id="2147634633" r:id="rId1"/>
    <p:sldLayoutId id="2147634634" r:id="rId2"/>
    <p:sldLayoutId id="2147634635" r:id="rId3"/>
    <p:sldLayoutId id="2147634636" r:id="rId4"/>
    <p:sldLayoutId id="2147634637" r:id="rId5"/>
    <p:sldLayoutId id="2147634638" r:id="rId6"/>
    <p:sldLayoutId id="2147634639" r:id="rId7"/>
    <p:sldLayoutId id="2147634640" r:id="rId8"/>
    <p:sldLayoutId id="2147634641" r:id="rId9"/>
    <p:sldLayoutId id="2147634642" r:id="rId10"/>
    <p:sldLayoutId id="214763464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2pPr>
      <a:lvl3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3pPr>
      <a:lvl4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4pPr>
      <a:lvl5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6538" indent="-236538"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4350" indent="-19685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2163" indent="-157163"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096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71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4339" name="Rectangle 3"/>
          <p:cNvSpPr>
            <a:spLocks noGrp="1" noChangeArrowheads="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457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29" name="Rectangle 5"/>
          <p:cNvSpPr>
            <a:spLocks noGrp="1" noChangeArrowheads="1"/>
          </p:cNvSpPr>
          <p:nvPr>
            <p:ph type="ftr" sz="quarter" idx="3"/>
          </p:nvPr>
        </p:nvSpPr>
        <p:spPr bwMode="auto">
          <a:xfrm>
            <a:off x="3124200" y="4683919"/>
            <a:ext cx="2895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30" name="Rectangle 6"/>
          <p:cNvSpPr>
            <a:spLocks noGrp="1" noChangeArrowheads="1"/>
          </p:cNvSpPr>
          <p:nvPr>
            <p:ph type="sldNum" sz="quarter" idx="4"/>
          </p:nvPr>
        </p:nvSpPr>
        <p:spPr bwMode="auto">
          <a:xfrm>
            <a:off x="6553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fld id="{825E1140-6149-4A0F-883D-7BBDDA7A4BC5}" type="slidenum">
              <a:rPr kumimoji="0" lang="en-US" altLang="ko-KR" smtClean="0">
                <a:solidFill>
                  <a:srgbClr val="000000"/>
                </a:solidFill>
                <a:cs typeface="+mn-cs"/>
              </a:rPr>
              <a:pPr fontAlgn="auto">
                <a:spcBef>
                  <a:spcPts val="0"/>
                </a:spcBef>
                <a:spcAft>
                  <a:spcPts val="0"/>
                </a:spcAft>
                <a:defRPr/>
              </a:pPr>
              <a:t>‹#›</a:t>
            </a:fld>
            <a:endParaRPr kumimoji="0" lang="en-US" altLang="ko-KR" dirty="0">
              <a:solidFill>
                <a:srgbClr val="000000"/>
              </a:solidFill>
              <a:cs typeface="+mn-cs"/>
            </a:endParaRPr>
          </a:p>
        </p:txBody>
      </p:sp>
    </p:spTree>
    <p:extLst>
      <p:ext uri="{BB962C8B-B14F-4D97-AF65-F5344CB8AC3E}">
        <p14:creationId xmlns:p14="http://schemas.microsoft.com/office/powerpoint/2010/main" val="3697280411"/>
      </p:ext>
    </p:extLst>
  </p:cSld>
  <p:clrMap bg1="lt1" tx1="dk1" bg2="lt2" tx2="dk2" accent1="accent1" accent2="accent2" accent3="accent3" accent4="accent4" accent5="accent5" accent6="accent6" hlink="hlink" folHlink="folHlink"/>
  <p:sldLayoutIdLst>
    <p:sldLayoutId id="2147634718" r:id="rId1"/>
    <p:sldLayoutId id="2147634719" r:id="rId2"/>
    <p:sldLayoutId id="2147634720" r:id="rId3"/>
    <p:sldLayoutId id="2147634721" r:id="rId4"/>
    <p:sldLayoutId id="2147634722" r:id="rId5"/>
    <p:sldLayoutId id="2147634723" r:id="rId6"/>
    <p:sldLayoutId id="2147634724" r:id="rId7"/>
    <p:sldLayoutId id="2147634725" r:id="rId8"/>
    <p:sldLayoutId id="2147634726" r:id="rId9"/>
    <p:sldLayoutId id="2147634727" r:id="rId10"/>
    <p:sldLayoutId id="2147634728"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3FA6EB5B-284A-1DDD-0519-34C5F06B3966}"/>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F265E626-9F6E-C944-BF99-0E85B7FBA9BE}"/>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B266229-6B4B-2382-E47C-AF1C29F825D4}"/>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C7679DED-A18F-228B-FB55-C9FD9384F82C}"/>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3BC0BCFA-FB3F-8023-F4D9-81F9A81B34BE}"/>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82FBE30C-34F2-43B5-8D16-B7B0D0C6A3C0}" type="slidenum">
              <a:rPr lang="en-US" altLang="ko-KR" smtClean="0"/>
              <a:pPr>
                <a:defRPr/>
              </a:pPr>
              <a:t>‹#›</a:t>
            </a:fld>
            <a:endParaRPr lang="en-US" altLang="ko-KR" dirty="0"/>
          </a:p>
        </p:txBody>
      </p:sp>
    </p:spTree>
    <p:extLst>
      <p:ext uri="{BB962C8B-B14F-4D97-AF65-F5344CB8AC3E}">
        <p14:creationId xmlns:p14="http://schemas.microsoft.com/office/powerpoint/2010/main" val="1570086352"/>
      </p:ext>
    </p:extLst>
  </p:cSld>
  <p:clrMap bg1="lt1" tx1="dk1" bg2="lt2" tx2="dk2" accent1="accent1" accent2="accent2" accent3="accent3" accent4="accent4" accent5="accent5" accent6="accent6" hlink="hlink" folHlink="folHlink"/>
  <p:sldLayoutIdLst>
    <p:sldLayoutId id="2147634742" r:id="rId1"/>
    <p:sldLayoutId id="2147634743" r:id="rId2"/>
    <p:sldLayoutId id="2147634744" r:id="rId3"/>
    <p:sldLayoutId id="2147634745" r:id="rId4"/>
    <p:sldLayoutId id="2147634746" r:id="rId5"/>
    <p:sldLayoutId id="2147634747" r:id="rId6"/>
    <p:sldLayoutId id="2147634748" r:id="rId7"/>
    <p:sldLayoutId id="2147634749" r:id="rId8"/>
    <p:sldLayoutId id="2147634750" r:id="rId9"/>
    <p:sldLayoutId id="2147634751" r:id="rId10"/>
    <p:sldLayoutId id="2147634752"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6FE11AA-BAEB-1375-024C-8BEFFB685612}"/>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C22906CF-E133-6F28-1F16-F5E3653605D6}"/>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77989FB-9E18-18A0-9734-94277BF2D412}"/>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981CC2B5-AAAF-53E1-521B-24A6C84C5D03}"/>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F4A663E9-54EA-4544-EC8E-67D0B645F2CA}"/>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D39443FB-28B4-43B4-8F12-CBDCD10F7682}" type="slidenum">
              <a:rPr lang="en-US" altLang="ko-KR" smtClean="0"/>
              <a:pPr>
                <a:defRPr/>
              </a:pPr>
              <a:t>‹#›</a:t>
            </a:fld>
            <a:endParaRPr lang="en-US" altLang="ko-KR" dirty="0"/>
          </a:p>
        </p:txBody>
      </p:sp>
    </p:spTree>
    <p:extLst>
      <p:ext uri="{BB962C8B-B14F-4D97-AF65-F5344CB8AC3E}">
        <p14:creationId xmlns:p14="http://schemas.microsoft.com/office/powerpoint/2010/main" val="2573744229"/>
      </p:ext>
    </p:extLst>
  </p:cSld>
  <p:clrMap bg1="lt1" tx1="dk1" bg2="lt2" tx2="dk2" accent1="accent1" accent2="accent2" accent3="accent3" accent4="accent4" accent5="accent5" accent6="accent6" hlink="hlink" folHlink="folHlink"/>
  <p:sldLayoutIdLst>
    <p:sldLayoutId id="2147634754" r:id="rId1"/>
    <p:sldLayoutId id="2147634755" r:id="rId2"/>
    <p:sldLayoutId id="2147634756" r:id="rId3"/>
    <p:sldLayoutId id="2147634757" r:id="rId4"/>
    <p:sldLayoutId id="2147634758" r:id="rId5"/>
    <p:sldLayoutId id="2147634759" r:id="rId6"/>
    <p:sldLayoutId id="2147634760" r:id="rId7"/>
    <p:sldLayoutId id="2147634761" r:id="rId8"/>
    <p:sldLayoutId id="2147634762" r:id="rId9"/>
    <p:sldLayoutId id="2147634763" r:id="rId10"/>
    <p:sldLayoutId id="2147634764"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6.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6.xml"/></Relationships>
</file>

<file path=ppt/slides/_rels/slide37.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9.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62626"/>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06DD19F-C0C6-538B-56B8-E4E6A62285D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0"/>
            <a:ext cx="4648200" cy="5143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E0599071-EADA-4B6B-1814-36A604680108}"/>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93BC36BE-9040-2CFF-32B6-C3FBB5714EB7}"/>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112C3FF2-5C73-2817-ACC3-FCA19557A0DB}"/>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647EB817-5D6D-8D2B-1E35-4C1CBD8B3277}"/>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C377656-E196-B8C7-D972-85899F9DF33B}"/>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r>
              <a:rPr kumimoji="1" lang="en-US" altLang="ko-KR" sz="2000" i="0" u="none" strike="noStrike" kern="1200" cap="none" spc="0" normalizeH="0" baseline="0" noProof="0" dirty="0" err="1">
                <a:ln>
                  <a:noFill/>
                </a:ln>
                <a:effectLst/>
                <a:uLnTx/>
                <a:uFillTx/>
                <a:latin typeface="Malgun Gothic" panose="020B0503020000020004" pitchFamily="50" charset="-127"/>
                <a:ea typeface="맑은 고딕" panose="020B0503020000020004" pitchFamily="50" charset="-127"/>
              </a:rPr>
              <a:t>today_date</a:t>
            </a: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endParaRPr kumimoji="1" lang="ko-KR" altLang="en-US"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5E443697-E224-4099-4AC2-4B3D1EC4FA4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26B18A0E-C782-4E58-3EB7-7C813FDE38A5}"/>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40784690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내 영혼이 은총 입어</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중한 죄짐 벗고 보니</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슬픔 많은 이 세상도</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천국으로 </a:t>
            </a:r>
            <a:r>
              <a:rPr kumimoji="0" lang="ko-KR" altLang="en-US" sz="36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화하도다</a:t>
            </a: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84268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F7F2484-B966-DC26-ABE1-8239B58D56D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A1D89B55-4413-970D-4B82-22A23CC2142E}"/>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죄 사하고 치유하시는 놀라운 주 은혜</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 믿는 자에게 능치 못함 없네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p>
        </p:txBody>
      </p:sp>
    </p:spTree>
    <p:extLst>
      <p:ext uri="{BB962C8B-B14F-4D97-AF65-F5344CB8AC3E}">
        <p14:creationId xmlns:p14="http://schemas.microsoft.com/office/powerpoint/2010/main" val="653362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0">
          <a:blip r:embed="rId3" cstate="print">
            <a:alphaModFix amt="60000"/>
            <a:lum/>
          </a:blip>
          <a:srcRect/>
          <a:stretch>
            <a:fillRect t="-15000" b="-15000"/>
          </a:stretch>
        </a:blipFill>
        <a:effectLst/>
      </p:bgPr>
    </p:bg>
    <p:spTree>
      <p:nvGrpSpPr>
        <p:cNvPr id="1" name="">
          <a:extLst>
            <a:ext uri="{FF2B5EF4-FFF2-40B4-BE49-F238E27FC236}">
              <a16:creationId xmlns:a16="http://schemas.microsoft.com/office/drawing/2014/main" id="{A7DCC456-8CCC-C9FA-8173-7790B3F06F8C}"/>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BE0EEE7-A281-E611-4404-C24CFFBC4E32}"/>
              </a:ext>
            </a:extLst>
          </p:cNvPr>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2D80F3-5A20-14EE-1AC2-AD965B7E385A}"/>
              </a:ext>
            </a:extLst>
          </p:cNvPr>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묵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1E60E875-016C-5289-A152-00036A4B9458}"/>
              </a:ext>
            </a:extLst>
          </p:cNvPr>
          <p:cNvSpPr txBox="1"/>
          <p:nvPr/>
        </p:nvSpPr>
        <p:spPr>
          <a:xfrm>
            <a:off x="1371600" y="318453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ko-KR" altLang="en-US" sz="2400" dirty="0">
                <a:solidFill>
                  <a:srgbClr val="FFFFFF"/>
                </a:solidFill>
                <a:latin typeface="Malgun Gothic" panose="020B0503020000020004" pitchFamily="50" charset="-127"/>
                <a:ea typeface="맑은 고딕" panose="020B0503020000020004" pitchFamily="50" charset="-127"/>
              </a:rPr>
              <a:t>다같이</a:t>
            </a:r>
          </a:p>
        </p:txBody>
      </p:sp>
      <p:sp>
        <p:nvSpPr>
          <p:cNvPr id="2" name="TextBox 1">
            <a:extLst>
              <a:ext uri="{FF2B5EF4-FFF2-40B4-BE49-F238E27FC236}">
                <a16:creationId xmlns:a16="http://schemas.microsoft.com/office/drawing/2014/main" id="{EDFB98B5-6B8F-BA45-9F8B-1189CF0DA92B}"/>
              </a:ext>
            </a:extLst>
          </p:cNvPr>
          <p:cNvSpPr txBox="1"/>
          <p:nvPr/>
        </p:nvSpPr>
        <p:spPr>
          <a:xfrm>
            <a:off x="3019777" y="2635567"/>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MEDITATIONAL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306926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371600" y="94238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9" name="TextBox 8"/>
          <p:cNvSpPr txBox="1"/>
          <p:nvPr/>
        </p:nvSpPr>
        <p:spPr>
          <a:xfrm>
            <a:off x="1371600" y="1606034"/>
            <a:ext cx="6477000" cy="1015663"/>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ko-KR" altLang="en-US" sz="6000" b="1" dirty="0">
                <a:solidFill>
                  <a:srgbClr val="FFFFFF">
                    <a:lumMod val="85000"/>
                  </a:srgbClr>
                </a:solidFill>
                <a:latin typeface="맑은 고딕" panose="020B0503020000020004" pitchFamily="50" charset="-127"/>
                <a:ea typeface="맑은 고딕" panose="020B0503020000020004" pitchFamily="50" charset="-127"/>
                <a:cs typeface="+mn-cs"/>
              </a:rPr>
              <a:t>교 독 문 </a:t>
            </a:r>
            <a:r>
              <a:rPr lang="en-US" altLang="ko-KR" sz="6000" b="1" dirty="0">
                <a:solidFill>
                  <a:srgbClr val="FFFFFF">
                    <a:lumMod val="85000"/>
                  </a:srgbClr>
                </a:solidFill>
                <a:latin typeface="맑은 고딕" panose="020B0503020000020004" pitchFamily="50" charset="-127"/>
                <a:ea typeface="맑은 고딕" panose="020B0503020000020004" pitchFamily="50" charset="-127"/>
                <a:cs typeface="+mn-cs"/>
              </a:rPr>
              <a:t>{{RES}}</a:t>
            </a:r>
            <a:endParaRPr lang="ko-KR" altLang="en-US" sz="6000" b="1" dirty="0">
              <a:solidFill>
                <a:srgbClr val="000000"/>
              </a:solidFill>
              <a:latin typeface="맑은 고딕" panose="020B0503020000020004" pitchFamily="50" charset="-127"/>
              <a:ea typeface="맑은 고딕" panose="020B0503020000020004" pitchFamily="50" charset="-127"/>
              <a:cs typeface="+mn-cs"/>
            </a:endParaRPr>
          </a:p>
        </p:txBody>
      </p:sp>
      <p:sp>
        <p:nvSpPr>
          <p:cNvPr id="10" name="TextBox 9"/>
          <p:cNvSpPr txBox="1"/>
          <p:nvPr/>
        </p:nvSpPr>
        <p:spPr>
          <a:xfrm>
            <a:off x="1388533" y="3295229"/>
            <a:ext cx="6477000" cy="461665"/>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r>
              <a:rPr lang="ko-KR" altLang="en-US" sz="2400" dirty="0">
                <a:solidFill>
                  <a:srgbClr val="FFFFFF">
                    <a:lumMod val="95000"/>
                  </a:srgbClr>
                </a:solidFill>
                <a:latin typeface="맑은 고딕" panose="020B0503020000020004" pitchFamily="50" charset="-127"/>
                <a:ea typeface="맑은 고딕" panose="020B0503020000020004" pitchFamily="50" charset="-127"/>
              </a:rPr>
              <a:t>성령강림</a:t>
            </a:r>
            <a:r>
              <a:rPr lang="en-US" altLang="ko-KR" sz="2400" dirty="0">
                <a:solidFill>
                  <a:srgbClr val="FFFFFF">
                    <a:lumMod val="95000"/>
                  </a:srgbClr>
                </a:solidFill>
                <a:latin typeface="맑은 고딕" panose="020B0503020000020004" pitchFamily="50" charset="-127"/>
                <a:ea typeface="맑은 고딕" panose="020B0503020000020004" pitchFamily="50" charset="-127"/>
              </a:rPr>
              <a:t>(2)</a:t>
            </a: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endParaRPr lang="ko-KR" altLang="en-US" sz="2400" dirty="0">
              <a:solidFill>
                <a:srgbClr val="FFFFFF">
                  <a:lumMod val="95000"/>
                </a:srgbClr>
              </a:solidFill>
              <a:latin typeface="맑은 고딕" panose="020B0503020000020004" pitchFamily="50" charset="-127"/>
              <a:ea typeface="맑은 고딕" panose="020B0503020000020004" pitchFamily="50" charset="-127"/>
              <a:cs typeface="+mn-cs"/>
            </a:endParaRPr>
          </a:p>
        </p:txBody>
      </p:sp>
      <p:sp>
        <p:nvSpPr>
          <p:cNvPr id="2" name="TextBox 1">
            <a:extLst>
              <a:ext uri="{FF2B5EF4-FFF2-40B4-BE49-F238E27FC236}">
                <a16:creationId xmlns:a16="http://schemas.microsoft.com/office/drawing/2014/main" id="{021ED289-8DD9-8259-B3B8-CF1BA44A2CE5}"/>
              </a:ext>
            </a:extLst>
          </p:cNvPr>
          <p:cNvSpPr txBox="1"/>
          <p:nvPr/>
        </p:nvSpPr>
        <p:spPr>
          <a:xfrm>
            <a:off x="1391355" y="2680743"/>
            <a:ext cx="6477000" cy="400110"/>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RESPONSIVE</a:t>
            </a:r>
            <a:r>
              <a:rPr lang="en-US" altLang="ko-KR" sz="2000" dirty="0">
                <a:solidFill>
                  <a:srgbClr val="FFFFFF">
                    <a:lumMod val="95000"/>
                  </a:srgbClr>
                </a:solidFill>
                <a:latin typeface="Malgun Gothic" panose="020B0503020000020004" pitchFamily="50" charset="-127"/>
                <a:ea typeface="맑은 고딕" panose="020B0503020000020004" pitchFamily="50" charset="-127"/>
                <a:cs typeface="+mn-cs"/>
              </a:rPr>
              <a:t> </a:t>
            </a:r>
            <a:r>
              <a:rPr lang="en-US" altLang="ko-KR" sz="2000" dirty="0">
                <a:solidFill>
                  <a:schemeClr val="bg1"/>
                </a:solidFill>
                <a:latin typeface="Malgun Gothic" panose="020B0503020000020004" pitchFamily="50" charset="-127"/>
                <a:ea typeface="맑은 고딕" panose="020B0503020000020004" pitchFamily="50" charset="-127"/>
              </a:rPr>
              <a:t>READING</a:t>
            </a:r>
            <a:endParaRPr lang="ko-KR" altLang="en-US" sz="2000" dirty="0">
              <a:solidFill>
                <a:srgbClr val="FFFFFF">
                  <a:lumMod val="95000"/>
                </a:srgbClr>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6777601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a:extLst>
            <a:ext uri="{FF2B5EF4-FFF2-40B4-BE49-F238E27FC236}">
              <a16:creationId xmlns:a16="http://schemas.microsoft.com/office/drawing/2014/main" id="{D90A93DF-CF38-5236-AE00-378E0CDC881A}"/>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7FAC5153-0A3D-0D4E-858B-42FDB626CE7A}"/>
              </a:ext>
            </a:extLst>
          </p:cNvPr>
          <p:cNvSpPr>
            <a:spLocks noChangeAspect="1"/>
          </p:cNvSpPr>
          <p:nvPr/>
        </p:nvSpPr>
        <p:spPr bwMode="auto">
          <a:xfrm>
            <a:off x="228600" y="285750"/>
            <a:ext cx="8686800" cy="4572000"/>
          </a:xfrm>
          <a:prstGeom prst="round2DiagRect">
            <a:avLst/>
          </a:prstGeom>
          <a:solidFill>
            <a:schemeClr val="tx1">
              <a:alpha val="70000"/>
            </a:schemeClr>
          </a:solidFill>
          <a:ln w="0" cap="flat" cmpd="sng" algn="ctr">
            <a:noFill/>
            <a:prstDash val="solid"/>
            <a:round/>
            <a:headEnd type="none" w="med" len="med"/>
            <a:tailEnd type="none" w="med" len="med"/>
          </a:ln>
          <a:effectLst/>
        </p:spPr>
        <p:txBody>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17BE7E89-774E-1319-4A48-AE213C8FF02D}"/>
              </a:ext>
            </a:extLst>
          </p:cNvPr>
          <p:cNvSpPr txBox="1"/>
          <p:nvPr/>
        </p:nvSpPr>
        <p:spPr>
          <a:xfrm>
            <a:off x="838200" y="760399"/>
            <a:ext cx="7696200" cy="2320443"/>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endParaRPr lang="en-US" altLang="ko-KR" sz="3600"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br>
              <a:rPr lang="en-US" altLang="ko-KR" sz="3600" dirty="0">
                <a:solidFill>
                  <a:srgbClr val="FFFFFF">
                    <a:lumMod val="95000"/>
                  </a:srgbClr>
                </a:solidFill>
                <a:latin typeface="맑은 고딕" panose="020B0503020000020004" pitchFamily="50" charset="-127"/>
                <a:ea typeface="맑은 고딕" panose="020B0503020000020004" pitchFamily="50" charset="-127"/>
              </a:rPr>
            </a:b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a:t>
            </a:r>
            <a:endParaRPr lang="en-US" altLang="ko-KR" sz="3200" b="1" dirty="0">
              <a:solidFill>
                <a:srgbClr val="FFFFFF">
                  <a:lumMod val="95000"/>
                </a:srgbClr>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570639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70000"/>
            <a:lum/>
          </a:blip>
          <a:srcRect/>
          <a:stretch>
            <a:fillRect t="-9000" b="-9000"/>
          </a:stretch>
        </a:blipFill>
        <a:effectLst/>
      </p:bgPr>
    </p:bg>
    <p:spTree>
      <p:nvGrpSpPr>
        <p:cNvPr id="1" name="">
          <a:extLst>
            <a:ext uri="{FF2B5EF4-FFF2-40B4-BE49-F238E27FC236}">
              <a16:creationId xmlns:a16="http://schemas.microsoft.com/office/drawing/2014/main" id="{2713AD69-4360-1264-A671-F9949112DFB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B472654C-8360-F147-9CDD-170F9259573A}"/>
              </a:ext>
            </a:extLst>
          </p:cNvPr>
          <p:cNvSpPr>
            <a:spLocks noChangeAspect="1"/>
          </p:cNvSpPr>
          <p:nvPr/>
        </p:nvSpPr>
        <p:spPr bwMode="auto">
          <a:xfrm>
            <a:off x="225778" y="285750"/>
            <a:ext cx="8689622" cy="4572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85BE1914-3B1A-9B69-7A39-45AA85959226}"/>
              </a:ext>
            </a:extLst>
          </p:cNvPr>
          <p:cNvSpPr txBox="1"/>
          <p:nvPr/>
        </p:nvSpPr>
        <p:spPr>
          <a:xfrm>
            <a:off x="838200" y="662766"/>
            <a:ext cx="7772400" cy="3071034"/>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t>
            </a:r>
            <a:r>
              <a:rPr lang="ko-KR" altLang="en-US" sz="2000" b="1" dirty="0">
                <a:solidFill>
                  <a:schemeClr val="bg1"/>
                </a:solidFill>
                <a:latin typeface="맑은 고딕" panose="020B0503020000020004" pitchFamily="50" charset="-127"/>
                <a:ea typeface="맑은 고딕" panose="020B0503020000020004" pitchFamily="50" charset="-127"/>
              </a:rPr>
              <a:t>다같이</a:t>
            </a:r>
            <a:r>
              <a:rPr lang="en-US" altLang="ko-KR" sz="2000" b="1" dirty="0">
                <a:solidFill>
                  <a:schemeClr val="bg1"/>
                </a:solidFill>
                <a:latin typeface="맑은 고딕" panose="020B0503020000020004" pitchFamily="50" charset="-127"/>
                <a:ea typeface="맑은 고딕" panose="020B0503020000020004" pitchFamily="50" charset="-127"/>
              </a:rPr>
              <a:t>]</a:t>
            </a:r>
          </a:p>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{{RES_KO_LAST}}</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a:lnSpc>
                <a:spcPct val="110000"/>
              </a:lnSpc>
              <a:defRPr/>
            </a:pP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     </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아멘</a:t>
            </a:r>
            <a:r>
              <a:rPr lang="en-US" altLang="ko-KR" sz="3200" dirty="0">
                <a:solidFill>
                  <a:schemeClr val="bg1"/>
                </a:solidFill>
                <a:latin typeface="맑은 고딕" panose="020B0503020000020004" pitchFamily="50" charset="-127"/>
                <a:ea typeface="맑은 고딕" panose="020B0503020000020004" pitchFamily="50" charset="-127"/>
              </a:rPr>
              <a:t>-</a:t>
            </a:r>
            <a:endParaRPr lang="en-US" altLang="ko-KR" sz="32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endParaRPr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[Altogether]</a:t>
            </a:r>
            <a:endParaRPr kumimoji="0"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{{RES_EN_LAST}}</a:t>
            </a:r>
          </a:p>
          <a:p>
            <a:pPr>
              <a:lnSpc>
                <a:spcPct val="110000"/>
              </a:lnSpc>
              <a:defRPr/>
            </a:pPr>
            <a:r>
              <a:rPr kumimoji="0" lang="en-US" altLang="ko-KR" sz="2400" dirty="0">
                <a:solidFill>
                  <a:schemeClr val="bg1"/>
                </a:solidFill>
                <a:latin typeface="맑은 고딕" panose="020B0503020000020004" pitchFamily="50" charset="-127"/>
                <a:ea typeface="맑은 고딕" panose="020B0503020000020004" pitchFamily="50" charset="-127"/>
              </a:rPr>
              <a:t>                                                          - Amen-</a:t>
            </a:r>
            <a:endParaRPr kumimoji="0" lang="ko-KR" altLang="en-US" sz="2400" dirty="0">
              <a:solidFill>
                <a:schemeClr val="bg1"/>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683291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4" name="TextBox 3"/>
          <p:cNvSpPr txBox="1"/>
          <p:nvPr/>
        </p:nvSpPr>
        <p:spPr>
          <a:xfrm>
            <a:off x="304800" y="242635"/>
            <a:ext cx="4267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5400" dirty="0">
                <a:solidFill>
                  <a:schemeClr val="bg1"/>
                </a:solidFill>
                <a:latin typeface="Malgun Gothic" panose="020B0503020000020004" pitchFamily="50" charset="-127"/>
                <a:ea typeface="HYPMokGak-Bold" pitchFamily="18" charset="-127"/>
              </a:rPr>
              <a:t>사 도 신 경</a:t>
            </a:r>
            <a:endParaRPr lang="ko-KR" altLang="en-US" sz="5400" dirty="0">
              <a:latin typeface="Malgun Gothic" panose="020B0503020000020004" pitchFamily="50" charset="-127"/>
              <a:ea typeface="맑은 고딕" panose="020B0503020000020004" pitchFamily="50" charset="-127"/>
            </a:endParaRPr>
          </a:p>
        </p:txBody>
      </p:sp>
      <p:sp>
        <p:nvSpPr>
          <p:cNvPr id="6" name="TextBox 5"/>
          <p:cNvSpPr txBox="1"/>
          <p:nvPr/>
        </p:nvSpPr>
        <p:spPr>
          <a:xfrm>
            <a:off x="507642" y="1170113"/>
            <a:ext cx="7381848"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전능하신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천지의 창조주를 믿습니다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F9041F5-0BF1-041E-3C9B-E869DD6BDD1A}"/>
              </a:ext>
            </a:extLst>
          </p:cNvPr>
          <p:cNvSpPr txBox="1"/>
          <p:nvPr/>
        </p:nvSpPr>
        <p:spPr>
          <a:xfrm>
            <a:off x="3810000" y="704300"/>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APOSTLES CREED</a:t>
            </a:r>
            <a:endParaRPr lang="ko-KR" altLang="en-US" sz="2000" dirty="0">
              <a:solidFill>
                <a:schemeClr val="bg1"/>
              </a:solidFill>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E9153377-43EA-2933-6FA9-7A97F9EDEC24}"/>
              </a:ext>
            </a:extLst>
          </p:cNvPr>
          <p:cNvSpPr txBox="1"/>
          <p:nvPr/>
        </p:nvSpPr>
        <p:spPr>
          <a:xfrm>
            <a:off x="609600" y="3505862"/>
            <a:ext cx="7381848"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I believe in God, the Father Almighty, </a:t>
            </a:r>
          </a:p>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Maker of Heaven and Earth</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85139"/>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그의 유일하신 아들</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우리 주 예수 그리스도를</a:t>
            </a: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믿습니다</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그는 성령으로 잉태되어</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A5DB29BE-4C5A-F33F-4487-591663E02910}"/>
              </a:ext>
            </a:extLst>
          </p:cNvPr>
          <p:cNvSpPr txBox="1"/>
          <p:nvPr/>
        </p:nvSpPr>
        <p:spPr>
          <a:xfrm>
            <a:off x="609600" y="27241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And in Jesus Christ, his only Son,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Our Lord, who was conceived by the Holy Spirit</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C4DD38DD-2396-F562-13BC-F8AE360B5235}"/>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19A25368-7879-6B35-4D6B-35B286DF408C}"/>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79CB508-1500-E307-E590-B9FB673C32CD}"/>
              </a:ext>
            </a:extLst>
          </p:cNvPr>
          <p:cNvSpPr txBox="1"/>
          <p:nvPr/>
        </p:nvSpPr>
        <p:spPr>
          <a:xfrm>
            <a:off x="609600" y="2857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동정녀 마리아에게서 나시고</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err="1">
                <a:solidFill>
                  <a:schemeClr val="bg1"/>
                </a:solidFill>
                <a:latin typeface="맑은 고딕" panose="020B0503020000020004" pitchFamily="50" charset="-127"/>
                <a:ea typeface="맑은 고딕" panose="020B0503020000020004" pitchFamily="50" charset="-127"/>
              </a:rPr>
              <a:t>본디오</a:t>
            </a:r>
            <a:r>
              <a:rPr lang="ko-KR" altLang="en-US" sz="3200" dirty="0">
                <a:solidFill>
                  <a:schemeClr val="bg1"/>
                </a:solidFill>
                <a:latin typeface="맑은 고딕" panose="020B0503020000020004" pitchFamily="50" charset="-127"/>
                <a:ea typeface="맑은 고딕" panose="020B0503020000020004" pitchFamily="50" charset="-127"/>
              </a:rPr>
              <a:t> </a:t>
            </a:r>
            <a:r>
              <a:rPr lang="ko-KR" altLang="en-US" sz="3200" dirty="0" err="1">
                <a:solidFill>
                  <a:schemeClr val="bg1"/>
                </a:solidFill>
                <a:latin typeface="맑은 고딕" panose="020B0503020000020004" pitchFamily="50" charset="-127"/>
                <a:ea typeface="맑은 고딕" panose="020B0503020000020004" pitchFamily="50" charset="-127"/>
              </a:rPr>
              <a:t>빌라도에게</a:t>
            </a:r>
            <a:r>
              <a:rPr lang="ko-KR" altLang="en-US" sz="3200" dirty="0">
                <a:solidFill>
                  <a:schemeClr val="bg1"/>
                </a:solidFill>
                <a:latin typeface="맑은 고딕" panose="020B0503020000020004" pitchFamily="50" charset="-127"/>
                <a:ea typeface="맑은 고딕" panose="020B0503020000020004" pitchFamily="50" charset="-127"/>
              </a:rPr>
              <a:t> 고난을 받아</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십자가에 못 박혀 죽으시고</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343E31D5-9B1D-6A42-F9D2-88922619E4C9}"/>
              </a:ext>
            </a:extLst>
          </p:cNvPr>
          <p:cNvSpPr txBox="1"/>
          <p:nvPr/>
        </p:nvSpPr>
        <p:spPr>
          <a:xfrm>
            <a:off x="685800" y="265132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Born of the Virgin Mary,</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Suffered Pontius Pilate,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Was crucified, died, and buried</a:t>
            </a:r>
          </a:p>
        </p:txBody>
      </p:sp>
    </p:spTree>
    <p:extLst>
      <p:ext uri="{BB962C8B-B14F-4D97-AF65-F5344CB8AC3E}">
        <p14:creationId xmlns:p14="http://schemas.microsoft.com/office/powerpoint/2010/main" val="35745363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A1A6BFCF-0362-A205-4BBC-226EEEB66BD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9CC4E733-17A0-080B-F966-BFB6F08B5C73}"/>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D5B74DE2-29A6-B5AE-970B-D37D3976A43D}"/>
              </a:ext>
            </a:extLst>
          </p:cNvPr>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장사된 지 사흘 만에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 가운데서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다시 살아나셨으며</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86079091-F514-1F56-16C9-0FADE283CB8B}"/>
              </a:ext>
            </a:extLst>
          </p:cNvPr>
          <p:cNvSpPr txBox="1"/>
          <p:nvPr/>
        </p:nvSpPr>
        <p:spPr>
          <a:xfrm>
            <a:off x="628816" y="2674355"/>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He descended into hell;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On the third day he rose again</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From the dead</a:t>
            </a:r>
          </a:p>
        </p:txBody>
      </p:sp>
    </p:spTree>
    <p:extLst>
      <p:ext uri="{BB962C8B-B14F-4D97-AF65-F5344CB8AC3E}">
        <p14:creationId xmlns:p14="http://schemas.microsoft.com/office/powerpoint/2010/main" val="15203843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하늘에 오르시어 전능하신</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 우편에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앉아 계시다가</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105AE26A-F002-A6DF-CF7C-C915B25B349D}"/>
              </a:ext>
            </a:extLst>
          </p:cNvPr>
          <p:cNvSpPr txBox="1"/>
          <p:nvPr/>
        </p:nvSpPr>
        <p:spPr>
          <a:xfrm>
            <a:off x="685800" y="2670379"/>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He ascended into heaven,</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was seated at the right hand of God the Father Almighty</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47700" y="5143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거기로부터 살아 있는 자와</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자를 심판하러 오십니다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7A8E8593-70BE-6CB0-5E0F-19F462510502}"/>
              </a:ext>
            </a:extLst>
          </p:cNvPr>
          <p:cNvSpPr txBox="1"/>
          <p:nvPr/>
        </p:nvSpPr>
        <p:spPr>
          <a:xfrm>
            <a:off x="685800" y="26479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From there he will come to </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Judge the living and the dead</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38130ABE-6C96-A385-0241-C7DAED3F7411}"/>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CF3BEEC2-2797-91B1-CC67-08BC4D4F06B2}"/>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947659F7-EE12-861E-8DDB-FA6E83893879}"/>
              </a:ext>
            </a:extLst>
          </p:cNvPr>
          <p:cNvSpPr txBox="1"/>
          <p:nvPr/>
        </p:nvSpPr>
        <p:spPr>
          <a:xfrm>
            <a:off x="647700" y="294203"/>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성령을 믿으며</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거룩한 공교회와 </a:t>
            </a:r>
            <a:br>
              <a:rPr lang="en-US" altLang="ko-KR" sz="3200" dirty="0">
                <a:solidFill>
                  <a:schemeClr val="bg1"/>
                </a:solidFill>
                <a:latin typeface="맑은 고딕" panose="020B0503020000020004" pitchFamily="50" charset="-127"/>
                <a:ea typeface="맑은 고딕" panose="020B0503020000020004" pitchFamily="50" charset="-127"/>
              </a:rPr>
            </a:br>
            <a:r>
              <a:rPr lang="ko-KR" altLang="en-US" sz="3200" dirty="0">
                <a:solidFill>
                  <a:schemeClr val="bg1"/>
                </a:solidFill>
                <a:latin typeface="맑은 고딕" panose="020B0503020000020004" pitchFamily="50" charset="-127"/>
                <a:ea typeface="맑은 고딕" panose="020B0503020000020004" pitchFamily="50" charset="-127"/>
              </a:rPr>
              <a:t>성도의 교제와</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651A20AD-1AE9-2FF3-658B-8AE62221AB10}"/>
              </a:ext>
            </a:extLst>
          </p:cNvPr>
          <p:cNvSpPr txBox="1"/>
          <p:nvPr/>
        </p:nvSpPr>
        <p:spPr>
          <a:xfrm>
            <a:off x="685800" y="2724150"/>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believe in the Holy Spirit</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Holy Universal Church</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communion of saints</a:t>
            </a:r>
          </a:p>
        </p:txBody>
      </p:sp>
    </p:spTree>
    <p:extLst>
      <p:ext uri="{BB962C8B-B14F-4D97-AF65-F5344CB8AC3E}">
        <p14:creationId xmlns:p14="http://schemas.microsoft.com/office/powerpoint/2010/main" val="10332450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6AAB8254-224E-3308-AD6E-E47063170DF2}"/>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373EA2D7-F6FE-3E4C-3F87-1D88F9C3A2E0}"/>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E79FFE30-D2C5-5643-6B1E-052C04EDA7BD}"/>
              </a:ext>
            </a:extLst>
          </p:cNvPr>
          <p:cNvSpPr txBox="1"/>
          <p:nvPr/>
        </p:nvSpPr>
        <p:spPr>
          <a:xfrm>
            <a:off x="647700" y="363453"/>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죄를 용서받는 것과</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몸의 부활과 영생을 믿습니다</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         아 멘</a:t>
            </a:r>
          </a:p>
        </p:txBody>
      </p:sp>
      <p:sp>
        <p:nvSpPr>
          <p:cNvPr id="2" name="TextBox 1">
            <a:extLst>
              <a:ext uri="{FF2B5EF4-FFF2-40B4-BE49-F238E27FC236}">
                <a16:creationId xmlns:a16="http://schemas.microsoft.com/office/drawing/2014/main" id="{D0C048C5-160F-0C15-63BD-3A976630A220}"/>
              </a:ext>
            </a:extLst>
          </p:cNvPr>
          <p:cNvSpPr txBox="1"/>
          <p:nvPr/>
        </p:nvSpPr>
        <p:spPr>
          <a:xfrm>
            <a:off x="679505" y="2566877"/>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forgiveness of sins,</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resurrection of the body,</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life everlasting.			       Amen</a:t>
            </a:r>
          </a:p>
        </p:txBody>
      </p:sp>
    </p:spTree>
    <p:extLst>
      <p:ext uri="{BB962C8B-B14F-4D97-AF65-F5344CB8AC3E}">
        <p14:creationId xmlns:p14="http://schemas.microsoft.com/office/powerpoint/2010/main" val="24844446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0">
          <a:blip r:embed="rId2">
            <a:alphaModFix amt="50000"/>
            <a:lum/>
          </a:blip>
          <a:srcRect/>
          <a:stretch>
            <a:fillRect r="-33000"/>
          </a:stretch>
        </a:blipFill>
        <a:effectLst/>
      </p:bgPr>
    </p:bg>
    <p:spTree>
      <p:nvGrpSpPr>
        <p:cNvPr id="1" name=""/>
        <p:cNvGrpSpPr/>
        <p:nvPr/>
      </p:nvGrpSpPr>
      <p:grpSpPr>
        <a:xfrm>
          <a:off x="0" y="0"/>
          <a:ext cx="0" cy="0"/>
          <a:chOff x="0" y="0"/>
          <a:chExt cx="0" cy="0"/>
        </a:xfrm>
      </p:grpSpPr>
      <p:sp>
        <p:nvSpPr>
          <p:cNvPr id="3" name="직사각형 2"/>
          <p:cNvSpPr/>
          <p:nvPr/>
        </p:nvSpPr>
        <p:spPr bwMode="auto">
          <a:xfrm>
            <a:off x="-762000" y="0"/>
            <a:ext cx="9906000" cy="424732"/>
          </a:xfrm>
          <a:prstGeom prst="rect">
            <a:avLst/>
          </a:prstGeom>
          <a:noFill/>
          <a:ln w="9525">
            <a:noFill/>
            <a:miter lim="800000"/>
            <a:headEnd/>
            <a:tailEnd/>
          </a:ln>
        </p:spPr>
        <p:txBody>
          <a:bodyPr wrap="square" rtlCol="0" anchor="ctr">
            <a:spAutoFit/>
          </a:bodyPr>
          <a:lstStyle/>
          <a:p>
            <a:pPr algn="just">
              <a:lnSpc>
                <a:spcPct val="80000"/>
              </a:lnSpc>
              <a:spcBef>
                <a:spcPct val="20000"/>
              </a:spcBef>
            </a:pPr>
            <a:endParaRPr lang="ko-KR" altLang="en-US" b="1" dirty="0">
              <a:solidFill>
                <a:schemeClr val="bg1"/>
              </a:solidFill>
              <a:latin typeface="맑은 고딕" panose="020B0503020000020004" pitchFamily="50" charset="-127"/>
              <a:ea typeface="맑은 고딕" panose="020B0503020000020004" pitchFamily="50" charset="-127"/>
            </a:endParaRPr>
          </a:p>
        </p:txBody>
      </p:sp>
      <p:sp>
        <p:nvSpPr>
          <p:cNvPr id="173058" name="제목 1"/>
          <p:cNvSpPr>
            <a:spLocks noGrp="1"/>
          </p:cNvSpPr>
          <p:nvPr>
            <p:ph type="title"/>
          </p:nvPr>
        </p:nvSpPr>
        <p:spPr>
          <a:xfrm>
            <a:off x="533400" y="895350"/>
            <a:ext cx="5791200" cy="781050"/>
          </a:xfrm>
          <a:effectLst>
            <a:outerShdw blurRad="50800" dist="38100" dir="2700000" algn="tl" rotWithShape="0">
              <a:prstClr val="black">
                <a:alpha val="40000"/>
              </a:prstClr>
            </a:outerShdw>
          </a:effectLst>
        </p:spPr>
        <p:txBody>
          <a:bodyPr/>
          <a:lstStyle/>
          <a:p>
            <a:r>
              <a:rPr lang="ko-KR" altLang="en-US" sz="6600" b="1" spc="300" dirty="0">
                <a:solidFill>
                  <a:srgbClr val="351717"/>
                </a:solidFill>
                <a:latin typeface="Malgun Gothic" panose="020B0503020000020004" pitchFamily="50" charset="-127"/>
              </a:rPr>
              <a:t>참  회  기  도</a:t>
            </a:r>
          </a:p>
        </p:txBody>
      </p:sp>
      <p:sp>
        <p:nvSpPr>
          <p:cNvPr id="2" name="TextBox 1">
            <a:extLst>
              <a:ext uri="{FF2B5EF4-FFF2-40B4-BE49-F238E27FC236}">
                <a16:creationId xmlns:a16="http://schemas.microsoft.com/office/drawing/2014/main" id="{9C07CCD1-3FB3-FC94-B145-313638EE4A5D}"/>
              </a:ext>
            </a:extLst>
          </p:cNvPr>
          <p:cNvSpPr txBox="1"/>
          <p:nvPr/>
        </p:nvSpPr>
        <p:spPr>
          <a:xfrm>
            <a:off x="714022" y="2038350"/>
            <a:ext cx="3508022"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b="1" dirty="0">
                <a:solidFill>
                  <a:srgbClr val="431D1D"/>
                </a:solidFill>
                <a:latin typeface="Malgun Gothic" panose="020B0503020000020004" pitchFamily="50" charset="-127"/>
                <a:ea typeface="맑은 고딕" panose="020B0503020000020004" pitchFamily="50" charset="-127"/>
              </a:rPr>
              <a:t>PRAYER OF CONFESSION</a:t>
            </a:r>
            <a:endParaRPr lang="ko-KR" altLang="en-US" sz="2000" b="1" dirty="0">
              <a:solidFill>
                <a:srgbClr val="431D1D"/>
              </a:solidFill>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r>
              <a:rPr kumimoji="1" lang="en-US" altLang="ko-KR" sz="36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HYMN1</a:t>
            </a: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solidFill>
                  <a:srgbClr val="0C0C32"/>
                </a:solidFill>
                <a:latin typeface="Malgun Gothic" panose="020B0503020000020004" pitchFamily="50" charset="-127"/>
                <a:ea typeface="맑은 고딕" panose="020B0503020000020004" pitchFamily="50" charset="-127"/>
              </a:rPr>
              <a:t>WORSHIP</a:t>
            </a:r>
            <a:r>
              <a:rPr lang="en-US" altLang="ko-KR" sz="2000" dirty="0">
                <a:solidFill>
                  <a:srgbClr val="0C0C32"/>
                </a:solidFill>
                <a:latin typeface="Malgun Gothic" panose="020B0503020000020004" pitchFamily="50" charset="-127"/>
                <a:ea typeface="맑은 고딕" panose="020B0503020000020004" pitchFamily="50" charset="-127"/>
              </a:rPr>
              <a:t> HYMN</a:t>
            </a:r>
            <a:endParaRPr lang="ko-KR" altLang="en-US" sz="2000" dirty="0">
              <a:solidFill>
                <a:srgbClr val="0C0C32"/>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991381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75000"/>
            <a:lum/>
          </a:blip>
          <a:srcRect/>
          <a:stretch>
            <a:fillRect l="-29000" t="-13000" b="-15000"/>
          </a:stretch>
        </a:blipFill>
        <a:effectLst/>
      </p:bgPr>
    </p:bg>
    <p:spTree>
      <p:nvGrpSpPr>
        <p:cNvPr id="1" name="">
          <a:extLst>
            <a:ext uri="{FF2B5EF4-FFF2-40B4-BE49-F238E27FC236}">
              <a16:creationId xmlns:a16="http://schemas.microsoft.com/office/drawing/2014/main" id="{F7A94C5A-FDBC-B653-C9EC-78A02E97F966}"/>
            </a:ext>
          </a:extLst>
        </p:cNvPr>
        <p:cNvGrpSpPr/>
        <p:nvPr/>
      </p:nvGrpSpPr>
      <p:grpSpPr>
        <a:xfrm>
          <a:off x="0" y="0"/>
          <a:ext cx="0" cy="0"/>
          <a:chOff x="0" y="0"/>
          <a:chExt cx="0" cy="0"/>
        </a:xfrm>
      </p:grpSpPr>
      <p:sp>
        <p:nvSpPr>
          <p:cNvPr id="8" name="대각선 방향의 모서리가 둥근 사각형 7">
            <a:extLst>
              <a:ext uri="{FF2B5EF4-FFF2-40B4-BE49-F238E27FC236}">
                <a16:creationId xmlns:a16="http://schemas.microsoft.com/office/drawing/2014/main" id="{04EA1B12-99BD-6161-C435-D2A6FC64B5A3}"/>
              </a:ext>
            </a:extLst>
          </p:cNvPr>
          <p:cNvSpPr>
            <a:spLocks noChangeAspect="1"/>
          </p:cNvSpPr>
          <p:nvPr/>
        </p:nvSpPr>
        <p:spPr bwMode="auto">
          <a:xfrm>
            <a:off x="381000" y="335056"/>
            <a:ext cx="8382000" cy="4495800"/>
          </a:xfrm>
          <a:prstGeom prst="round2DiagRect">
            <a:avLst/>
          </a:prstGeom>
          <a:solidFill>
            <a:srgbClr val="002060">
              <a:alpha val="3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a:extLst>
              <a:ext uri="{FF2B5EF4-FFF2-40B4-BE49-F238E27FC236}">
                <a16:creationId xmlns:a16="http://schemas.microsoft.com/office/drawing/2014/main" id="{9BF2C300-F6CD-E0B9-E7A7-6AD35ADD6CC2}"/>
              </a:ext>
            </a:extLst>
          </p:cNvPr>
          <p:cNvSpPr>
            <a:spLocks noGrp="1" noChangeArrowheads="1"/>
          </p:cNvSpPr>
          <p:nvPr>
            <p:ph type="title"/>
          </p:nvPr>
        </p:nvSpPr>
        <p:spPr>
          <a:xfrm>
            <a:off x="1600200" y="742950"/>
            <a:ext cx="5756822" cy="857250"/>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bg1"/>
                </a:solidFill>
                <a:latin typeface="Malgun Gothic" panose="020B0503020000020004" pitchFamily="50" charset="-127"/>
              </a:rPr>
              <a:t>대  표  기  도</a:t>
            </a:r>
          </a:p>
        </p:txBody>
      </p:sp>
      <p:sp>
        <p:nvSpPr>
          <p:cNvPr id="187396" name="Rectangle 4">
            <a:extLst>
              <a:ext uri="{FF2B5EF4-FFF2-40B4-BE49-F238E27FC236}">
                <a16:creationId xmlns:a16="http://schemas.microsoft.com/office/drawing/2014/main" id="{729B1DD1-6CA1-5495-A496-19DD82B11462}"/>
              </a:ext>
            </a:extLst>
          </p:cNvPr>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ACF60089-94DB-F76A-D972-C430DDA93E00}"/>
              </a:ext>
            </a:extLst>
          </p:cNvPr>
          <p:cNvSpPr txBox="1"/>
          <p:nvPr/>
        </p:nvSpPr>
        <p:spPr bwMode="auto">
          <a:xfrm>
            <a:off x="1123982" y="2879034"/>
            <a:ext cx="7086600"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lang="en-US" altLang="ko-KR" sz="4000" dirty="0">
                <a:solidFill>
                  <a:srgbClr val="FFFFFF"/>
                </a:solidFill>
                <a:latin typeface="Malgun Gothic" panose="020B0503020000020004" pitchFamily="50" charset="-127"/>
                <a:ea typeface="맑은 고딕" panose="020B0503020000020004" pitchFamily="50" charset="-127"/>
              </a:rPr>
              <a:t>{{PRAYER}}</a:t>
            </a:r>
            <a:endPar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C2DA80D-9503-4610-3526-5D6A1BF511AD}"/>
              </a:ext>
            </a:extLst>
          </p:cNvPr>
          <p:cNvSpPr txBox="1"/>
          <p:nvPr/>
        </p:nvSpPr>
        <p:spPr>
          <a:xfrm>
            <a:off x="2796911" y="1808039"/>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CONGREGATIONAL PRAYER</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1455620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36E39660-E8EE-0A86-1381-13D097F1EED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62456C39-268B-4089-97DB-97B9E93BE110}"/>
              </a:ext>
            </a:extLst>
          </p:cNvPr>
          <p:cNvSpPr>
            <a:spLocks noChangeAspect="1"/>
          </p:cNvSpPr>
          <p:nvPr/>
        </p:nvSpPr>
        <p:spPr bwMode="auto">
          <a:xfrm>
            <a:off x="1143000" y="1352550"/>
            <a:ext cx="6858000" cy="32004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8772D59-ED31-DC51-6046-8D469D1A566B}"/>
              </a:ext>
            </a:extLst>
          </p:cNvPr>
          <p:cNvSpPr txBox="1"/>
          <p:nvPr/>
        </p:nvSpPr>
        <p:spPr>
          <a:xfrm>
            <a:off x="1371600" y="3235332"/>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김은호 </a:t>
            </a:r>
            <a:r>
              <a:rPr lang="ko-KR" altLang="en-US" sz="2400" b="1" dirty="0">
                <a:solidFill>
                  <a:srgbClr val="FFFFFF"/>
                </a:solidFill>
                <a:latin typeface="Malgun Gothic" panose="020B0503020000020004" pitchFamily="50" charset="-127"/>
                <a:ea typeface="맑은 고딕" panose="020B0503020000020004" pitchFamily="50" charset="-127"/>
              </a:rPr>
              <a:t>전도</a:t>
            </a: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
        <p:nvSpPr>
          <p:cNvPr id="1937410" name="Rectangle 2">
            <a:extLst>
              <a:ext uri="{FF2B5EF4-FFF2-40B4-BE49-F238E27FC236}">
                <a16:creationId xmlns:a16="http://schemas.microsoft.com/office/drawing/2014/main" id="{31D12950-4BE1-F906-39D4-CD3E310F548D}"/>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45B4A10A-1A78-B142-4CC9-24380773B863}"/>
              </a:ext>
            </a:extLst>
          </p:cNvPr>
          <p:cNvSpPr txBox="1"/>
          <p:nvPr/>
        </p:nvSpPr>
        <p:spPr>
          <a:xfrm>
            <a:off x="1371600" y="2039381"/>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en-US" altLang="ko-KR" sz="4000" b="1" i="0" u="none" strike="noStrike" kern="1200" cap="none" spc="0" normalizeH="0" baseline="0" dirty="0">
                <a:ln>
                  <a:noFill/>
                </a:ln>
                <a:solidFill>
                  <a:srgbClr val="FFFFFF"/>
                </a:solidFill>
                <a:effectLst/>
                <a:uLnTx/>
                <a:uFillTx/>
                <a:latin typeface="맑은 고딕" panose="020B0503020000020004" pitchFamily="50" charset="-127"/>
                <a:ea typeface="맑은 고딕" panose="020B0503020000020004" pitchFamily="50" charset="-127"/>
              </a:rPr>
              <a:t>{{SERMON_TITLE2}}</a:t>
            </a:r>
            <a:r>
              <a:rPr kumimoji="1" lang="ko-KR" altLang="en-US"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0BFB7C2-42C1-50C8-EBC5-49FD2533A455}"/>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1105451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533400" y="438150"/>
            <a:ext cx="8077200" cy="4343400"/>
          </a:xfrm>
          <a:prstGeom prst="round2DiagRect">
            <a:avLst>
              <a:gd name="adj1" fmla="val 16667"/>
              <a:gd name="adj2" fmla="val 0"/>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919104"/>
            <a:ext cx="6477000" cy="1243013"/>
          </a:xfrm>
          <a:effectLst>
            <a:outerShdw blurRad="50800" dist="38100" dir="2700000" algn="tl" rotWithShape="0">
              <a:prstClr val="black">
                <a:alpha val="40000"/>
              </a:prstClr>
            </a:outerShdw>
          </a:effectLst>
        </p:spPr>
        <p:txBody>
          <a:bodyPr/>
          <a:lstStyle/>
          <a:p>
            <a:pPr eaLnBrk="1" hangingPunct="1"/>
            <a:r>
              <a:rPr lang="ko-KR" altLang="en-US" sz="60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739728" y="2117233"/>
            <a:ext cx="3740743" cy="369332"/>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latin typeface="Malgun Gothic" panose="020B0503020000020004" pitchFamily="50" charset="-127"/>
                <a:ea typeface="맑은 고딕" panose="020B0503020000020004" pitchFamily="50" charset="-127"/>
              </a:rPr>
              <a:t>SCRIPTURE READING</a:t>
            </a:r>
            <a:endParaRPr lang="ko-KR" altLang="en-US" sz="1800" dirty="0">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762000" y="2612265"/>
            <a:ext cx="76200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eaLnBrk="1" hangingPunct="1">
              <a:lnSpc>
                <a:spcPct val="150000"/>
              </a:lnSpc>
              <a:spcBef>
                <a:spcPts val="300"/>
              </a:spcBef>
            </a:pPr>
            <a:r>
              <a:rPr lang="en-US" altLang="ko-KR" sz="3200" b="1" dirty="0">
                <a:solidFill>
                  <a:schemeClr val="tx1"/>
                </a:solidFill>
                <a:latin typeface="Malgun Gothic" panose="020B0503020000020004" pitchFamily="50" charset="-127"/>
                <a:ea typeface="맑은 고딕" panose="020B0503020000020004" pitchFamily="50" charset="-127"/>
              </a:rPr>
              <a:t>{{SCRIPTURE_KO_EN}}</a:t>
            </a:r>
            <a:br>
              <a:rPr lang="en-US" altLang="ko-KR" sz="3200" b="1">
                <a:solidFill>
                  <a:schemeClr val="tx1"/>
                </a:solidFill>
                <a:latin typeface="Malgun Gothic" panose="020B0503020000020004" pitchFamily="50" charset="-127"/>
                <a:ea typeface="맑은 고딕" panose="020B0503020000020004" pitchFamily="50" charset="-127"/>
              </a:rPr>
            </a:br>
            <a:r>
              <a:rPr lang="en-US" altLang="ko-KR" sz="3200" b="1">
                <a:solidFill>
                  <a:schemeClr val="tx1"/>
                </a:solidFill>
                <a:latin typeface="Malgun Gothic" panose="020B0503020000020004" pitchFamily="50" charset="-127"/>
                <a:ea typeface="맑은 고딕" panose="020B0503020000020004" pitchFamily="50" charset="-127"/>
              </a:rPr>
              <a:t>{{</a:t>
            </a:r>
            <a:r>
              <a:rPr lang="en-US" altLang="ko-KR" sz="3200" b="1" dirty="0">
                <a:solidFill>
                  <a:schemeClr val="tx1"/>
                </a:solidFill>
                <a:latin typeface="Malgun Gothic" panose="020B0503020000020004" pitchFamily="50" charset="-127"/>
                <a:ea typeface="맑은 고딕" panose="020B0503020000020004" pitchFamily="50" charset="-127"/>
              </a:rPr>
              <a:t>SCRIPTURE_</a:t>
            </a:r>
            <a:r>
              <a:rPr lang="en-US" altLang="ko-KR" sz="3200" b="1">
                <a:solidFill>
                  <a:schemeClr val="tx1"/>
                </a:solidFill>
                <a:latin typeface="Malgun Gothic" panose="020B0503020000020004" pitchFamily="50" charset="-127"/>
                <a:ea typeface="맑은 고딕" panose="020B0503020000020004" pitchFamily="50" charset="-127"/>
              </a:rPr>
              <a:t>VERSE}}</a:t>
            </a:r>
            <a:endParaRPr lang="ko-KR" altLang="en-US" sz="3200" dirty="0">
              <a:solidFill>
                <a:schemeClr val="tx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632740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21BE6716-A474-87FF-29CF-8A9DF824FB23}"/>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B0138CEC-23E5-47DD-2F9D-5857781F5DF6}"/>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71EAF1-741B-5344-91E9-BCB7C13AC02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lang="en-US" altLang="ko-KR" sz="3400" b="1" dirty="0">
                <a:effectLst/>
                <a:latin typeface="Malgun Gothic" panose="020B0503020000020004" pitchFamily="50" charset="-127"/>
                <a:ea typeface="맑은 고딕" panose="020B0503020000020004" pitchFamily="50" charset="-127"/>
              </a:rPr>
              <a:t>{{VERSE_REF}}</a:t>
            </a:r>
            <a:endParaRPr lang="en-US" sz="3400" b="1" dirty="0">
              <a:solidFill>
                <a:schemeClr val="bg1"/>
              </a:solidFill>
              <a:latin typeface="Malgun Gothic" panose="020B0503020000020004" pitchFamily="50" charset="-127"/>
              <a:ea typeface="궁서체" pitchFamily="17" charset="-127"/>
            </a:endParaRPr>
          </a:p>
        </p:txBody>
      </p:sp>
      <p:sp>
        <p:nvSpPr>
          <p:cNvPr id="2" name="TextBox 1">
            <a:extLst>
              <a:ext uri="{FF2B5EF4-FFF2-40B4-BE49-F238E27FC236}">
                <a16:creationId xmlns:a16="http://schemas.microsoft.com/office/drawing/2014/main" id="{4515AA5E-9D0A-2281-9857-2E1C201484B2}"/>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400" b="1" dirty="0">
                <a:latin typeface="Malgun Gothic" panose="020B0503020000020004" pitchFamily="50" charset="-127"/>
                <a:ea typeface="맑은 고딕" panose="020B0503020000020004" pitchFamily="50" charset="-127"/>
              </a:rPr>
              <a:t>{{VERSE_KO}}</a:t>
            </a:r>
            <a:endParaRPr lang="en-US" sz="3400" b="1" dirty="0">
              <a:solidFill>
                <a:schemeClr val="bg1"/>
              </a:solidFill>
              <a:latin typeface="Malgun Gothic" panose="020B0503020000020004" pitchFamily="50" charset="-127"/>
              <a:ea typeface="궁서체" pitchFamily="17" charset="-127"/>
            </a:endParaRPr>
          </a:p>
        </p:txBody>
      </p:sp>
      <p:sp>
        <p:nvSpPr>
          <p:cNvPr id="3" name="TextBox 2">
            <a:extLst>
              <a:ext uri="{FF2B5EF4-FFF2-40B4-BE49-F238E27FC236}">
                <a16:creationId xmlns:a16="http://schemas.microsoft.com/office/drawing/2014/main" id="{B57098D7-5335-2573-9F6A-9D2CB5A95B2D}"/>
              </a:ext>
            </a:extLst>
          </p:cNvPr>
          <p:cNvSpPr txBox="1"/>
          <p:nvPr/>
        </p:nvSpPr>
        <p:spPr bwMode="auto">
          <a:xfrm>
            <a:off x="507242" y="4081105"/>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sz="2400" b="1" dirty="0">
                <a:latin typeface="Malgun Gothic" panose="020B0503020000020004" pitchFamily="50" charset="-127"/>
                <a:ea typeface="맑은 고딕" panose="020B0503020000020004" pitchFamily="50" charset="-127"/>
              </a:rPr>
              <a:t>{{VERSE_EN}}</a:t>
            </a:r>
            <a:endParaRPr kumimoji="0" lang="en-US" altLang="ko-KR" sz="2400" b="1" dirty="0">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6561146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D491694-416A-BD35-2521-3FDA4F8EA754}"/>
            </a:ext>
          </a:extLst>
        </p:cNvPr>
        <p:cNvGrpSpPr/>
        <p:nvPr/>
      </p:nvGrpSpPr>
      <p:grpSpPr>
        <a:xfrm>
          <a:off x="0" y="0"/>
          <a:ext cx="0" cy="0"/>
          <a:chOff x="0" y="0"/>
          <a:chExt cx="0" cy="0"/>
        </a:xfrm>
      </p:grpSpPr>
      <p:sp>
        <p:nvSpPr>
          <p:cNvPr id="7" name="대각선 방향의 모서리가 둥근 사각형 4">
            <a:extLst>
              <a:ext uri="{FF2B5EF4-FFF2-40B4-BE49-F238E27FC236}">
                <a16:creationId xmlns:a16="http://schemas.microsoft.com/office/drawing/2014/main" id="{85C948A2-AB77-371F-8050-FEB4B96832C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6D7E055-5429-103B-9E80-A8CAF46088C8}"/>
              </a:ext>
            </a:extLst>
          </p:cNvPr>
          <p:cNvSpPr txBox="1"/>
          <p:nvPr/>
        </p:nvSpPr>
        <p:spPr bwMode="auto">
          <a:xfrm>
            <a:off x="304800" y="209550"/>
            <a:ext cx="77724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{{VERSE_REF_LAST}}</a:t>
            </a:r>
            <a:endParaRPr lang="en-US" altLang="ko-KR" sz="3400" b="1" dirty="0">
              <a:solidFill>
                <a:schemeClr val="accent2">
                  <a:lumMod val="75000"/>
                </a:schemeClr>
              </a:solidFill>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1FBD45F8-333C-ABD1-90FB-CDB20A1EF27D}"/>
              </a:ext>
            </a:extLst>
          </p:cNvPr>
          <p:cNvSpPr txBox="1"/>
          <p:nvPr/>
        </p:nvSpPr>
        <p:spPr bwMode="auto">
          <a:xfrm>
            <a:off x="384470" y="1335394"/>
            <a:ext cx="845473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{{VERSE_KO_LAST}}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FD30A0F-A3FB-A4BD-80FC-DCD154881238}"/>
              </a:ext>
            </a:extLst>
          </p:cNvPr>
          <p:cNvSpPr txBox="1"/>
          <p:nvPr/>
        </p:nvSpPr>
        <p:spPr bwMode="auto">
          <a:xfrm>
            <a:off x="532494" y="4194357"/>
            <a:ext cx="822728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4" name="TextBox 3">
            <a:extLst>
              <a:ext uri="{FF2B5EF4-FFF2-40B4-BE49-F238E27FC236}">
                <a16:creationId xmlns:a16="http://schemas.microsoft.com/office/drawing/2014/main" id="{7E0BB8B0-F3DB-4BC0-8A49-F47D51109026}"/>
              </a:ext>
            </a:extLst>
          </p:cNvPr>
          <p:cNvSpPr txBox="1"/>
          <p:nvPr/>
        </p:nvSpPr>
        <p:spPr bwMode="auto">
          <a:xfrm>
            <a:off x="321816" y="783722"/>
            <a:ext cx="1735584" cy="58477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r>
              <a:rPr lang="ko-KR" altLang="en-US" sz="3200" b="1" dirty="0">
                <a:solidFill>
                  <a:schemeClr val="accent2">
                    <a:lumMod val="75000"/>
                  </a:schemeClr>
                </a:solidFill>
                <a:latin typeface="맑은 고딕" panose="020B0503020000020004" pitchFamily="50" charset="-127"/>
                <a:ea typeface="맑은 고딕" panose="020B0503020000020004" pitchFamily="50" charset="-127"/>
              </a:rPr>
              <a:t>다같이</a:t>
            </a:r>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endParaRPr lang="en-US" sz="3200" dirty="0">
              <a:solidFill>
                <a:schemeClr val="bg1"/>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789DD4E-6DF6-9263-70E7-DF53A04EF7F1}"/>
              </a:ext>
            </a:extLst>
          </p:cNvPr>
          <p:cNvSpPr txBox="1"/>
          <p:nvPr/>
        </p:nvSpPr>
        <p:spPr bwMode="auto">
          <a:xfrm>
            <a:off x="400463" y="3943350"/>
            <a:ext cx="1656937"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kumimoji="0" lang="en-US" altLang="ko-KR" sz="2000" b="1" dirty="0">
                <a:solidFill>
                  <a:schemeClr val="accent2">
                    <a:lumMod val="75000"/>
                  </a:schemeClr>
                </a:solidFill>
                <a:latin typeface="Malgun Gothic" panose="020B0503020000020004" pitchFamily="50" charset="-127"/>
                <a:ea typeface="맑은 고딕" panose="020B0503020000020004" pitchFamily="50" charset="-127"/>
              </a:rPr>
              <a:t>[Altogether]</a:t>
            </a:r>
            <a:endParaRPr lang="en-US" sz="2000" dirty="0">
              <a:solidFill>
                <a:srgbClr val="000000"/>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02107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40000"/>
            <a:lum/>
          </a:blip>
          <a:srcRect/>
          <a:stretch>
            <a:fillRect t="-13000" r="-9000" b="-22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8953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90721"/>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6000" dirty="0">
                <a:solidFill>
                  <a:srgbClr val="FFFFFF"/>
                </a:solidFill>
                <a:latin typeface="Malgun Gothic" panose="020B0503020000020004" pitchFamily="50" charset="-127"/>
                <a:ea typeface="맑은 고딕" panose="020B0503020000020004" pitchFamily="50" charset="-127"/>
              </a:rPr>
              <a:t>찬    양</a:t>
            </a:r>
          </a:p>
        </p:txBody>
      </p:sp>
      <p:sp>
        <p:nvSpPr>
          <p:cNvPr id="7" name="TextBox 6"/>
          <p:cNvSpPr txBox="1"/>
          <p:nvPr/>
        </p:nvSpPr>
        <p:spPr>
          <a:xfrm>
            <a:off x="1371600" y="315370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2400" dirty="0">
                <a:solidFill>
                  <a:srgbClr val="FFFFFF">
                    <a:lumMod val="95000"/>
                  </a:srgbClr>
                </a:solidFill>
                <a:latin typeface="Malgun Gothic" panose="020B0503020000020004" pitchFamily="50" charset="-127"/>
                <a:ea typeface="맑은 고딕" panose="020B0503020000020004" pitchFamily="50" charset="-127"/>
              </a:rPr>
              <a:t>새 신 교 회 찬 양 대</a:t>
            </a:r>
          </a:p>
        </p:txBody>
      </p:sp>
      <p:sp>
        <p:nvSpPr>
          <p:cNvPr id="8" name="TextBox 7"/>
          <p:cNvSpPr txBox="1"/>
          <p:nvPr/>
        </p:nvSpPr>
        <p:spPr>
          <a:xfrm>
            <a:off x="1371600" y="1183277"/>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400" dirty="0">
                <a:solidFill>
                  <a:srgbClr val="FFFFFF">
                    <a:lumMod val="95000"/>
                  </a:srgbClr>
                </a:solidFill>
                <a:latin typeface="Malgun Gothic" panose="020B0503020000020004" pitchFamily="50" charset="-127"/>
                <a:ea typeface="맑은 고딕" panose="020B0503020000020004" pitchFamily="50" charset="-127"/>
              </a:rPr>
              <a:t>Praise the Lord</a:t>
            </a:r>
            <a:endParaRPr lang="ko-KR" altLang="en-US" sz="2400" dirty="0">
              <a:solidFill>
                <a:srgbClr val="FFFFFF">
                  <a:lumMod val="95000"/>
                </a:srgbClr>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781063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554E81E1-4918-9AFC-1616-725F60F8DC0F}"/>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EB361E6A-AE5E-EC2C-9D68-659C3D915FC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42835CD-86F7-3F67-0C45-580751B85522}"/>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rPr>
              <a:t>{{</a:t>
            </a:r>
            <a:r>
              <a:rPr lang="en-US" altLang="ko-KR" sz="3200" b="1" dirty="0">
                <a:solidFill>
                  <a:schemeClr val="bg1"/>
                </a:solidFill>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9E8F616C-EAE0-193E-3D05-82D090A1A06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E9B3CA5C-D2DC-9424-2389-DE215D6501C8}"/>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en-US" altLang="ko-KR" sz="4400" b="1" dirty="0">
                <a:solidFill>
                  <a:schemeClr val="bg1"/>
                </a:solidFill>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chemeClr val="bg1"/>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4D6976C-6D7C-EB3F-9258-5983BD18ECA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389F4701-2900-ED61-4F46-F013ADE15DDB}"/>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algn="ctr"/>
            <a:r>
              <a:rPr lang="en-US" altLang="ko-KR" b="1" dirty="0">
                <a:solidFill>
                  <a:schemeClr val="bg1"/>
                </a:solidFill>
                <a:latin typeface="Malgun Gothic" panose="020B0503020000020004" pitchFamily="50" charset="-127"/>
                <a:ea typeface="맑은 고딕" panose="020B0503020000020004" pitchFamily="50" charset="-127"/>
              </a:rPr>
              <a:t>“{{SERMON_TITLE_ENG}}”</a:t>
            </a:r>
            <a:endParaRPr lang="ko-KR" altLang="en-US" b="1" dirty="0">
              <a:solidFill>
                <a:schemeClr val="bg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37930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373746"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lvl="0" indent="-457200">
              <a:defRPr/>
            </a:pPr>
            <a:r>
              <a:rPr lang="ko-KR" altLang="en-US" sz="2400" b="1" dirty="0">
                <a:solidFill>
                  <a:schemeClr val="bg1"/>
                </a:solidFill>
                <a:latin typeface="맑은 고딕" panose="020B0503020000020004" pitchFamily="50" charset="-127"/>
                <a:ea typeface="맑은 고딕" panose="020B0503020000020004" pitchFamily="50" charset="-127"/>
              </a:rPr>
              <a:t>첫 번째 </a:t>
            </a:r>
            <a:r>
              <a:rPr lang="en-US" altLang="ko-KR" sz="2400" b="1" dirty="0">
                <a:solidFill>
                  <a:schemeClr val="bg1"/>
                </a:solidFill>
                <a:latin typeface="맑은 고딕" panose="020B0503020000020004" pitchFamily="50" charset="-127"/>
                <a:ea typeface="맑은 고딕" panose="020B0503020000020004" pitchFamily="50" charset="-127"/>
              </a:rPr>
              <a:t>(1)</a:t>
            </a:r>
            <a:endParaRPr lang="ko-KR" altLang="en-US" sz="2400" b="1" dirty="0">
              <a:solidFill>
                <a:schemeClr val="bg1"/>
              </a:solidFill>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{{SERMON_PART1}}</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r>
              <a:rPr lang="en-US" altLang="ko-KR" sz="3400" b="1" dirty="0">
                <a:solidFill>
                  <a:srgbClr val="FFFFFF"/>
                </a:solidFill>
                <a:latin typeface="Malgun Gothic" panose="020B0503020000020004" pitchFamily="50" charset="-127"/>
                <a:ea typeface="맑은 고딕" panose="020B0503020000020004" pitchFamily="50" charset="-127"/>
              </a:rPr>
              <a:t>{{SERMON_PART1_DESC}}</a:t>
            </a: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{{SERMON_PART1_ENG}}</a:t>
            </a:r>
          </a:p>
        </p:txBody>
      </p:sp>
    </p:spTree>
    <p:extLst>
      <p:ext uri="{BB962C8B-B14F-4D97-AF65-F5344CB8AC3E}">
        <p14:creationId xmlns:p14="http://schemas.microsoft.com/office/powerpoint/2010/main" val="23625127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97ECF1F0-EA6B-089C-8EB3-FABC010B21C0}"/>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7E0D7267-A74F-3E6E-0488-825A91F9F3A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F4F96019-589A-E28E-76FA-21A26424AE5A}"/>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E5A88D7F-5948-016D-F281-20ACC1841058}"/>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9FEB651-7378-C2FA-85EA-C542AF7CFD44}"/>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{{VERSE_EN1}}</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8029994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8617F4D8-F300-0FBA-B1F6-28886861A707}"/>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F5C14E4-CB69-F42D-DE55-044F2EC5B5E4}"/>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3D6D01F-E323-09DD-85DC-E05C30EF577E}"/>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33AE0996-15A4-383A-70E9-4E435EEF8CA8}"/>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1726A9C2-9297-A9A5-9071-46EEFD2D3FBE}"/>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두</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8F8C11A2-9AF1-34E0-9681-94B32AF6E6F0}"/>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{{SERMON_PART2}}</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{{SERMON_PART2_ENG}}</a:t>
            </a:r>
          </a:p>
        </p:txBody>
      </p:sp>
    </p:spTree>
    <p:extLst>
      <p:ext uri="{BB962C8B-B14F-4D97-AF65-F5344CB8AC3E}">
        <p14:creationId xmlns:p14="http://schemas.microsoft.com/office/powerpoint/2010/main" val="9883255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B12E6BC-46A4-78D9-15E3-BB8FF3F971ED}"/>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A8972BBC-74CF-AB95-8809-540186B2AFE5}"/>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B6E318F0-DA55-E60C-67B7-223839352B6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a:t>
            </a:r>
            <a:r>
              <a:rPr lang="en-US" altLang="ko-KR" sz="3400" b="1" dirty="0">
                <a:solidFill>
                  <a:srgbClr val="000000"/>
                </a:solidFill>
                <a:latin typeface="Malgun Gothic" panose="020B0503020000020004" pitchFamily="50" charset="-127"/>
                <a:ea typeface="맑은 고딕" panose="020B0503020000020004" pitchFamily="50" charset="-127"/>
              </a:rPr>
              <a:t>2</a:t>
            </a: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465FBD48-6E12-30DD-B7C5-96027EF3DFFF}"/>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{{VERSE_KO2}}</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3F2791A-A1BF-B78B-FA13-8D98AE50BE7F}"/>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{{VERSE_EN2}}</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21744869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EC980D9D-64B3-2699-8498-77342A28BD9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88648FAF-81B3-03F9-9FF0-D1C271D11E62}"/>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5974D8D-6723-5727-FB1B-1A12AF5806B4}"/>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6E98A777-BA8E-152F-3327-13A899701A7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F98EEF80-FE08-168F-8DC6-39CF2C6F778B}"/>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세</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lang="en-US" altLang="ko-KR" sz="2400" b="1" dirty="0">
                <a:solidFill>
                  <a:srgbClr val="FFFFFF"/>
                </a:solidFill>
                <a:latin typeface="맑은 고딕" panose="020B0503020000020004" pitchFamily="50" charset="-127"/>
                <a:ea typeface="맑은 고딕" panose="020B0503020000020004" pitchFamily="50" charset="-127"/>
              </a:rPr>
              <a:t>3</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24A7E6CF-37D4-7FA3-B9C4-6D58B8803B94}"/>
              </a:ext>
            </a:extLst>
          </p:cNvPr>
          <p:cNvSpPr txBox="1"/>
          <p:nvPr/>
        </p:nvSpPr>
        <p:spPr>
          <a:xfrm>
            <a:off x="1143000" y="2023896"/>
            <a:ext cx="6934200" cy="230832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{{SERMON_PART3_ENG}}</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574542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71DC231-2426-98CD-F7A8-A70CBDC331F8}"/>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5BB6D503-2AD2-50AB-4BE3-CD9EDA5C0F29}"/>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B953FFA-715B-3AEB-5933-20E67259FCA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C5AFFC18-B07E-239A-0D46-FE7176E2C2E5}"/>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15FE5BD-324B-439A-DA27-A0E9686CDAF1}"/>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{{VERSE_EN3}}</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169345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02CE3462-3E4A-43B0-8D67-B322CC0FFBA8}"/>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BBB5F3C2-E58F-FAF8-6E71-2F5E7DDC24E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D56464E0-0823-8A25-EC59-ADABD5DD7895}"/>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C8AC1BD3-55BA-9A87-6DC1-FEEDC0C3A2DA}"/>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713AE14C-B828-FF38-7A61-6FB56DD8801A}"/>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4CF87E64-FB02-F155-4F5A-CB181A2EABCD}"/>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2B065679-3769-6544-72D0-11854D48E711}"/>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rPr>
              <a:t>“{{SERMON_TITLE_ENG}}”</a:t>
            </a:r>
            <a:endPar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31966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l="-10000" t="-14000" r="-4000" b="-46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09750"/>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헌  금</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876DD85C-16DD-CB4A-3AC7-DFBC96AE9D3F}"/>
              </a:ext>
            </a:extLst>
          </p:cNvPr>
          <p:cNvSpPr txBox="1"/>
          <p:nvPr/>
        </p:nvSpPr>
        <p:spPr>
          <a:xfrm>
            <a:off x="1363133" y="3046785"/>
            <a:ext cx="6477000" cy="40011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000" b="1" dirty="0">
                <a:solidFill>
                  <a:srgbClr val="FFFFFF">
                    <a:lumMod val="95000"/>
                  </a:srgbClr>
                </a:solidFill>
                <a:latin typeface="Malgun Gothic" panose="020B0503020000020004" pitchFamily="50" charset="-127"/>
                <a:ea typeface="맑은 고딕" panose="020B0503020000020004" pitchFamily="50" charset="-127"/>
              </a:rPr>
              <a:t>OFFERING</a:t>
            </a:r>
            <a:endParaRPr lang="ko-KR" altLang="en-US" sz="2000" b="1" dirty="0">
              <a:solidFill>
                <a:srgbClr val="FFFFFF">
                  <a:lumMod val="95000"/>
                </a:srgbClr>
              </a:solidFill>
              <a:latin typeface="Malgun Gothic" panose="020B0503020000020004" pitchFamily="50" charset="-127"/>
              <a:ea typeface="맑은 고딕" panose="020B0503020000020004" pitchFamily="50" charset="-127"/>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그림 1">
            <a:extLst>
              <a:ext uri="{FF2B5EF4-FFF2-40B4-BE49-F238E27FC236}">
                <a16:creationId xmlns:a16="http://schemas.microsoft.com/office/drawing/2014/main" id="{2BD50FA9-3B03-B6FC-73F0-5F44086A5E9C}"/>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그림 1">
            <a:extLst>
              <a:ext uri="{FF2B5EF4-FFF2-40B4-BE49-F238E27FC236}">
                <a16:creationId xmlns:a16="http://schemas.microsoft.com/office/drawing/2014/main" id="{E552AA6E-C56E-03E0-7C19-C059C4ED25B6}"/>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그림 1">
            <a:extLst>
              <a:ext uri="{FF2B5EF4-FFF2-40B4-BE49-F238E27FC236}">
                <a16:creationId xmlns:a16="http://schemas.microsoft.com/office/drawing/2014/main" id="{CD72D82A-54B9-ACAE-82DA-203782981AFD}"/>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262626"/>
        </a:solidFill>
        <a:effectLst/>
      </p:bgPr>
    </p:bg>
    <p:spTree>
      <p:nvGrpSpPr>
        <p:cNvPr id="1" name=""/>
        <p:cNvGrpSpPr/>
        <p:nvPr/>
      </p:nvGrpSpPr>
      <p:grpSpPr>
        <a:xfrm>
          <a:off x="0" y="0"/>
          <a:ext cx="0" cy="0"/>
          <a:chOff x="0" y="0"/>
          <a:chExt cx="0" cy="0"/>
        </a:xfrm>
      </p:grpSpPr>
      <p:pic>
        <p:nvPicPr>
          <p:cNvPr id="4" name="Picture 2" descr="D:\# Yosub Documents\#교회\# 신일교회\# 예배 자료\# 예배자료\온라인 예배안내\Dark 2.jpg"/>
          <p:cNvPicPr>
            <a:picLocks noChangeAspect="1" noChangeArrowheads="1"/>
          </p:cNvPicPr>
          <p:nvPr/>
        </p:nvPicPr>
        <p:blipFill>
          <a:blip r:embed="rId2" cstate="print"/>
          <a:srcRect/>
          <a:stretch>
            <a:fillRect/>
          </a:stretch>
        </p:blipFill>
        <p:spPr bwMode="auto">
          <a:xfrm>
            <a:off x="2438400" y="0"/>
            <a:ext cx="4191000" cy="5314950"/>
          </a:xfrm>
          <a:prstGeom prst="rect">
            <a:avLst/>
          </a:prstGeom>
          <a:noFill/>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cstate="print">
            <a:alphaModFix amt="60000"/>
            <a:lum bright="-42000" contrast="-27000"/>
          </a:blip>
          <a:srcRect/>
          <a:stretch>
            <a:fillRect l="-2000" r="-28000" b="-13000"/>
          </a:stretch>
        </a:blipFill>
        <a:effectLst/>
      </p:bgPr>
    </p:bg>
    <p:spTree>
      <p:nvGrpSpPr>
        <p:cNvPr id="1" name=""/>
        <p:cNvGrpSpPr/>
        <p:nvPr/>
      </p:nvGrpSpPr>
      <p:grpSpPr>
        <a:xfrm>
          <a:off x="0" y="0"/>
          <a:ext cx="0" cy="0"/>
          <a:chOff x="0" y="0"/>
          <a:chExt cx="0" cy="0"/>
        </a:xfrm>
      </p:grpSpPr>
      <p:sp>
        <p:nvSpPr>
          <p:cNvPr id="8" name="대각선 방향의 모서리가 둥근 사각형 7"/>
          <p:cNvSpPr>
            <a:spLocks noChangeAspect="1"/>
          </p:cNvSpPr>
          <p:nvPr/>
        </p:nvSpPr>
        <p:spPr bwMode="auto">
          <a:xfrm>
            <a:off x="381000" y="361950"/>
            <a:ext cx="8382000" cy="44958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p:cNvSpPr>
            <a:spLocks noGrp="1" noChangeArrowheads="1"/>
          </p:cNvSpPr>
          <p:nvPr>
            <p:ph type="title"/>
          </p:nvPr>
        </p:nvSpPr>
        <p:spPr>
          <a:xfrm>
            <a:off x="1769789" y="1030651"/>
            <a:ext cx="5756822" cy="857250"/>
          </a:xfrm>
          <a:effectLst>
            <a:outerShdw blurRad="50800" dist="38100" dir="2700000" algn="tl" rotWithShape="0">
              <a:prstClr val="black">
                <a:alpha val="40000"/>
              </a:prstClr>
            </a:outerShdw>
          </a:effectLst>
        </p:spPr>
        <p:txBody>
          <a:bodyPr/>
          <a:lstStyle/>
          <a:p>
            <a:pPr eaLnBrk="1" hangingPunct="1"/>
            <a:r>
              <a:rPr lang="ko-KR" altLang="en-US" sz="6600" b="1" dirty="0">
                <a:solidFill>
                  <a:schemeClr val="bg1"/>
                </a:solidFill>
                <a:latin typeface="Malgun Gothic" panose="020B0503020000020004" pitchFamily="50" charset="-127"/>
              </a:rPr>
              <a:t>헌  금  기  도</a:t>
            </a:r>
          </a:p>
        </p:txBody>
      </p:sp>
      <p:sp>
        <p:nvSpPr>
          <p:cNvPr id="187396" name="Rectangle 4"/>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F1B4DA96-E7AB-D673-BF4E-8CCCCFD63B2C}"/>
              </a:ext>
            </a:extLst>
          </p:cNvPr>
          <p:cNvSpPr txBox="1"/>
          <p:nvPr/>
        </p:nvSpPr>
        <p:spPr>
          <a:xfrm>
            <a:off x="2796911" y="2042248"/>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OFFERING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885BE4AE-0FC9-4365-B9D0-D418209F0250}"/>
              </a:ext>
            </a:extLst>
          </p:cNvPr>
          <p:cNvSpPr txBox="1"/>
          <p:nvPr/>
        </p:nvSpPr>
        <p:spPr bwMode="auto">
          <a:xfrm>
            <a:off x="2640302" y="3082202"/>
            <a:ext cx="3676617"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박맹준 </a:t>
            </a:r>
            <a:r>
              <a:rPr lang="ko-KR" altLang="en-US" sz="4000" dirty="0">
                <a:solidFill>
                  <a:srgbClr val="FFFFFF"/>
                </a:solidFill>
                <a:latin typeface="Malgun Gothic" panose="020B0503020000020004" pitchFamily="50" charset="-127"/>
                <a:ea typeface="맑은 고딕" panose="020B0503020000020004" pitchFamily="50" charset="-127"/>
              </a:rPr>
              <a:t>목</a:t>
            </a: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1DA6B92-0700-74CA-5EB5-5D182C653F0D}"/>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0E6E6835-D7DA-5DFB-9479-E1622D13226B}"/>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84A681D4-C1C9-7D7A-4DBE-E3C977A7DBD2}"/>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A41B9A1-BDCF-AD66-1C72-E90C296372CE}"/>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8997C18-CBA9-5BC7-9383-2AF2C191323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5EAEF554-83E5-3C8E-84A9-B93313D67E67}"/>
              </a:ext>
            </a:extLst>
          </p:cNvPr>
          <p:cNvSpPr>
            <a:spLocks noChangeArrowheads="1"/>
          </p:cNvSpPr>
          <p:nvPr/>
        </p:nvSpPr>
        <p:spPr bwMode="auto">
          <a:xfrm>
            <a:off x="592668" y="1527488"/>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 주일예배 참석하신 모든 분들 </a:t>
            </a: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위에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하나님의 축복이 늘 함께 하시기를</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기원합니다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오늘은 성령강림 후 열 다섯번째 주일입니다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lnSpc>
                <a:spcPct val="100000"/>
              </a:lnSpc>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lnSpc>
                <a:spcPct val="100000"/>
              </a:lnSpc>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Today is Fifteenth Sunday after Pentecostal Sunday.</a:t>
            </a:r>
          </a:p>
        </p:txBody>
      </p:sp>
      <p:sp>
        <p:nvSpPr>
          <p:cNvPr id="3" name="TextBox 2">
            <a:extLst>
              <a:ext uri="{FF2B5EF4-FFF2-40B4-BE49-F238E27FC236}">
                <a16:creationId xmlns:a16="http://schemas.microsoft.com/office/drawing/2014/main" id="{BBEC4F1B-2C2C-F3B7-3DBB-2CC269D3D26F}"/>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3827662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62FAAD07-25A5-0E1C-7DC9-BF2FADF88037}"/>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93214FE-C8FD-E033-B886-A7313A79884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3C21E269-014B-12F6-0BD2-CD0528737196}"/>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C0E9B07C-25C0-CE0C-E40E-428737EF9264}"/>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C515932-D974-A631-E1DE-1C8226D655FE}"/>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A607808E-593A-7FF7-91FE-1D0992114F4E}"/>
              </a:ext>
            </a:extLst>
          </p:cNvPr>
          <p:cNvSpPr>
            <a:spLocks noChangeArrowheads="1"/>
          </p:cNvSpPr>
          <p:nvPr/>
        </p:nvSpPr>
        <p:spPr bwMode="auto">
          <a:xfrm>
            <a:off x="609601" y="1624629"/>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주일예배를 오프라인과 온라인으로 </a:t>
            </a: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동시에 드리고 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Sunday Worship is available virtually (online)</a:t>
            </a:r>
          </a:p>
        </p:txBody>
      </p:sp>
      <p:sp>
        <p:nvSpPr>
          <p:cNvPr id="3" name="TextBox 2">
            <a:extLst>
              <a:ext uri="{FF2B5EF4-FFF2-40B4-BE49-F238E27FC236}">
                <a16:creationId xmlns:a16="http://schemas.microsoft.com/office/drawing/2014/main" id="{37ABE7FE-D218-A2C2-9902-AEF7DCCC5EC7}"/>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067565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B71949BA-EFB8-A5F2-ADA5-134F7FEC7B31}"/>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66CF39FB-9B64-AA95-DADE-DC8469415078}"/>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F267203D-B2E4-2CEE-F0BA-7CF8E2D666F3}"/>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4FEDBA4-C632-547C-BA70-F8AD1E8BE4C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CCB8C436-E157-89F8-4E66-C487A896CE6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3" name="TextBox 2">
            <a:extLst>
              <a:ext uri="{FF2B5EF4-FFF2-40B4-BE49-F238E27FC236}">
                <a16:creationId xmlns:a16="http://schemas.microsoft.com/office/drawing/2014/main" id="{47F7D320-02B8-305F-CFC3-C6000B9A8B36}"/>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4" name="직사각형 5">
            <a:extLst>
              <a:ext uri="{FF2B5EF4-FFF2-40B4-BE49-F238E27FC236}">
                <a16:creationId xmlns:a16="http://schemas.microsoft.com/office/drawing/2014/main" id="{12A71672-B52E-64FB-B449-7D45F40DCDD6}"/>
              </a:ext>
            </a:extLst>
          </p:cNvPr>
          <p:cNvSpPr>
            <a:spLocks noChangeArrowheads="1"/>
          </p:cNvSpPr>
          <p:nvPr/>
        </p:nvSpPr>
        <p:spPr bwMode="auto">
          <a:xfrm>
            <a:off x="609601" y="1479276"/>
            <a:ext cx="8305800" cy="2723302"/>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l" defTabSz="914400" rtl="0" eaLnBrk="1" fontAlgn="base" latinLnBrk="1" hangingPunct="1">
              <a:lnSpc>
                <a:spcPct val="100000"/>
              </a:lnSpc>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2026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년 한국문화학교 가을학기가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9/12(</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토</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)-12/19(</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토</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매주 토요일에있습니다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많은 기도와 협조를 부탁드립니다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Director: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박명심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(347-782-2172)</a:t>
            </a:r>
          </a:p>
          <a:p>
            <a:pPr marL="0" marR="0" lvl="0" indent="0" algn="l" defTabSz="914400" rtl="0" eaLnBrk="1" fontAlgn="base" latinLnBrk="1" hangingPunct="1">
              <a:lnSpc>
                <a:spcPct val="100000"/>
              </a:lnSpc>
              <a:spcBef>
                <a:spcPct val="2000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2026 Summer Camp (9/12 (Sat) - 12/19 (Sat)) has started. Please support with prayers and cooperation.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Director: </a:t>
            </a:r>
            <a:r>
              <a:rPr kumimoji="1" lang="en-US" altLang="ko-KR"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Myungsim</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Park (347-782-2172)</a:t>
            </a:r>
          </a:p>
        </p:txBody>
      </p:sp>
    </p:spTree>
    <p:extLst>
      <p:ext uri="{BB962C8B-B14F-4D97-AF65-F5344CB8AC3E}">
        <p14:creationId xmlns:p14="http://schemas.microsoft.com/office/powerpoint/2010/main" val="40486371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AE8B5EEA-BA11-C2D7-B4F1-C5CBF9F4E4DB}"/>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59B8E95-DAB0-4F7C-3358-A12659205B52}"/>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76986105-11EE-397D-A48C-9BA7CAE593AB}"/>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7F6E4CAD-E079-ED04-E11B-2FEEB0DAFB18}"/>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F851FF8B-8F77-CE28-AE37-EF936AC2DA2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E4CCA1F8-2A94-4AD9-A628-1BAC07E80368}"/>
              </a:ext>
            </a:extLst>
          </p:cNvPr>
          <p:cNvSpPr>
            <a:spLocks noChangeArrowheads="1"/>
          </p:cNvSpPr>
          <p:nvPr/>
        </p:nvSpPr>
        <p:spPr bwMode="auto">
          <a:xfrm>
            <a:off x="381000" y="1486399"/>
            <a:ext cx="8517468" cy="3461965"/>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l" defTabSz="914400" rtl="0" eaLnBrk="1" fontAlgn="base" latinLnBrk="1" hangingPunct="1">
              <a:lnSpc>
                <a:spcPct val="100000"/>
              </a:lnSpc>
              <a:spcBef>
                <a:spcPct val="2000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제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 양육반 개강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(3rd Disciples Class):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기간</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(Date/time)</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 오리엔테이션 개강합니다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아직 등록하지 않으신 분들도 다음 주까지 등록 가능 합니다</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9/6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12/20</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(16 Weeks) 1:30-3:00 PM Weekly</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강사</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(Lecturer)</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담임목사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(Senior Pastor)</a:t>
            </a:r>
          </a:p>
          <a:p>
            <a:pPr marL="0" marR="0" lvl="0" indent="0" algn="l" defTabSz="914400" rtl="0" eaLnBrk="1" fontAlgn="base" latinLnBrk="1" hangingPunct="1">
              <a:lnSpc>
                <a:spcPct val="100000"/>
              </a:lnSpc>
              <a:spcBef>
                <a:spcPct val="2000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신청</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(Registration)</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송영희 권사</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회비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$50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교재포함</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b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2A55E5F3-5034-3E62-C572-FEB1ECFF7024}"/>
              </a:ext>
            </a:extLst>
          </p:cNvPr>
          <p:cNvSpPr txBox="1"/>
          <p:nvPr/>
        </p:nvSpPr>
        <p:spPr>
          <a:xfrm>
            <a:off x="2701628" y="86627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9469579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97A26CF7-5E34-B946-362D-3345960250C2}"/>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1F541006-8CC2-DC4F-49B7-F526862EB57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221F1DA1-1525-A5BA-B25A-76137D7DC50A}"/>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C2C1070-6416-5CFF-2030-B7AFED3E513A}"/>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226713FC-001D-E882-10FC-28EB9E502D77}"/>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82A85DC7-68B0-1A79-5AA4-C561D9F11E19}"/>
              </a:ext>
            </a:extLst>
          </p:cNvPr>
          <p:cNvSpPr>
            <a:spLocks noChangeArrowheads="1"/>
          </p:cNvSpPr>
          <p:nvPr/>
        </p:nvSpPr>
        <p:spPr bwMode="auto">
          <a:xfrm>
            <a:off x="592668" y="1580656"/>
            <a:ext cx="8305800" cy="3345010"/>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예배 후 친교가 준비되었습니다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오늘의 친교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{{FELLOWSHIP}}</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Lunch and fellowship will be available after </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service</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68CF9B8E-A5D7-F4DF-8D19-3F6E0619FEEB}"/>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716469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57A744E-C715-93C7-0F77-C0A1480047E0}"/>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5B77EAC8-31B0-87B4-E067-4A6BBC2D06DB}"/>
              </a:ext>
            </a:extLst>
          </p:cNvPr>
          <p:cNvSpPr>
            <a:spLocks noChangeAspect="1"/>
          </p:cNvSpPr>
          <p:nvPr/>
        </p:nvSpPr>
        <p:spPr bwMode="auto">
          <a:xfrm>
            <a:off x="152399"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59159EDB-8A26-F0FF-1A21-7EFF3465877B}"/>
              </a:ext>
            </a:extLst>
          </p:cNvPr>
          <p:cNvSpPr>
            <a:spLocks noGrp="1" noChangeArrowheads="1"/>
          </p:cNvSpPr>
          <p:nvPr>
            <p:ph idx="1"/>
          </p:nvPr>
        </p:nvSpPr>
        <p:spPr>
          <a:xfrm>
            <a:off x="-23870" y="478225"/>
            <a:ext cx="9144000" cy="864394"/>
          </a:xfrm>
          <a:effectLst>
            <a:outerShdw blurRad="50800" dist="38100" dir="2700000" algn="tl" rotWithShape="0">
              <a:prstClr val="black">
                <a:alpha val="40000"/>
              </a:prstClr>
            </a:outerShdw>
          </a:effectLst>
        </p:spPr>
        <p:txBody>
          <a:bodyPr/>
          <a:lstStyle/>
          <a:p>
            <a:pPr algn="ctr" eaLnBrk="1" hangingPunct="1">
              <a:buFontTx/>
              <a:buNone/>
            </a:pPr>
            <a:r>
              <a:rPr lang="en-US" altLang="ko-KR" sz="4000" dirty="0">
                <a:solidFill>
                  <a:schemeClr val="bg1"/>
                </a:solidFill>
              </a:rPr>
              <a:t>7</a:t>
            </a:r>
            <a:r>
              <a:rPr lang="ko-KR" altLang="en-US" sz="4000" dirty="0">
                <a:solidFill>
                  <a:schemeClr val="bg1"/>
                </a:solidFill>
              </a:rPr>
              <a:t>월</a:t>
            </a:r>
            <a:r>
              <a:rPr lang="en-US" altLang="ko-KR" sz="4000" dirty="0">
                <a:solidFill>
                  <a:schemeClr val="bg1"/>
                </a:solidFill>
              </a:rPr>
              <a:t>~8</a:t>
            </a:r>
            <a:r>
              <a:rPr lang="ko-KR" altLang="en-US" sz="4000" dirty="0">
                <a:solidFill>
                  <a:schemeClr val="bg1"/>
                </a:solidFill>
              </a:rPr>
              <a:t>월 </a:t>
            </a:r>
            <a:r>
              <a:rPr lang="en-US" altLang="ko-KR" sz="4000" dirty="0">
                <a:solidFill>
                  <a:schemeClr val="bg1"/>
                </a:solidFill>
              </a:rPr>
              <a:t>2026</a:t>
            </a:r>
            <a:r>
              <a:rPr lang="ko-KR" altLang="en-US" sz="4000" dirty="0">
                <a:solidFill>
                  <a:schemeClr val="bg1"/>
                </a:solidFill>
              </a:rPr>
              <a:t>년 행사 계획표</a:t>
            </a:r>
          </a:p>
        </p:txBody>
      </p:sp>
      <p:pic>
        <p:nvPicPr>
          <p:cNvPr id="7" name="그림 6" descr="corner.png">
            <a:extLst>
              <a:ext uri="{FF2B5EF4-FFF2-40B4-BE49-F238E27FC236}">
                <a16:creationId xmlns:a16="http://schemas.microsoft.com/office/drawing/2014/main" id="{CCD7A943-57FC-C808-C3FE-191AEFE1CBE6}"/>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11973" name="직사각형 5">
            <a:extLst>
              <a:ext uri="{FF2B5EF4-FFF2-40B4-BE49-F238E27FC236}">
                <a16:creationId xmlns:a16="http://schemas.microsoft.com/office/drawing/2014/main" id="{F4B00D74-211D-045C-6917-28A7FD3367BD}"/>
              </a:ext>
            </a:extLst>
          </p:cNvPr>
          <p:cNvSpPr>
            <a:spLocks noChangeArrowheads="1"/>
          </p:cNvSpPr>
          <p:nvPr/>
        </p:nvSpPr>
        <p:spPr bwMode="auto">
          <a:xfrm>
            <a:off x="647712" y="1741275"/>
            <a:ext cx="8267689" cy="46627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lvl="0" eaLnBrk="1" hangingPunct="1">
              <a:lnSpc>
                <a:spcPct val="150000"/>
              </a:lnSpc>
              <a:buNone/>
              <a:defRPr/>
            </a:pPr>
            <a:r>
              <a:rPr lang="en-US" altLang="ko-KR" sz="2000" dirty="0">
                <a:solidFill>
                  <a:srgbClr val="FFFFFF"/>
                </a:solidFill>
                <a:latin typeface="맑은 고딕" panose="020B0503020000020004" pitchFamily="50" charset="-127"/>
                <a:ea typeface="맑은 고딕" panose="020B0503020000020004" pitchFamily="50" charset="-127"/>
              </a:rPr>
              <a:t>7</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5</a:t>
            </a:r>
            <a:r>
              <a:rPr lang="ko-KR" altLang="en-US" sz="2000" dirty="0">
                <a:solidFill>
                  <a:srgbClr val="FFFFFF"/>
                </a:solidFill>
                <a:latin typeface="맑은 고딕" panose="020B0503020000020004" pitchFamily="50" charset="-127"/>
                <a:ea typeface="맑은 고딕" panose="020B0503020000020004" pitchFamily="50" charset="-127"/>
              </a:rPr>
              <a:t>일㈜</a:t>
            </a:r>
            <a:r>
              <a:rPr lang="en-US" altLang="ko-KR" sz="2000" dirty="0">
                <a:solidFill>
                  <a:srgbClr val="FFFFFF"/>
                </a:solidFill>
                <a:latin typeface="맑은 고딕" panose="020B0503020000020004" pitchFamily="50" charset="-127"/>
                <a:ea typeface="맑은 고딕" panose="020B0503020000020004" pitchFamily="50" charset="-127"/>
              </a:rPr>
              <a:t>: </a:t>
            </a:r>
            <a:r>
              <a:rPr lang="ko-KR" altLang="en-US" sz="2000" dirty="0">
                <a:solidFill>
                  <a:srgbClr val="FFFFFF"/>
                </a:solidFill>
                <a:latin typeface="맑은 고딕" panose="020B0503020000020004" pitchFamily="50" charset="-127"/>
                <a:ea typeface="맑은 고딕" panose="020B0503020000020004" pitchFamily="50" charset="-127"/>
              </a:rPr>
              <a:t>맥추감사절 </a:t>
            </a:r>
            <a:r>
              <a:rPr lang="en-US" altLang="ko-KR" sz="2000" dirty="0">
                <a:solidFill>
                  <a:srgbClr val="FFFFFF"/>
                </a:solidFill>
                <a:latin typeface="맑은 고딕" panose="020B0503020000020004" pitchFamily="50" charset="-127"/>
                <a:ea typeface="맑은 고딕" panose="020B0503020000020004" pitchFamily="50" charset="-127"/>
              </a:rPr>
              <a:t>(Feast of Harvest)</a:t>
            </a:r>
            <a:endPar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pic>
        <p:nvPicPr>
          <p:cNvPr id="2" name="그림 1" descr="corner.png">
            <a:extLst>
              <a:ext uri="{FF2B5EF4-FFF2-40B4-BE49-F238E27FC236}">
                <a16:creationId xmlns:a16="http://schemas.microsoft.com/office/drawing/2014/main" id="{4E3BFDB1-E315-01A1-901D-DB3F61A0555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sp>
        <p:nvSpPr>
          <p:cNvPr id="3" name="TextBox 2">
            <a:extLst>
              <a:ext uri="{FF2B5EF4-FFF2-40B4-BE49-F238E27FC236}">
                <a16:creationId xmlns:a16="http://schemas.microsoft.com/office/drawing/2014/main" id="{94BC6AE5-3225-034B-E3A3-480ABB50B6F1}"/>
              </a:ext>
            </a:extLst>
          </p:cNvPr>
          <p:cNvSpPr txBox="1"/>
          <p:nvPr/>
        </p:nvSpPr>
        <p:spPr>
          <a:xfrm>
            <a:off x="2701628" y="1126857"/>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MONTHLY EVENT BOARD</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62844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show="0">
  <p:cSld>
    <p:bg>
      <p:bgPr>
        <a:blipFill dpi="0" rotWithShape="0">
          <a:blip r:embed="rId3" cstate="print">
            <a:alphaModFix amt="84000"/>
            <a:lum/>
          </a:blip>
          <a:srcRect/>
          <a:stretch>
            <a:fillRect t="-9000" b="-4000"/>
          </a:stretch>
        </a:blipFill>
        <a:effectLst/>
      </p:bgPr>
    </p:bg>
    <p:spTree>
      <p:nvGrpSpPr>
        <p:cNvPr id="1" name=""/>
        <p:cNvGrpSpPr/>
        <p:nvPr/>
      </p:nvGrpSpPr>
      <p:grpSpPr>
        <a:xfrm>
          <a:off x="0" y="0"/>
          <a:ext cx="0" cy="0"/>
          <a:chOff x="0" y="0"/>
          <a:chExt cx="0" cy="0"/>
        </a:xfrm>
      </p:grpSpPr>
      <p:sp>
        <p:nvSpPr>
          <p:cNvPr id="6" name="대각선 방향의 모서리가 둥근 사각형 5"/>
          <p:cNvSpPr>
            <a:spLocks noChangeAspect="1"/>
          </p:cNvSpPr>
          <p:nvPr/>
        </p:nvSpPr>
        <p:spPr bwMode="auto">
          <a:xfrm>
            <a:off x="152400"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154626" name="Rectangle 2"/>
          <p:cNvSpPr>
            <a:spLocks noGrp="1" noChangeArrowheads="1"/>
          </p:cNvSpPr>
          <p:nvPr>
            <p:ph idx="1"/>
          </p:nvPr>
        </p:nvSpPr>
        <p:spPr>
          <a:xfrm>
            <a:off x="0" y="361950"/>
            <a:ext cx="9144000" cy="864394"/>
          </a:xfrm>
          <a:effectLst>
            <a:outerShdw blurRad="50800" dist="38100" dir="2700000" algn="tl" rotWithShape="0">
              <a:prstClr val="black">
                <a:alpha val="40000"/>
              </a:prstClr>
            </a:outerShdw>
          </a:effectLst>
        </p:spPr>
        <p:txBody>
          <a:bodyPr/>
          <a:lstStyle/>
          <a:p>
            <a:pPr algn="ctr" eaLnBrk="1" hangingPunct="1">
              <a:buFontTx/>
              <a:buNone/>
            </a:pPr>
            <a:r>
              <a:rPr lang="ko-KR" altLang="en-US" sz="4000" dirty="0" err="1">
                <a:solidFill>
                  <a:schemeClr val="bg1"/>
                </a:solidFill>
                <a:latin typeface="Malgun Gothic" panose="020B0503020000020004" pitchFamily="50" charset="-127"/>
                <a:ea typeface="맑은 고딕" panose="020B0503020000020004" pitchFamily="50" charset="-127"/>
              </a:rPr>
              <a:t>신일교회</a:t>
            </a:r>
            <a:r>
              <a:rPr lang="ko-KR" altLang="en-US" sz="4000" dirty="0">
                <a:solidFill>
                  <a:schemeClr val="bg1"/>
                </a:solidFill>
                <a:latin typeface="Malgun Gothic" panose="020B0503020000020004" pitchFamily="50" charset="-127"/>
                <a:ea typeface="맑은 고딕" panose="020B0503020000020004" pitchFamily="50" charset="-127"/>
              </a:rPr>
              <a:t> 기도제목</a:t>
            </a:r>
          </a:p>
        </p:txBody>
      </p:sp>
      <p:sp>
        <p:nvSpPr>
          <p:cNvPr id="211973" name="직사각형 5"/>
          <p:cNvSpPr>
            <a:spLocks noChangeArrowheads="1"/>
          </p:cNvSpPr>
          <p:nvPr/>
        </p:nvSpPr>
        <p:spPr bwMode="auto">
          <a:xfrm>
            <a:off x="579120" y="1460184"/>
            <a:ext cx="7924800" cy="296952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1. </a:t>
            </a:r>
            <a:r>
              <a:rPr lang="ko-KR" altLang="en-US" sz="1600" dirty="0">
                <a:solidFill>
                  <a:srgbClr val="FFFFFF"/>
                </a:solidFill>
                <a:latin typeface="맑은 고딕" panose="020B0503020000020004" pitchFamily="50" charset="-127"/>
                <a:ea typeface="맑은 고딕" panose="020B0503020000020004" pitchFamily="50" charset="-127"/>
              </a:rPr>
              <a:t>기도와 전도에 힘쓰는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2. </a:t>
            </a:r>
            <a:r>
              <a:rPr lang="ko-KR" altLang="en-US" sz="1600" dirty="0" err="1">
                <a:solidFill>
                  <a:srgbClr val="FFFFFF"/>
                </a:solidFill>
                <a:latin typeface="맑은 고딕" panose="020B0503020000020004" pitchFamily="50" charset="-127"/>
                <a:ea typeface="맑은 고딕" panose="020B0503020000020004" pitchFamily="50" charset="-127"/>
              </a:rPr>
              <a:t>선교지와</a:t>
            </a:r>
            <a:r>
              <a:rPr lang="ko-KR" altLang="en-US" sz="1600" dirty="0">
                <a:solidFill>
                  <a:srgbClr val="FFFFFF"/>
                </a:solidFill>
                <a:latin typeface="맑은 고딕" panose="020B0503020000020004" pitchFamily="50" charset="-127"/>
                <a:ea typeface="맑은 고딕" panose="020B0503020000020004" pitchFamily="50" charset="-127"/>
              </a:rPr>
              <a:t> 선교사를 위해</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니카라과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김인선 선교사</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볼리비아</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윤도근 선교사</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아프리카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백성철 선교사</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3. </a:t>
            </a:r>
            <a:r>
              <a:rPr lang="ko-KR" altLang="en-US" sz="1600" dirty="0">
                <a:solidFill>
                  <a:srgbClr val="FFFFFF"/>
                </a:solidFill>
                <a:latin typeface="맑은 고딕" panose="020B0503020000020004" pitchFamily="50" charset="-127"/>
                <a:ea typeface="맑은 고딕" panose="020B0503020000020004" pitchFamily="50" charset="-127"/>
              </a:rPr>
              <a:t>담임목사님 및 </a:t>
            </a:r>
            <a:r>
              <a:rPr lang="ko-KR" altLang="en-US" sz="1600" dirty="0" err="1">
                <a:solidFill>
                  <a:srgbClr val="FFFFFF"/>
                </a:solidFill>
                <a:latin typeface="맑은 고딕" panose="020B0503020000020004" pitchFamily="50" charset="-127"/>
                <a:ea typeface="맑은 고딕" panose="020B0503020000020004" pitchFamily="50" charset="-127"/>
              </a:rPr>
              <a:t>소그룹</a:t>
            </a:r>
            <a:r>
              <a:rPr lang="ko-KR" altLang="en-US" sz="1600" dirty="0">
                <a:solidFill>
                  <a:srgbClr val="FFFFFF"/>
                </a:solidFill>
                <a:latin typeface="맑은 고딕" panose="020B0503020000020004" pitchFamily="50" charset="-127"/>
                <a:ea typeface="맑은 고딕" panose="020B0503020000020004" pitchFamily="50" charset="-127"/>
              </a:rPr>
              <a:t> 리더들의 영성을 위해</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우리</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비전</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사랑</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행복</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믿음</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4. </a:t>
            </a:r>
            <a:r>
              <a:rPr lang="ko-KR" altLang="en-US" sz="1600" dirty="0">
                <a:solidFill>
                  <a:srgbClr val="FFFFFF"/>
                </a:solidFill>
                <a:latin typeface="맑은 고딕" panose="020B0503020000020004" pitchFamily="50" charset="-127"/>
                <a:ea typeface="맑은 고딕" panose="020B0503020000020004" pitchFamily="50" charset="-127"/>
              </a:rPr>
              <a:t>지역을 넓혀가는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p:txBody>
      </p:sp>
      <p:pic>
        <p:nvPicPr>
          <p:cNvPr id="7" name="그림 6" descr="corner.png"/>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8" name="그림 7" descr="corner.png"/>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242AA5C-6105-7D46-8770-03F013E36AFB}"/>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4213247D-98AF-C970-CFFE-4E609913E7EC}"/>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81E22BD2-1200-0E48-62F2-46288D8324A3}"/>
              </a:ext>
            </a:extLst>
          </p:cNvPr>
          <p:cNvSpPr txBox="1"/>
          <p:nvPr/>
        </p:nvSpPr>
        <p:spPr>
          <a:xfrm>
            <a:off x="1371600" y="1556087"/>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F189F879-1F52-13E3-2A04-A9D02189081D}"/>
              </a:ext>
            </a:extLst>
          </p:cNvPr>
          <p:cNvSpPr txBox="1"/>
          <p:nvPr/>
        </p:nvSpPr>
        <p:spPr>
          <a:xfrm>
            <a:off x="1371600" y="3171980"/>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{{HYMN2}}</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533A0AE-00F3-70C4-3020-13D156726F25}"/>
              </a:ext>
            </a:extLst>
          </p:cNvPr>
          <p:cNvSpPr txBox="1"/>
          <p:nvPr/>
        </p:nvSpPr>
        <p:spPr>
          <a:xfrm>
            <a:off x="3200400" y="2645683"/>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906743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t="-5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축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p:cNvSpPr txBox="1"/>
          <p:nvPr/>
        </p:nvSpPr>
        <p:spPr>
          <a:xfrm>
            <a:off x="1371600" y="3184531"/>
            <a:ext cx="6477000"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rPr>
              <a:t>{{BENEDICTION}}</a:t>
            </a:r>
            <a:endParaRPr kumimoji="1" lang="ko-KR" altLang="en-US"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955EB14B-265C-F803-F4AC-A8478FBBAEA5}"/>
              </a:ext>
            </a:extLst>
          </p:cNvPr>
          <p:cNvSpPr txBox="1"/>
          <p:nvPr/>
        </p:nvSpPr>
        <p:spPr>
          <a:xfrm>
            <a:off x="3019777" y="2632039"/>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BENEDICTION</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우리가 한 맘으로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안에 하나 되어</a:t>
            </a: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크신 주의 영광이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아름다운 노래로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0697801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264BAD7-6720-4830-84E5-3C44FAE1EC0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765A2ACC-064A-FEFC-D87F-98070AF08677}"/>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축복해요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함께해요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하나님 사랑해요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예수님 감사해요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4646585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DDF524F-A1E2-E067-146C-FC7D8C12857C}"/>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E6C91728-9D6B-D76B-6DAC-67A20DE2A361}"/>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은혜 와 진리의 말씀 가지고</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담대하게 나가자 </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영광 위해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사랑이 넘치는 우리 교회</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5722580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28964F92-988A-6EEA-D24F-5D2BE0C1BD7E}"/>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08DB3D2B-7E76-3527-DEE7-C844B043F6FB}"/>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5716851C-101E-B22F-6117-EA90A5045585}"/>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C6EBCBEF-73F4-8431-1D62-7B71B93EEC6D}"/>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9D23A935-99D5-7D4B-04F8-F614FB9C9FB1}"/>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r>
              <a:rPr kumimoji="1" lang="en-US" altLang="ko-KR" sz="2000" b="0"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today_date</a:t>
            </a: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D55026D6-D75D-0041-9422-CAC3AA5936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5646C5A0-9A0D-BA82-252F-7ACE21E7266E}"/>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4465792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6BF774E7-7BF3-4B67-0FDE-5FDEA6EB51E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D3A697-1CB2-0913-F97E-8A8A38D6CC82}"/>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7094079A-007F-1BDB-534E-C8CFE650CAF6}"/>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99CE18B3-F2C9-83ED-4669-DE77A61C89C8}"/>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1412A07B-CD5B-CD4C-7077-FDBAD970A02A}"/>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BFE76DDC-8929-7373-0FD2-498026F0EF41}"/>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21B45ACA-C422-5D25-A29E-BAE43845C0F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07201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3000" b="-3000"/>
          </a:stretch>
        </a:blip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198</a:t>
            </a:r>
            <a:r>
              <a:rPr kumimoji="1" lang="ko-KR" altLang="en-US"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장</a:t>
            </a: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6858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050" name="그림 2">
            <a:extLst>
              <a:ext uri="{FF2B5EF4-FFF2-40B4-BE49-F238E27FC236}">
                <a16:creationId xmlns:a16="http://schemas.microsoft.com/office/drawing/2014/main" id="{3363EF8D-8783-DAE7-2DA4-8D87F6327A9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074" name="그림 2">
            <a:extLst>
              <a:ext uri="{FF2B5EF4-FFF2-40B4-BE49-F238E27FC236}">
                <a16:creationId xmlns:a16="http://schemas.microsoft.com/office/drawing/2014/main" id="{D0BC69F3-83F4-449C-1C36-AB3777CD3E6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098" name="그림 2">
            <a:extLst>
              <a:ext uri="{FF2B5EF4-FFF2-40B4-BE49-F238E27FC236}">
                <a16:creationId xmlns:a16="http://schemas.microsoft.com/office/drawing/2014/main" id="{0FB2ADD9-3CF2-7868-1720-33CFB0440FE1}"/>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122" name="그림 1">
            <a:extLst>
              <a:ext uri="{FF2B5EF4-FFF2-40B4-BE49-F238E27FC236}">
                <a16:creationId xmlns:a16="http://schemas.microsoft.com/office/drawing/2014/main" id="{5449676B-F2EF-698E-4F9B-30E4CF0BB14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146" name="그림 1">
            <a:extLst>
              <a:ext uri="{FF2B5EF4-FFF2-40B4-BE49-F238E27FC236}">
                <a16:creationId xmlns:a16="http://schemas.microsoft.com/office/drawing/2014/main" id="{0DE243AC-A1F9-C944-BA6F-2DEFE023FB85}"/>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170" name="그림 1">
            <a:extLst>
              <a:ext uri="{FF2B5EF4-FFF2-40B4-BE49-F238E27FC236}">
                <a16:creationId xmlns:a16="http://schemas.microsoft.com/office/drawing/2014/main" id="{7767C371-02DA-36BF-99F6-DD4BBCAC346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194" name="그림 1">
            <a:extLst>
              <a:ext uri="{FF2B5EF4-FFF2-40B4-BE49-F238E27FC236}">
                <a16:creationId xmlns:a16="http://schemas.microsoft.com/office/drawing/2014/main" id="{E570F26B-FD28-C43A-84AD-C559CFB519A4}"/>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218" name="그림 1">
            <a:extLst>
              <a:ext uri="{FF2B5EF4-FFF2-40B4-BE49-F238E27FC236}">
                <a16:creationId xmlns:a16="http://schemas.microsoft.com/office/drawing/2014/main" id="{14D3374F-260F-8136-6EF5-69B65B6645D7}"/>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242" name="그림 1">
            <a:extLst>
              <a:ext uri="{FF2B5EF4-FFF2-40B4-BE49-F238E27FC236}">
                <a16:creationId xmlns:a16="http://schemas.microsoft.com/office/drawing/2014/main" id="{70D02E1C-2C2F-AD9A-2A9C-0D3E4B20906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1266" name="그림 1">
            <a:extLst>
              <a:ext uri="{FF2B5EF4-FFF2-40B4-BE49-F238E27FC236}">
                <a16:creationId xmlns:a16="http://schemas.microsoft.com/office/drawing/2014/main" id="{418A2CB7-1FD9-6430-0730-7644A03F8779}"/>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2290" name="그림 1">
            <a:extLst>
              <a:ext uri="{FF2B5EF4-FFF2-40B4-BE49-F238E27FC236}">
                <a16:creationId xmlns:a16="http://schemas.microsoft.com/office/drawing/2014/main" id="{797807E6-3B23-D41F-D396-8BF79F0B99F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314" name="그림 1">
            <a:extLst>
              <a:ext uri="{FF2B5EF4-FFF2-40B4-BE49-F238E27FC236}">
                <a16:creationId xmlns:a16="http://schemas.microsoft.com/office/drawing/2014/main" id="{777017C1-6AC7-DFA2-1456-27EED8C7BEDA}"/>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03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1447800" y="995570"/>
            <a:ext cx="6477000" cy="3429000"/>
          </a:xfrm>
          <a:prstGeom prst="round2DiagRect">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1047750"/>
            <a:ext cx="6477000" cy="1243013"/>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815928" y="216399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SCRIPTURE READING</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1866900" y="2705597"/>
            <a:ext cx="56388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고린도전서</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(1CORINTHIANS)</a:t>
            </a: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94994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7CF4B06-6C66-9833-F231-9411CC2E5A6A}"/>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0D126C30-FD91-423E-699F-347EE42604AB}"/>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내가 너희에게 전한 것은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주께 받은 것이니 곧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 예수께서 잡히시던 밤에 떡을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가지사</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I received from the Lord what I also delivered to you, that the Lord Jesus on the night when he was betrayed took bread,	</a:t>
            </a:r>
            <a:r>
              <a:rPr kumimoji="0" lang="en-US" altLang="ko-KR" sz="2400" b="0"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4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49912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560825A-AFE0-C372-4DC6-16613B838DF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F72D4E50-A845-0F73-BD5B-FF903F5E520E}"/>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축사하시고 떼어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이르시되</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이것은 너희를 위하는 내 몸이니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587475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F202C017-FE0B-A85E-9145-8F690C219D9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26E2941E-4312-51E2-6819-F83C39DE52A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11:25</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식후에 또한 그와 같이 잔을 가지시고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이르시되 이 잔은 내 피로 세운 새 언약이니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마실 때마다 나를 기념하라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하셨으니</a:t>
            </a:r>
            <a:b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b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In the same way also he took the cup, after supper, saying, “This cup is the new covenant in my blood. Do this, as often as you drink it, in remembrance of me.”</a:t>
            </a:r>
            <a:endParaRPr kumimoji="1" lang="ko-KR" altLang="en-US" sz="24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534572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339FD7C-70FC-DDE0-E639-542142B49C1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1C3D9683-3E82-9A68-4492-2F4947243020}"/>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580485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2954071-BEDC-FAAD-5F9C-B3D175D750E5}"/>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32F747F5-FCF3-702F-CE6A-D4D2C4B22EC6}"/>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11:27</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그러므로 누구든지 주의 떡이나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잔을 합당하지 않게 먹고 마시는 자는 주의 몸과 피에 대하여 죄를 짓는 것이니라</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Whoever, therefore, eats the bread or drinks the cup of the Lord bin an unworthy manner will be guilty concerning the body and blood of the Lord.</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0015405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D6E973F-B36E-C29B-0117-9BE9963EAC73}"/>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52FB146-B9EF-D0FE-191F-7E9E955561E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사람이 자기를 살피고 그 후에야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이 떡을 먹고 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19623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8CA305D-5176-B68A-1977-6A277E1A3DB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10AFBFD-0908-7788-B703-735BA5C50241}"/>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11:29</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몸을 분별하지 못하고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먹고 마시는 자는 자기의 죄를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마시는 것이니라</a:t>
            </a: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anyone who eats and drinks without discerning the body eats and drinks judgment on himself.</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07559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첫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예수님을 기념하는 것임</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주님을 기리는 것</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Commemorating Jesus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(Honoring the Lord)</a:t>
            </a:r>
          </a:p>
        </p:txBody>
      </p:sp>
    </p:spTree>
    <p:extLst>
      <p:ext uri="{BB962C8B-B14F-4D97-AF65-F5344CB8AC3E}">
        <p14:creationId xmlns:p14="http://schemas.microsoft.com/office/powerpoint/2010/main" val="6324643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EE6D13E-583C-5999-8392-F55E5F0D119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ECD7E7F4-2302-D65C-0E3D-267DE5E4C85F}"/>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축사하시고 떼어 이르시되 이것은 너희를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위하는 내 몸이니 이것을 행하여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Malgun Gothic"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916456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BD735524-4A44-35A8-4C65-B6CEBE0D3BE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573234A-BABD-B712-E625-27C50502BA5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E428BBBC-26CC-F11F-7E5C-79C2CFE9057B}"/>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981137AC-F9B3-C072-3E86-601D239A13B6}"/>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E0B15A9B-B790-EB12-FCFE-862575EF7488}"/>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두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7B27C996-BCE7-038E-13C8-153BFF95B565}"/>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우리의 사명을 다짐하는 목적</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복음을 전함</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 Reaffirm Our Mission</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(Sharing the Gospel)</a:t>
            </a:r>
          </a:p>
        </p:txBody>
      </p:sp>
    </p:spTree>
    <p:extLst>
      <p:ext uri="{BB962C8B-B14F-4D97-AF65-F5344CB8AC3E}">
        <p14:creationId xmlns:p14="http://schemas.microsoft.com/office/powerpoint/2010/main" val="6142278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5CF8DB1-7D4A-6BA5-E00F-32A4F5C21FF4}"/>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D18B0BC-E4DD-D589-1F95-C91318CAF24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203470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A7A6D9CD-CEFA-EFC9-387D-734AE0B3BD14}"/>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FBC6AFC8-5F1B-E0AE-B62B-7C4F4660B94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9E08C2C5-BFE8-902D-23E7-9B94F7237A7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A5A6C7B-5431-B6DD-5BEC-2BFA164678DE}"/>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489AC077-37EE-0AFE-19F4-D20F12B45B96}"/>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세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D780EE87-D780-C61E-0E4B-B6418FF59E08}"/>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자기를 </a:t>
            </a:r>
            <a:r>
              <a:rPr kumimoji="1" lang="ko-KR" altLang="en-US"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살펴야함</a:t>
            </a:r>
            <a:endPar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회개</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We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Must</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Examine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Ourselves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(Repentance)</a:t>
            </a:r>
          </a:p>
        </p:txBody>
      </p:sp>
    </p:spTree>
    <p:extLst>
      <p:ext uri="{BB962C8B-B14F-4D97-AF65-F5344CB8AC3E}">
        <p14:creationId xmlns:p14="http://schemas.microsoft.com/office/powerpoint/2010/main" val="232212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F0D210F-5931-4514-DE33-05C2E360FF2D}"/>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53D382C-72F9-D8EA-CB83-527AB5CCB9A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사람이 자기를 살피고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그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후에야</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이 떡을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689734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5FAE8199-D2D1-B3E5-C659-DA12FF57FF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9FAECB-B710-2E3D-CC93-4B14E47B9EDB}"/>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205FC82-4702-F407-2EF3-BEC19795491D}"/>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C0123754-94A6-7F63-9454-609C48500DC9}"/>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AE2328E5-E73B-D4A3-81EA-034D05B2F94E}"/>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17B718FE-2029-5323-84EF-E5147542E705}"/>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F5642A70-DDF2-2616-65DB-F9F4FD26113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430999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4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9525">
          <a:noFill/>
          <a:miter lim="800000"/>
          <a:headEnd/>
          <a:tailEnd/>
        </a:ln>
      </a:spPr>
      <a:bodyPr>
        <a:spAutoFit/>
      </a:bodyPr>
      <a:lstStyle>
        <a:defPPr algn="just">
          <a:lnSpc>
            <a:spcPct val="80000"/>
          </a:lnSpc>
          <a:spcBef>
            <a:spcPct val="20000"/>
          </a:spcBef>
          <a:defRPr b="1">
            <a:solidFill>
              <a:schemeClr val="bg1"/>
            </a:solidFill>
            <a:latin typeface="HY목각파임B" pitchFamily="18" charset="-127"/>
            <a:ea typeface="HY목각파임B" pitchFamily="18" charset="-127"/>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outerShdw dist="35921" dir="2700000" algn="ctr" rotWithShape="0">
            <a:schemeClr val="tx1"/>
          </a:outerShdw>
        </a:effectLst>
      </a:spPr>
      <a:bodyPr vert="horz" wrap="square" lIns="91440" tIns="45720" rIns="91440" bIns="45720" numCol="1" anchor="t" anchorCtr="0" compatLnSpc="1">
        <a:prstTxWarp prst="textNoShape">
          <a:avLst/>
        </a:prstTxWarp>
      </a:bodyPr>
      <a:lstStyle>
        <a:defPPr marL="457200" marR="0" indent="-457200" algn="just" defTabSz="914400" rtl="0" eaLnBrk="1" fontAlgn="base" latinLnBrk="1" hangingPunct="1">
          <a:lnSpc>
            <a:spcPct val="80000"/>
          </a:lnSpc>
          <a:spcBef>
            <a:spcPct val="20000"/>
          </a:spcBef>
          <a:spcAft>
            <a:spcPct val="0"/>
          </a:spcAft>
          <a:buClrTx/>
          <a:buSzTx/>
          <a:buFontTx/>
          <a:buAutoNum type="arabicPeriod"/>
          <a:tabLst/>
          <a:defRPr kumimoji="1" lang="ko-KR" altLang="en-US" sz="4000" b="0" i="0" u="none" strike="noStrike" cap="none" normalizeH="0" baseline="0" smtClean="0">
            <a:ln>
              <a:noFill/>
            </a:ln>
            <a:solidFill>
              <a:schemeClr val="tx1"/>
            </a:solidFill>
            <a:effectLst/>
            <a:latin typeface="Malgun Gothic" pitchFamily="18" charset="-127"/>
            <a:ea typeface="Malgun Gothic" pitchFamily="18" charset="-127"/>
          </a:defRPr>
        </a:defPPr>
      </a:lstStyle>
    </a:lnDef>
    <a:txDef>
      <a:spPr bwMode="auto">
        <a:noFill/>
        <a:ln w="9525" algn="ctr">
          <a:noFill/>
          <a:miter lim="800000"/>
          <a:headEnd/>
          <a:tailEnd/>
        </a:ln>
        <a:effectLst>
          <a:outerShdw dist="35921" dir="2700000" algn="ctr" rotWithShape="0">
            <a:schemeClr val="tx1"/>
          </a:outerShdw>
        </a:effectLst>
      </a:spPr>
      <a:bodyPr>
        <a:spAutoFit/>
      </a:bodyPr>
      <a:lstStyle>
        <a:defPPr marL="457200" indent="-457200">
          <a:buFontTx/>
          <a:buNone/>
          <a:defRPr sz="3200" dirty="0">
            <a:solidFill>
              <a:schemeClr val="bg1"/>
            </a:solidFill>
            <a:latin typeface="궁서체" pitchFamily="17" charset="-127"/>
            <a:ea typeface="궁서체" pitchFamily="17" charset="-127"/>
          </a:defRPr>
        </a:defPPr>
      </a:lstStyle>
    </a:tx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9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1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60329</TotalTime>
  <Words>1601</Words>
  <Application>Microsoft Office PowerPoint</Application>
  <PresentationFormat>On-screen Show (16:9)</PresentationFormat>
  <Paragraphs>345</Paragraphs>
  <Slides>80</Slides>
  <Notes>11</Notes>
  <HiddenSlides>4</HiddenSlides>
  <MMClips>0</MMClips>
  <ScaleCrop>false</ScaleCrop>
  <HeadingPairs>
    <vt:vector size="8" baseType="variant">
      <vt:variant>
        <vt:lpstr>Fonts Used</vt:lpstr>
      </vt:variant>
      <vt:variant>
        <vt:i4>4</vt:i4>
      </vt:variant>
      <vt:variant>
        <vt:lpstr>Theme</vt:lpstr>
      </vt:variant>
      <vt:variant>
        <vt:i4>6</vt:i4>
      </vt:variant>
      <vt:variant>
        <vt:lpstr>Slide Titles</vt:lpstr>
      </vt:variant>
      <vt:variant>
        <vt:i4>80</vt:i4>
      </vt:variant>
      <vt:variant>
        <vt:lpstr>Custom Shows</vt:lpstr>
      </vt:variant>
      <vt:variant>
        <vt:i4>1</vt:i4>
      </vt:variant>
    </vt:vector>
  </HeadingPairs>
  <TitlesOfParts>
    <vt:vector size="91" baseType="lpstr">
      <vt:lpstr>굴림</vt:lpstr>
      <vt:lpstr>굴림</vt:lpstr>
      <vt:lpstr>맑은 고딕</vt:lpstr>
      <vt:lpstr>맑은 고딕</vt:lpstr>
      <vt:lpstr>4_기본 디자인</vt:lpstr>
      <vt:lpstr>9_기본 디자인</vt:lpstr>
      <vt:lpstr>21_기본 디자인</vt:lpstr>
      <vt:lpstr>5_기본 디자인</vt:lpstr>
      <vt:lpstr>1_기본 디자인</vt:lpstr>
      <vt:lpstr>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참  회  기  도</vt:lpstr>
      <vt:lpstr>PowerPoint Presentation</vt:lpstr>
      <vt:lpstr>대  표  기  도</vt:lpstr>
      <vt:lpstr>말 씀 선 포</vt:lpstr>
      <vt:lpstr>성 경 봉 독</vt:lpstr>
      <vt:lpstr>PowerPoint Presentation</vt:lpstr>
      <vt:lpstr>PowerPoint Presentation</vt:lpstr>
      <vt:lpstr>PowerPoint Presentation</vt:lpstr>
      <vt:lpstr>말 씀 선 포</vt:lpstr>
      <vt:lpstr>말 씀 선 포</vt:lpstr>
      <vt:lpstr>PowerPoint Presentation</vt:lpstr>
      <vt:lpstr>말 씀 선 포</vt:lpstr>
      <vt:lpstr>PowerPoint Presentation</vt:lpstr>
      <vt:lpstr>말 씀 선 포</vt:lpstr>
      <vt:lpstr>PowerPoint Presentation</vt:lpstr>
      <vt:lpstr>말 씀 선 포</vt:lpstr>
      <vt:lpstr>PowerPoint Presentation</vt:lpstr>
      <vt:lpstr>PowerPoint Presentation</vt:lpstr>
      <vt:lpstr>PowerPoint Presentation</vt:lpstr>
      <vt:lpstr>PowerPoint Presentation</vt:lpstr>
      <vt:lpstr>PowerPoint Presentation</vt:lpstr>
      <vt:lpstr>헌  금  기  도</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 경 봉 독</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“성찬의 의미＂</vt:lpstr>
      <vt:lpstr>PowerPoint Presentation</vt:lpstr>
      <vt:lpstr>“성찬의 의미＂</vt:lpstr>
      <vt:lpstr>PowerPoint Presentation</vt:lpstr>
      <vt:lpstr>“성찬의 의미＂</vt:lpstr>
      <vt:lpstr>PowerPoint Presentation</vt:lpstr>
      <vt:lpstr>PowerPoint Presentation</vt:lpstr>
      <vt:lpstr>재구성한 쇼 1</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신일교회 주일 아침예배</dc:title>
  <dc:creator>..</dc:creator>
  <cp:lastModifiedBy>Yosub Kim</cp:lastModifiedBy>
  <cp:revision>5380</cp:revision>
  <dcterms:created xsi:type="dcterms:W3CDTF">2001-05-24T08:58:56Z</dcterms:created>
  <dcterms:modified xsi:type="dcterms:W3CDTF">2026-09-20T02:07:52Z</dcterms:modified>
</cp:coreProperties>
</file>