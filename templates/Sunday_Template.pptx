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5.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579445" r:id="rId1"/>
    <p:sldMasterId id="2147632119" r:id="rId2"/>
    <p:sldMasterId id="2147634632" r:id="rId3"/>
    <p:sldMasterId id="2147634717" r:id="rId4"/>
    <p:sldMasterId id="2147634741" r:id="rId5"/>
    <p:sldMasterId id="2147634753" r:id="rId6"/>
  </p:sldMasterIdLst>
  <p:notesMasterIdLst>
    <p:notesMasterId r:id="rId87"/>
  </p:notesMasterIdLst>
  <p:handoutMasterIdLst>
    <p:handoutMasterId r:id="rId88"/>
  </p:handoutMasterIdLst>
  <p:sldIdLst>
    <p:sldId id="23959" r:id="rId7"/>
    <p:sldId id="24083" r:id="rId8"/>
    <p:sldId id="23500" r:id="rId9"/>
    <p:sldId id="23502" r:id="rId10"/>
    <p:sldId id="24031" r:id="rId11"/>
    <p:sldId id="22428" r:id="rId12"/>
    <p:sldId id="24045" r:id="rId13"/>
    <p:sldId id="23991" r:id="rId14"/>
    <p:sldId id="20491" r:id="rId15"/>
    <p:sldId id="20492" r:id="rId16"/>
    <p:sldId id="23568" r:id="rId17"/>
    <p:sldId id="23569" r:id="rId18"/>
    <p:sldId id="20493" r:id="rId19"/>
    <p:sldId id="20494" r:id="rId20"/>
    <p:sldId id="23572" r:id="rId21"/>
    <p:sldId id="23573" r:id="rId22"/>
    <p:sldId id="15492" r:id="rId23"/>
    <p:sldId id="23731" r:id="rId24"/>
    <p:sldId id="24039" r:id="rId25"/>
    <p:sldId id="24520" r:id="rId26"/>
    <p:sldId id="23806" r:id="rId27"/>
    <p:sldId id="24401" r:id="rId28"/>
    <p:sldId id="24522" r:id="rId29"/>
    <p:sldId id="22008" r:id="rId30"/>
    <p:sldId id="23907" r:id="rId31"/>
    <p:sldId id="24261" r:id="rId32"/>
    <p:sldId id="24524" r:id="rId33"/>
    <p:sldId id="24514" r:id="rId34"/>
    <p:sldId id="24525" r:id="rId35"/>
    <p:sldId id="24516" r:id="rId36"/>
    <p:sldId id="24526" r:id="rId37"/>
    <p:sldId id="24532" r:id="rId38"/>
    <p:sldId id="20508" r:id="rId39"/>
    <p:sldId id="23565" r:id="rId40"/>
    <p:sldId id="23566" r:id="rId41"/>
    <p:sldId id="23567" r:id="rId42"/>
    <p:sldId id="20502" r:id="rId43"/>
    <p:sldId id="20510" r:id="rId44"/>
    <p:sldId id="24565" r:id="rId45"/>
    <p:sldId id="24293" r:id="rId46"/>
    <p:sldId id="24294" r:id="rId47"/>
    <p:sldId id="24495" r:id="rId48"/>
    <p:sldId id="24296" r:id="rId49"/>
    <p:sldId id="24564" r:id="rId50"/>
    <p:sldId id="20518" r:id="rId51"/>
    <p:sldId id="24029" r:id="rId52"/>
    <p:sldId id="22548" r:id="rId53"/>
    <p:sldId id="23346" r:id="rId54"/>
    <p:sldId id="23498" r:id="rId55"/>
    <p:sldId id="23499" r:id="rId56"/>
    <p:sldId id="24531" r:id="rId57"/>
    <p:sldId id="24279" r:id="rId58"/>
    <p:sldId id="24527" r:id="rId59"/>
    <p:sldId id="24280" r:id="rId60"/>
    <p:sldId id="257" r:id="rId61"/>
    <p:sldId id="258" r:id="rId62"/>
    <p:sldId id="259" r:id="rId63"/>
    <p:sldId id="260" r:id="rId64"/>
    <p:sldId id="261" r:id="rId65"/>
    <p:sldId id="262" r:id="rId66"/>
    <p:sldId id="263" r:id="rId67"/>
    <p:sldId id="264" r:id="rId68"/>
    <p:sldId id="265" r:id="rId69"/>
    <p:sldId id="266" r:id="rId70"/>
    <p:sldId id="267" r:id="rId71"/>
    <p:sldId id="24528" r:id="rId72"/>
    <p:sldId id="24087" r:id="rId73"/>
    <p:sldId id="24243" r:id="rId74"/>
    <p:sldId id="24244" r:id="rId75"/>
    <p:sldId id="24245" r:id="rId76"/>
    <p:sldId id="24246" r:id="rId77"/>
    <p:sldId id="24247" r:id="rId78"/>
    <p:sldId id="24249" r:id="rId79"/>
    <p:sldId id="24529" r:id="rId80"/>
    <p:sldId id="24281" r:id="rId81"/>
    <p:sldId id="24282" r:id="rId82"/>
    <p:sldId id="24283" r:id="rId83"/>
    <p:sldId id="24284" r:id="rId84"/>
    <p:sldId id="24285" r:id="rId85"/>
    <p:sldId id="24530" r:id="rId86"/>
  </p:sldIdLst>
  <p:sldSz cx="9144000" cy="5143500" type="screen16x9"/>
  <p:notesSz cx="6858000" cy="9144000"/>
  <p:embeddedFontLst>
    <p:embeddedFont>
      <p:font typeface="맑은 고딕" panose="020B0503020000020004" pitchFamily="50" charset="-127"/>
      <p:regular r:id="rId89"/>
      <p:bold r:id="rId90"/>
    </p:embeddedFont>
    <p:embeddedFont>
      <p:font typeface="맑은 고딕" panose="020B0503020000020004" pitchFamily="50" charset="-127"/>
      <p:regular r:id="rId89"/>
      <p:bold r:id="rId90"/>
    </p:embeddedFont>
  </p:embeddedFontLst>
  <p:custShowLst>
    <p:custShow name="재구성한 쇼 1" id="0">
      <p:sldLst/>
    </p:custShow>
  </p:custShowLst>
  <p:defaultTextStyle>
    <a:defPPr>
      <a:defRPr lang="ko-KR"/>
    </a:defPPr>
    <a:lvl1pPr algn="l" rtl="0" fontAlgn="base" latinLnBrk="1">
      <a:spcBef>
        <a:spcPct val="0"/>
      </a:spcBef>
      <a:spcAft>
        <a:spcPct val="0"/>
      </a:spcAft>
      <a:defRPr kumimoji="1" sz="2700" kern="1200">
        <a:solidFill>
          <a:schemeClr val="tx1"/>
        </a:solidFill>
        <a:latin typeface="Malgun Gothic"/>
        <a:ea typeface="Malgun Gothic"/>
        <a:cs typeface="Malgun Gothic"/>
      </a:defRPr>
    </a:lvl1pPr>
    <a:lvl2pPr marL="317456" algn="l" rtl="0" fontAlgn="base" latinLnBrk="1">
      <a:spcBef>
        <a:spcPct val="0"/>
      </a:spcBef>
      <a:spcAft>
        <a:spcPct val="0"/>
      </a:spcAft>
      <a:defRPr kumimoji="1" sz="2700" kern="1200">
        <a:solidFill>
          <a:schemeClr val="tx1"/>
        </a:solidFill>
        <a:latin typeface="Malgun Gothic"/>
        <a:ea typeface="Malgun Gothic"/>
        <a:cs typeface="Malgun Gothic"/>
      </a:defRPr>
    </a:lvl2pPr>
    <a:lvl3pPr marL="634913" algn="l" rtl="0" fontAlgn="base" latinLnBrk="1">
      <a:spcBef>
        <a:spcPct val="0"/>
      </a:spcBef>
      <a:spcAft>
        <a:spcPct val="0"/>
      </a:spcAft>
      <a:defRPr kumimoji="1" sz="2700" kern="1200">
        <a:solidFill>
          <a:schemeClr val="tx1"/>
        </a:solidFill>
        <a:latin typeface="Malgun Gothic"/>
        <a:ea typeface="Malgun Gothic"/>
        <a:cs typeface="Malgun Gothic"/>
      </a:defRPr>
    </a:lvl3pPr>
    <a:lvl4pPr marL="952369" algn="l" rtl="0" fontAlgn="base" latinLnBrk="1">
      <a:spcBef>
        <a:spcPct val="0"/>
      </a:spcBef>
      <a:spcAft>
        <a:spcPct val="0"/>
      </a:spcAft>
      <a:defRPr kumimoji="1" sz="2700" kern="1200">
        <a:solidFill>
          <a:schemeClr val="tx1"/>
        </a:solidFill>
        <a:latin typeface="Malgun Gothic"/>
        <a:ea typeface="Malgun Gothic"/>
        <a:cs typeface="Malgun Gothic"/>
      </a:defRPr>
    </a:lvl4pPr>
    <a:lvl5pPr marL="1269825" algn="l" rtl="0" fontAlgn="base" latinLnBrk="1">
      <a:spcBef>
        <a:spcPct val="0"/>
      </a:spcBef>
      <a:spcAft>
        <a:spcPct val="0"/>
      </a:spcAft>
      <a:defRPr kumimoji="1" sz="2700" kern="1200">
        <a:solidFill>
          <a:schemeClr val="tx1"/>
        </a:solidFill>
        <a:latin typeface="Malgun Gothic"/>
        <a:ea typeface="Malgun Gothic"/>
        <a:cs typeface="Malgun Gothic"/>
      </a:defRPr>
    </a:lvl5pPr>
    <a:lvl6pPr marL="1587283" algn="l" defTabSz="634913" rtl="0" eaLnBrk="1" latinLnBrk="0" hangingPunct="1">
      <a:defRPr kumimoji="1" sz="2700" kern="1200">
        <a:solidFill>
          <a:schemeClr val="tx1"/>
        </a:solidFill>
        <a:latin typeface="Malgun Gothic"/>
        <a:ea typeface="Malgun Gothic"/>
        <a:cs typeface="Malgun Gothic"/>
      </a:defRPr>
    </a:lvl6pPr>
    <a:lvl7pPr marL="1904739" algn="l" defTabSz="634913" rtl="0" eaLnBrk="1" latinLnBrk="0" hangingPunct="1">
      <a:defRPr kumimoji="1" sz="2700" kern="1200">
        <a:solidFill>
          <a:schemeClr val="tx1"/>
        </a:solidFill>
        <a:latin typeface="Malgun Gothic"/>
        <a:ea typeface="Malgun Gothic"/>
        <a:cs typeface="Malgun Gothic"/>
      </a:defRPr>
    </a:lvl7pPr>
    <a:lvl8pPr marL="2222195" algn="l" defTabSz="634913" rtl="0" eaLnBrk="1" latinLnBrk="0" hangingPunct="1">
      <a:defRPr kumimoji="1" sz="2700" kern="1200">
        <a:solidFill>
          <a:schemeClr val="tx1"/>
        </a:solidFill>
        <a:latin typeface="Malgun Gothic"/>
        <a:ea typeface="Malgun Gothic"/>
        <a:cs typeface="Malgun Gothic"/>
      </a:defRPr>
    </a:lvl8pPr>
    <a:lvl9pPr marL="2539652" algn="l" defTabSz="634913" rtl="0" eaLnBrk="1" latinLnBrk="0" hangingPunct="1">
      <a:defRPr kumimoji="1" sz="2700" kern="1200">
        <a:solidFill>
          <a:schemeClr val="tx1"/>
        </a:solidFill>
        <a:latin typeface="Malgun Gothic"/>
        <a:ea typeface="Malgun Gothic"/>
        <a:cs typeface="Malgun Gothic"/>
      </a:defRPr>
    </a:lvl9pPr>
  </p:defaultTextStyle>
  <p:extLst>
    <p:ext uri="{521415D9-36F7-43E2-AB2F-B90AF26B5E84}">
      <p14:sectionLst xmlns:p14="http://schemas.microsoft.com/office/powerpoint/2010/main">
        <p14:section name="기본 구역" id="{FD173C57-410C-4B37-9BF1-B38B26232D35}">
          <p14:sldIdLst>
            <p14:sldId id="23959"/>
            <p14:sldId id="24083"/>
            <p14:sldId id="23500"/>
            <p14:sldId id="23502"/>
            <p14:sldId id="24031"/>
            <p14:sldId id="22428"/>
            <p14:sldId id="24045"/>
            <p14:sldId id="23991"/>
            <p14:sldId id="20491"/>
            <p14:sldId id="20492"/>
            <p14:sldId id="23568"/>
            <p14:sldId id="23569"/>
            <p14:sldId id="20493"/>
            <p14:sldId id="20494"/>
            <p14:sldId id="23572"/>
            <p14:sldId id="23573"/>
            <p14:sldId id="15492"/>
            <p14:sldId id="23731"/>
            <p14:sldId id="24039"/>
            <p14:sldId id="24520"/>
            <p14:sldId id="23806"/>
            <p14:sldId id="24401"/>
            <p14:sldId id="24522"/>
            <p14:sldId id="22008"/>
            <p14:sldId id="23907"/>
            <p14:sldId id="24261"/>
            <p14:sldId id="24524"/>
            <p14:sldId id="24514"/>
            <p14:sldId id="24525"/>
            <p14:sldId id="24516"/>
            <p14:sldId id="24526"/>
            <p14:sldId id="24532"/>
            <p14:sldId id="20508"/>
            <p14:sldId id="23565"/>
            <p14:sldId id="23566"/>
            <p14:sldId id="23567"/>
            <p14:sldId id="20502"/>
            <p14:sldId id="20510"/>
            <p14:sldId id="24565"/>
            <p14:sldId id="24293"/>
            <p14:sldId id="24294"/>
            <p14:sldId id="24495"/>
            <p14:sldId id="24296"/>
            <p14:sldId id="24564"/>
            <p14:sldId id="20518"/>
            <p14:sldId id="24029"/>
            <p14:sldId id="22548"/>
            <p14:sldId id="23346"/>
            <p14:sldId id="23498"/>
            <p14:sldId id="23499"/>
            <p14:sldId id="24531"/>
            <p14:sldId id="24279"/>
            <p14:sldId id="24527"/>
            <p14:sldId id="24280"/>
            <p14:sldId id="257"/>
            <p14:sldId id="258"/>
            <p14:sldId id="259"/>
            <p14:sldId id="260"/>
            <p14:sldId id="261"/>
            <p14:sldId id="262"/>
            <p14:sldId id="263"/>
            <p14:sldId id="264"/>
            <p14:sldId id="265"/>
            <p14:sldId id="266"/>
            <p14:sldId id="267"/>
            <p14:sldId id="24528"/>
            <p14:sldId id="24087"/>
            <p14:sldId id="24243"/>
            <p14:sldId id="24244"/>
            <p14:sldId id="24245"/>
            <p14:sldId id="24246"/>
            <p14:sldId id="24247"/>
            <p14:sldId id="24249"/>
            <p14:sldId id="24529"/>
            <p14:sldId id="24281"/>
            <p14:sldId id="24282"/>
            <p14:sldId id="24283"/>
            <p14:sldId id="24284"/>
            <p14:sldId id="24285"/>
            <p14:sldId id="24530"/>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BB00"/>
    <a:srgbClr val="351717"/>
    <a:srgbClr val="0C0C32"/>
    <a:srgbClr val="431D1D"/>
    <a:srgbClr val="FEC200"/>
    <a:srgbClr val="372B25"/>
    <a:srgbClr val="4E3D34"/>
    <a:srgbClr val="00CC00"/>
    <a:srgbClr val="00194C"/>
    <a:srgbClr val="51232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8997" autoAdjust="0"/>
    <p:restoredTop sz="56271" autoAdjust="0"/>
  </p:normalViewPr>
  <p:slideViewPr>
    <p:cSldViewPr>
      <p:cViewPr varScale="1">
        <p:scale>
          <a:sx n="101" d="100"/>
          <a:sy n="101" d="100"/>
        </p:scale>
        <p:origin x="114" y="630"/>
      </p:cViewPr>
      <p:guideLst>
        <p:guide orient="horz" pos="1620"/>
        <p:guide pos="2880"/>
      </p:guideLst>
    </p:cSldViewPr>
  </p:slideViewPr>
  <p:outlineViewPr>
    <p:cViewPr>
      <p:scale>
        <a:sx n="33" d="100"/>
        <a:sy n="33" d="100"/>
      </p:scale>
      <p:origin x="0" y="21490"/>
    </p:cViewPr>
  </p:outlineViewPr>
  <p:notesTextViewPr>
    <p:cViewPr>
      <p:scale>
        <a:sx n="3" d="2"/>
        <a:sy n="3" d="2"/>
      </p:scale>
      <p:origin x="0" y="0"/>
    </p:cViewPr>
  </p:notesTextViewPr>
  <p:sorterViewPr>
    <p:cViewPr>
      <p:scale>
        <a:sx n="66" d="100"/>
        <a:sy n="66" d="100"/>
      </p:scale>
      <p:origin x="0" y="0"/>
    </p:cViewPr>
  </p:sorterViewPr>
  <p:notesViewPr>
    <p:cSldViewPr>
      <p:cViewPr varScale="1">
        <p:scale>
          <a:sx n="92" d="100"/>
          <a:sy n="92" d="100"/>
        </p:scale>
        <p:origin x="-3780"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slide" Target="slides/slide44.xml"/><Relationship Id="rId55" Type="http://schemas.openxmlformats.org/officeDocument/2006/relationships/slide" Target="slides/slide49.xml"/><Relationship Id="rId63" Type="http://schemas.openxmlformats.org/officeDocument/2006/relationships/slide" Target="slides/slide57.xml"/><Relationship Id="rId68" Type="http://schemas.openxmlformats.org/officeDocument/2006/relationships/slide" Target="slides/slide62.xml"/><Relationship Id="rId76" Type="http://schemas.openxmlformats.org/officeDocument/2006/relationships/slide" Target="slides/slide70.xml"/><Relationship Id="rId84" Type="http://schemas.openxmlformats.org/officeDocument/2006/relationships/slide" Target="slides/slide78.xml"/><Relationship Id="rId89" Type="http://schemas.openxmlformats.org/officeDocument/2006/relationships/font" Target="fonts/font1.fntdata"/><Relationship Id="rId7" Type="http://schemas.openxmlformats.org/officeDocument/2006/relationships/slide" Target="slides/slide1.xml"/><Relationship Id="rId71" Type="http://schemas.openxmlformats.org/officeDocument/2006/relationships/slide" Target="slides/slide65.xml"/><Relationship Id="rId92"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openxmlformats.org/officeDocument/2006/relationships/slide" Target="slides/slide60.xml"/><Relationship Id="rId74" Type="http://schemas.openxmlformats.org/officeDocument/2006/relationships/slide" Target="slides/slide68.xml"/><Relationship Id="rId79" Type="http://schemas.openxmlformats.org/officeDocument/2006/relationships/slide" Target="slides/slide73.xml"/><Relationship Id="rId87" Type="http://schemas.openxmlformats.org/officeDocument/2006/relationships/notesMaster" Target="notesMasters/notesMaster1.xml"/><Relationship Id="rId5" Type="http://schemas.openxmlformats.org/officeDocument/2006/relationships/slideMaster" Target="slideMasters/slideMaster5.xml"/><Relationship Id="rId61" Type="http://schemas.openxmlformats.org/officeDocument/2006/relationships/slide" Target="slides/slide55.xml"/><Relationship Id="rId82" Type="http://schemas.openxmlformats.org/officeDocument/2006/relationships/slide" Target="slides/slide76.xml"/><Relationship Id="rId90" Type="http://schemas.openxmlformats.org/officeDocument/2006/relationships/font" Target="fonts/font2.fntdata"/><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slide" Target="slides/slide63.xml"/><Relationship Id="rId77" Type="http://schemas.openxmlformats.org/officeDocument/2006/relationships/slide" Target="slides/slide71.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80" Type="http://schemas.openxmlformats.org/officeDocument/2006/relationships/slide" Target="slides/slide74.xml"/><Relationship Id="rId85" Type="http://schemas.openxmlformats.org/officeDocument/2006/relationships/slide" Target="slides/slide79.xml"/><Relationship Id="rId93"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slide" Target="slides/slide64.xml"/><Relationship Id="rId75" Type="http://schemas.openxmlformats.org/officeDocument/2006/relationships/slide" Target="slides/slide69.xml"/><Relationship Id="rId83" Type="http://schemas.openxmlformats.org/officeDocument/2006/relationships/slide" Target="slides/slide77.xml"/><Relationship Id="rId88" Type="http://schemas.openxmlformats.org/officeDocument/2006/relationships/handoutMaster" Target="handoutMasters/handoutMaster1.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slide" Target="slides/slide67.xml"/><Relationship Id="rId78" Type="http://schemas.openxmlformats.org/officeDocument/2006/relationships/slide" Target="slides/slide72.xml"/><Relationship Id="rId81" Type="http://schemas.openxmlformats.org/officeDocument/2006/relationships/slide" Target="slides/slide75.xml"/><Relationship Id="rId86" Type="http://schemas.openxmlformats.org/officeDocument/2006/relationships/slide" Target="slides/slide80.xml"/><Relationship Id="rId94"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latin typeface="맑은 고딕" panose="020B0503020000020004" pitchFamily="50" charset="-127"/>
              <a:ea typeface="맑은 고딕" panose="020B0503020000020004" pitchFamily="50" charset="-127"/>
            </a:endParaRPr>
          </a:p>
        </p:txBody>
      </p:sp>
      <p:sp>
        <p:nvSpPr>
          <p:cNvPr id="3" name="날짜 개체 틀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7AF134B-295D-4BAE-851F-17AF5421FF9C}" type="datetimeFigureOut">
              <a:rPr lang="en-US" smtClean="0">
                <a:latin typeface="맑은 고딕" panose="020B0503020000020004" pitchFamily="50" charset="-127"/>
                <a:ea typeface="맑은 고딕" panose="020B0503020000020004" pitchFamily="50" charset="-127"/>
              </a:rPr>
              <a:t>9/20/2026</a:t>
            </a:fld>
            <a:endParaRPr lang="en-US" dirty="0">
              <a:latin typeface="맑은 고딕" panose="020B0503020000020004" pitchFamily="50" charset="-127"/>
              <a:ea typeface="맑은 고딕" panose="020B0503020000020004" pitchFamily="50" charset="-127"/>
            </a:endParaRPr>
          </a:p>
        </p:txBody>
      </p:sp>
      <p:sp>
        <p:nvSpPr>
          <p:cNvPr id="4" name="바닥글 개체 틀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E95ECFD-5AB9-47C6-AF64-08028266CB21}" type="slidenum">
              <a:rPr lang="en-US" smtClean="0">
                <a:latin typeface="맑은 고딕" panose="020B0503020000020004" pitchFamily="50" charset="-127"/>
                <a:ea typeface="맑은 고딕" panose="020B0503020000020004" pitchFamily="50" charset="-127"/>
              </a:rPr>
              <a:t>‹#›</a:t>
            </a:fld>
            <a:endParaRPr lang="en-US" dirty="0">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5801434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72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맑은 고딕" panose="020B0503020000020004" pitchFamily="50" charset="-127"/>
                <a:ea typeface="맑은 고딕" panose="020B0503020000020004" pitchFamily="50" charset="-127"/>
              </a:defRPr>
            </a:lvl1pPr>
          </a:lstStyle>
          <a:p>
            <a:pPr>
              <a:defRPr/>
            </a:pPr>
            <a:endParaRPr lang="en-US" altLang="ko-KR" dirty="0"/>
          </a:p>
        </p:txBody>
      </p:sp>
      <p:sp>
        <p:nvSpPr>
          <p:cNvPr id="26726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맑은 고딕" panose="020B0503020000020004" pitchFamily="50" charset="-127"/>
                <a:ea typeface="맑은 고딕" panose="020B0503020000020004" pitchFamily="50" charset="-127"/>
              </a:defRPr>
            </a:lvl1pPr>
          </a:lstStyle>
          <a:p>
            <a:pPr>
              <a:defRPr/>
            </a:pPr>
            <a:endParaRPr lang="en-US" altLang="ko-KR" dirty="0"/>
          </a:p>
        </p:txBody>
      </p:sp>
      <p:sp>
        <p:nvSpPr>
          <p:cNvPr id="377860"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726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ko-KR" noProof="0" dirty="0"/>
              <a:t>Click to edit Master text styles</a:t>
            </a:r>
          </a:p>
          <a:p>
            <a:pPr lvl="1"/>
            <a:r>
              <a:rPr lang="en-US" altLang="ko-KR" noProof="0" dirty="0"/>
              <a:t>Second level</a:t>
            </a:r>
          </a:p>
          <a:p>
            <a:pPr lvl="2"/>
            <a:r>
              <a:rPr lang="en-US" altLang="ko-KR" noProof="0" dirty="0"/>
              <a:t>Third level</a:t>
            </a:r>
          </a:p>
          <a:p>
            <a:pPr lvl="3"/>
            <a:r>
              <a:rPr lang="en-US" altLang="ko-KR" noProof="0" dirty="0"/>
              <a:t>Fourth level</a:t>
            </a:r>
          </a:p>
          <a:p>
            <a:pPr lvl="4"/>
            <a:r>
              <a:rPr lang="en-US" altLang="ko-KR" noProof="0" dirty="0"/>
              <a:t>Fifth level</a:t>
            </a:r>
          </a:p>
        </p:txBody>
      </p:sp>
      <p:sp>
        <p:nvSpPr>
          <p:cNvPr id="26727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맑은 고딕" panose="020B0503020000020004" pitchFamily="50" charset="-127"/>
                <a:ea typeface="맑은 고딕" panose="020B0503020000020004" pitchFamily="50" charset="-127"/>
              </a:defRPr>
            </a:lvl1pPr>
          </a:lstStyle>
          <a:p>
            <a:pPr>
              <a:defRPr/>
            </a:pPr>
            <a:endParaRPr lang="en-US" altLang="ko-KR" dirty="0"/>
          </a:p>
        </p:txBody>
      </p:sp>
      <p:sp>
        <p:nvSpPr>
          <p:cNvPr id="26727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맑은 고딕" panose="020B0503020000020004" pitchFamily="50" charset="-127"/>
                <a:ea typeface="맑은 고딕" panose="020B0503020000020004" pitchFamily="50" charset="-127"/>
              </a:defRPr>
            </a:lvl1pPr>
          </a:lstStyle>
          <a:p>
            <a:pPr>
              <a:defRPr/>
            </a:pPr>
            <a:fld id="{24DBFC65-FC5A-4081-81A6-E73B882C714C}" type="slidenum">
              <a:rPr lang="en-US" altLang="ko-KR" smtClean="0"/>
              <a:pPr>
                <a:defRPr/>
              </a:pPr>
              <a:t>‹#›</a:t>
            </a:fld>
            <a:endParaRPr lang="en-US" altLang="ko-KR" dirty="0"/>
          </a:p>
        </p:txBody>
      </p:sp>
    </p:spTree>
    <p:extLst>
      <p:ext uri="{BB962C8B-B14F-4D97-AF65-F5344CB8AC3E}">
        <p14:creationId xmlns:p14="http://schemas.microsoft.com/office/powerpoint/2010/main" val="2484674410"/>
      </p:ext>
    </p:extLst>
  </p:cSld>
  <p:clrMap bg1="lt1" tx1="dk1" bg2="lt2" tx2="dk2" accent1="accent1" accent2="accent2" accent3="accent3" accent4="accent4" accent5="accent5" accent6="accent6" hlink="hlink" folHlink="folHlink"/>
  <p:notesStyle>
    <a:lvl1pPr algn="l" rtl="0" eaLnBrk="0" fontAlgn="base" latinLnBrk="1" hangingPunct="0">
      <a:spcBef>
        <a:spcPct val="30000"/>
      </a:spcBef>
      <a:spcAft>
        <a:spcPct val="0"/>
      </a:spcAft>
      <a:defRPr kumimoji="1" sz="800" kern="1200">
        <a:solidFill>
          <a:schemeClr val="tx1"/>
        </a:solidFill>
        <a:latin typeface="맑은 고딕" panose="020B0503020000020004" pitchFamily="50" charset="-127"/>
        <a:ea typeface="맑은 고딕" panose="020B0503020000020004" pitchFamily="50" charset="-127"/>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FD8BC-EA53-5FB1-9E5C-0B8CB41A91BC}"/>
            </a:ext>
          </a:extLst>
        </p:cNvPr>
        <p:cNvGrpSpPr/>
        <p:nvPr/>
      </p:nvGrpSpPr>
      <p:grpSpPr>
        <a:xfrm>
          <a:off x="0" y="0"/>
          <a:ext cx="0" cy="0"/>
          <a:chOff x="0" y="0"/>
          <a:chExt cx="0" cy="0"/>
        </a:xfrm>
      </p:grpSpPr>
      <p:sp>
        <p:nvSpPr>
          <p:cNvPr id="378882" name="슬라이드 이미지 개체 틀 1">
            <a:extLst>
              <a:ext uri="{FF2B5EF4-FFF2-40B4-BE49-F238E27FC236}">
                <a16:creationId xmlns:a16="http://schemas.microsoft.com/office/drawing/2014/main" id="{AFD3823A-CB78-4E41-442B-3D55F915B2C9}"/>
              </a:ext>
            </a:extLst>
          </p:cNvPr>
          <p:cNvSpPr>
            <a:spLocks noGrp="1" noRot="1" noChangeAspect="1" noTextEdit="1"/>
          </p:cNvSpPr>
          <p:nvPr>
            <p:ph type="sldImg"/>
          </p:nvPr>
        </p:nvSpPr>
        <p:spPr>
          <a:xfrm>
            <a:off x="381000" y="685800"/>
            <a:ext cx="6096000" cy="3429000"/>
          </a:xfrm>
          <a:ln/>
        </p:spPr>
      </p:sp>
      <p:sp>
        <p:nvSpPr>
          <p:cNvPr id="378883" name="슬라이드 노트 개체 틀 2">
            <a:extLst>
              <a:ext uri="{FF2B5EF4-FFF2-40B4-BE49-F238E27FC236}">
                <a16:creationId xmlns:a16="http://schemas.microsoft.com/office/drawing/2014/main" id="{4C8ABD7C-7DE9-2601-9744-7ED94508B5E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p>
        </p:txBody>
      </p:sp>
      <p:sp>
        <p:nvSpPr>
          <p:cNvPr id="378884" name="슬라이드 번호 개체 틀 3">
            <a:extLst>
              <a:ext uri="{FF2B5EF4-FFF2-40B4-BE49-F238E27FC236}">
                <a16:creationId xmlns:a16="http://schemas.microsoft.com/office/drawing/2014/main" id="{05C63B68-74D2-383F-B22A-BCA617B986B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Gulim" pitchFamily="34" charset="-127"/>
                <a:ea typeface="Gulim" pitchFamily="34" charset="-127"/>
              </a:defRPr>
            </a:lvl1pPr>
            <a:lvl2pPr marL="742950" indent="-285750" eaLnBrk="0" hangingPunct="0">
              <a:spcBef>
                <a:spcPct val="30000"/>
              </a:spcBef>
              <a:defRPr kumimoji="1" sz="1200">
                <a:solidFill>
                  <a:schemeClr val="tx1"/>
                </a:solidFill>
                <a:latin typeface="Gulim" pitchFamily="34" charset="-127"/>
                <a:ea typeface="Gulim" pitchFamily="34" charset="-127"/>
              </a:defRPr>
            </a:lvl2pPr>
            <a:lvl3pPr marL="1143000" indent="-228600" eaLnBrk="0" hangingPunct="0">
              <a:spcBef>
                <a:spcPct val="30000"/>
              </a:spcBef>
              <a:defRPr kumimoji="1" sz="1200">
                <a:solidFill>
                  <a:schemeClr val="tx1"/>
                </a:solidFill>
                <a:latin typeface="Gulim" pitchFamily="34" charset="-127"/>
                <a:ea typeface="Gulim" pitchFamily="34" charset="-127"/>
              </a:defRPr>
            </a:lvl3pPr>
            <a:lvl4pPr marL="1600200" indent="-228600" eaLnBrk="0" hangingPunct="0">
              <a:spcBef>
                <a:spcPct val="30000"/>
              </a:spcBef>
              <a:defRPr kumimoji="1" sz="1200">
                <a:solidFill>
                  <a:schemeClr val="tx1"/>
                </a:solidFill>
                <a:latin typeface="Gulim" pitchFamily="34" charset="-127"/>
                <a:ea typeface="Gulim" pitchFamily="34" charset="-127"/>
              </a:defRPr>
            </a:lvl4pPr>
            <a:lvl5pPr marL="2057400" indent="-228600" eaLnBrk="0" hangingPunct="0">
              <a:spcBef>
                <a:spcPct val="30000"/>
              </a:spcBef>
              <a:defRPr kumimoji="1" sz="1200">
                <a:solidFill>
                  <a:schemeClr val="tx1"/>
                </a:solidFill>
                <a:latin typeface="Gulim" pitchFamily="34" charset="-127"/>
                <a:ea typeface="Gulim" pitchFamily="34" charset="-127"/>
              </a:defRPr>
            </a:lvl5pPr>
            <a:lvl6pPr marL="25146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6pPr>
            <a:lvl7pPr marL="29718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7pPr>
            <a:lvl8pPr marL="34290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8pPr>
            <a:lvl9pPr marL="38862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9pPr>
          </a:lstStyle>
          <a:p>
            <a:pPr marL="0" marR="0" lvl="0" indent="0" algn="r" defTabSz="914400" rtl="0" eaLnBrk="1" fontAlgn="base" latinLnBrk="1" hangingPunct="1">
              <a:lnSpc>
                <a:spcPct val="100000"/>
              </a:lnSpc>
              <a:spcBef>
                <a:spcPct val="0"/>
              </a:spcBef>
              <a:spcAft>
                <a:spcPct val="0"/>
              </a:spcAft>
              <a:buClrTx/>
              <a:buSzTx/>
              <a:buFontTx/>
              <a:buNone/>
              <a:tabLst/>
              <a:defRPr/>
            </a:pPr>
            <a:fld id="{F8F3BF52-9074-476A-8A6D-F90ABC0D328F}" type="slidenum">
              <a:rPr kumimoji="1" lang="en-US" altLang="ko-KR" sz="1200" b="0" i="0" u="none" strike="noStrike" kern="1200" cap="none" spc="0" normalizeH="0" baseline="0" noProof="0" smtClean="0">
                <a:ln>
                  <a:noFill/>
                </a:ln>
                <a:solidFill>
                  <a:srgbClr val="000000"/>
                </a:solidFill>
                <a:effectLst/>
                <a:uLnTx/>
                <a:uFillTx/>
                <a:latin typeface="맑은 고딕" panose="020B0503020000020004" pitchFamily="50" charset="-127"/>
                <a:ea typeface="맑은 고딕" panose="020B0503020000020004" pitchFamily="50" charset="-127"/>
              </a:rPr>
              <a:pPr marL="0" marR="0" lvl="0" indent="0" algn="r" defTabSz="914400" rtl="0" eaLnBrk="1" fontAlgn="base" latinLnBrk="1" hangingPunct="1">
                <a:lnSpc>
                  <a:spcPct val="100000"/>
                </a:lnSpc>
                <a:spcBef>
                  <a:spcPct val="0"/>
                </a:spcBef>
                <a:spcAft>
                  <a:spcPct val="0"/>
                </a:spcAft>
                <a:buClrTx/>
                <a:buSzTx/>
                <a:buFontTx/>
                <a:buNone/>
                <a:tabLst/>
                <a:defRPr/>
              </a:pPr>
              <a:t>5</a:t>
            </a:fld>
            <a:endParaRPr kumimoji="1" lang="en-US" altLang="ko-KR" sz="12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0184064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82" name="슬라이드 이미지 개체 틀 1"/>
          <p:cNvSpPr>
            <a:spLocks noGrp="1" noRot="1" noChangeAspect="1" noTextEdit="1"/>
          </p:cNvSpPr>
          <p:nvPr>
            <p:ph type="sldImg"/>
          </p:nvPr>
        </p:nvSpPr>
        <p:spPr>
          <a:xfrm>
            <a:off x="381000" y="685800"/>
            <a:ext cx="6096000" cy="3429000"/>
          </a:xfrm>
          <a:ln/>
        </p:spPr>
      </p:sp>
      <p:sp>
        <p:nvSpPr>
          <p:cNvPr id="378883" name="슬라이드 노트 개체 틀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p>
        </p:txBody>
      </p:sp>
      <p:sp>
        <p:nvSpPr>
          <p:cNvPr id="378884" name="슬라이드 번호 개체 틀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Gulim" pitchFamily="34" charset="-127"/>
                <a:ea typeface="Gulim" pitchFamily="34" charset="-127"/>
              </a:defRPr>
            </a:lvl1pPr>
            <a:lvl2pPr marL="742950" indent="-285750" eaLnBrk="0" hangingPunct="0">
              <a:spcBef>
                <a:spcPct val="30000"/>
              </a:spcBef>
              <a:defRPr kumimoji="1" sz="1200">
                <a:solidFill>
                  <a:schemeClr val="tx1"/>
                </a:solidFill>
                <a:latin typeface="Gulim" pitchFamily="34" charset="-127"/>
                <a:ea typeface="Gulim" pitchFamily="34" charset="-127"/>
              </a:defRPr>
            </a:lvl2pPr>
            <a:lvl3pPr marL="1143000" indent="-228600" eaLnBrk="0" hangingPunct="0">
              <a:spcBef>
                <a:spcPct val="30000"/>
              </a:spcBef>
              <a:defRPr kumimoji="1" sz="1200">
                <a:solidFill>
                  <a:schemeClr val="tx1"/>
                </a:solidFill>
                <a:latin typeface="Gulim" pitchFamily="34" charset="-127"/>
                <a:ea typeface="Gulim" pitchFamily="34" charset="-127"/>
              </a:defRPr>
            </a:lvl3pPr>
            <a:lvl4pPr marL="1600200" indent="-228600" eaLnBrk="0" hangingPunct="0">
              <a:spcBef>
                <a:spcPct val="30000"/>
              </a:spcBef>
              <a:defRPr kumimoji="1" sz="1200">
                <a:solidFill>
                  <a:schemeClr val="tx1"/>
                </a:solidFill>
                <a:latin typeface="Gulim" pitchFamily="34" charset="-127"/>
                <a:ea typeface="Gulim" pitchFamily="34" charset="-127"/>
              </a:defRPr>
            </a:lvl4pPr>
            <a:lvl5pPr marL="2057400" indent="-228600" eaLnBrk="0" hangingPunct="0">
              <a:spcBef>
                <a:spcPct val="30000"/>
              </a:spcBef>
              <a:defRPr kumimoji="1" sz="1200">
                <a:solidFill>
                  <a:schemeClr val="tx1"/>
                </a:solidFill>
                <a:latin typeface="Gulim" pitchFamily="34" charset="-127"/>
                <a:ea typeface="Gulim" pitchFamily="34" charset="-127"/>
              </a:defRPr>
            </a:lvl5pPr>
            <a:lvl6pPr marL="25146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6pPr>
            <a:lvl7pPr marL="29718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7pPr>
            <a:lvl8pPr marL="34290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8pPr>
            <a:lvl9pPr marL="38862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9pPr>
          </a:lstStyle>
          <a:p>
            <a:pPr eaLnBrk="1" hangingPunct="1">
              <a:spcBef>
                <a:spcPct val="0"/>
              </a:spcBef>
            </a:pPr>
            <a:fld id="{F8F3BF52-9074-476A-8A6D-F90ABC0D328F}" type="slidenum">
              <a:rPr lang="en-US" altLang="ko-KR" smtClean="0">
                <a:solidFill>
                  <a:srgbClr val="000000"/>
                </a:solidFill>
                <a:latin typeface="맑은 고딕" panose="020B0503020000020004" pitchFamily="50" charset="-127"/>
                <a:ea typeface="맑은 고딕" panose="020B0503020000020004" pitchFamily="50" charset="-127"/>
              </a:rPr>
              <a:pPr eaLnBrk="1" hangingPunct="1">
                <a:spcBef>
                  <a:spcPct val="0"/>
                </a:spcBef>
              </a:pPr>
              <a:t>24</a:t>
            </a:fld>
            <a:endParaRPr lang="en-US" altLang="ko-KR" dirty="0">
              <a:solidFill>
                <a:srgbClr val="000000"/>
              </a:solidFill>
              <a:latin typeface="맑은 고딕" panose="020B0503020000020004" pitchFamily="50" charset="-127"/>
              <a:ea typeface="맑은 고딕" panose="020B0503020000020004" pitchFamily="50" charset="-127"/>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82" name="슬라이드 이미지 개체 틀 1"/>
          <p:cNvSpPr>
            <a:spLocks noGrp="1" noRot="1" noChangeAspect="1" noTextEdit="1"/>
          </p:cNvSpPr>
          <p:nvPr>
            <p:ph type="sldImg"/>
          </p:nvPr>
        </p:nvSpPr>
        <p:spPr>
          <a:xfrm>
            <a:off x="381000" y="685800"/>
            <a:ext cx="6096000" cy="3429000"/>
          </a:xfrm>
          <a:ln/>
        </p:spPr>
      </p:sp>
      <p:sp>
        <p:nvSpPr>
          <p:cNvPr id="378883" name="슬라이드 노트 개체 틀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p>
        </p:txBody>
      </p:sp>
      <p:sp>
        <p:nvSpPr>
          <p:cNvPr id="378884" name="슬라이드 번호 개체 틀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Gulim" pitchFamily="34" charset="-127"/>
                <a:ea typeface="Gulim" pitchFamily="34" charset="-127"/>
              </a:defRPr>
            </a:lvl1pPr>
            <a:lvl2pPr marL="742950" indent="-285750" eaLnBrk="0" hangingPunct="0">
              <a:spcBef>
                <a:spcPct val="30000"/>
              </a:spcBef>
              <a:defRPr kumimoji="1" sz="1200">
                <a:solidFill>
                  <a:schemeClr val="tx1"/>
                </a:solidFill>
                <a:latin typeface="Gulim" pitchFamily="34" charset="-127"/>
                <a:ea typeface="Gulim" pitchFamily="34" charset="-127"/>
              </a:defRPr>
            </a:lvl2pPr>
            <a:lvl3pPr marL="1143000" indent="-228600" eaLnBrk="0" hangingPunct="0">
              <a:spcBef>
                <a:spcPct val="30000"/>
              </a:spcBef>
              <a:defRPr kumimoji="1" sz="1200">
                <a:solidFill>
                  <a:schemeClr val="tx1"/>
                </a:solidFill>
                <a:latin typeface="Gulim" pitchFamily="34" charset="-127"/>
                <a:ea typeface="Gulim" pitchFamily="34" charset="-127"/>
              </a:defRPr>
            </a:lvl3pPr>
            <a:lvl4pPr marL="1600200" indent="-228600" eaLnBrk="0" hangingPunct="0">
              <a:spcBef>
                <a:spcPct val="30000"/>
              </a:spcBef>
              <a:defRPr kumimoji="1" sz="1200">
                <a:solidFill>
                  <a:schemeClr val="tx1"/>
                </a:solidFill>
                <a:latin typeface="Gulim" pitchFamily="34" charset="-127"/>
                <a:ea typeface="Gulim" pitchFamily="34" charset="-127"/>
              </a:defRPr>
            </a:lvl4pPr>
            <a:lvl5pPr marL="2057400" indent="-228600" eaLnBrk="0" hangingPunct="0">
              <a:spcBef>
                <a:spcPct val="30000"/>
              </a:spcBef>
              <a:defRPr kumimoji="1" sz="1200">
                <a:solidFill>
                  <a:schemeClr val="tx1"/>
                </a:solidFill>
                <a:latin typeface="Gulim" pitchFamily="34" charset="-127"/>
                <a:ea typeface="Gulim" pitchFamily="34" charset="-127"/>
              </a:defRPr>
            </a:lvl5pPr>
            <a:lvl6pPr marL="25146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6pPr>
            <a:lvl7pPr marL="29718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7pPr>
            <a:lvl8pPr marL="34290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8pPr>
            <a:lvl9pPr marL="38862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9pPr>
          </a:lstStyle>
          <a:p>
            <a:pPr marL="0" marR="0" lvl="0" indent="0" algn="r" defTabSz="914400" rtl="0" eaLnBrk="1" fontAlgn="base" latinLnBrk="1" hangingPunct="1">
              <a:lnSpc>
                <a:spcPct val="100000"/>
              </a:lnSpc>
              <a:spcBef>
                <a:spcPct val="0"/>
              </a:spcBef>
              <a:spcAft>
                <a:spcPct val="0"/>
              </a:spcAft>
              <a:buClrTx/>
              <a:buSzTx/>
              <a:buFontTx/>
              <a:buNone/>
              <a:tabLst/>
              <a:defRPr/>
            </a:pPr>
            <a:fld id="{F8F3BF52-9074-476A-8A6D-F90ABC0D328F}" type="slidenum">
              <a:rPr kumimoji="1" lang="en-US" altLang="ko-KR" sz="1200" b="0" i="0" u="none" strike="noStrike" kern="1200" cap="none" spc="0" normalizeH="0" baseline="0" noProof="0" smtClean="0">
                <a:ln>
                  <a:noFill/>
                </a:ln>
                <a:solidFill>
                  <a:srgbClr val="000000"/>
                </a:solidFill>
                <a:effectLst/>
                <a:uLnTx/>
                <a:uFillTx/>
                <a:latin typeface="맑은 고딕" panose="020B0503020000020004" pitchFamily="50" charset="-127"/>
                <a:ea typeface="맑은 고딕" panose="020B0503020000020004" pitchFamily="50" charset="-127"/>
              </a:rPr>
              <a:pPr marL="0" marR="0" lvl="0" indent="0" algn="r" defTabSz="914400" rtl="0" eaLnBrk="1" fontAlgn="base" latinLnBrk="1" hangingPunct="1">
                <a:lnSpc>
                  <a:spcPct val="100000"/>
                </a:lnSpc>
                <a:spcBef>
                  <a:spcPct val="0"/>
                </a:spcBef>
                <a:spcAft>
                  <a:spcPct val="0"/>
                </a:spcAft>
                <a:buClrTx/>
                <a:buSzTx/>
                <a:buFontTx/>
                <a:buNone/>
                <a:tabLst/>
                <a:defRPr/>
              </a:pPr>
              <a:t>33</a:t>
            </a:fld>
            <a:endParaRPr kumimoji="1" lang="en-US" altLang="ko-KR" sz="12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2015197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9F5C5-2099-8D18-44B3-A818BF5421D3}"/>
            </a:ext>
          </a:extLst>
        </p:cNvPr>
        <p:cNvGrpSpPr/>
        <p:nvPr/>
      </p:nvGrpSpPr>
      <p:grpSpPr>
        <a:xfrm>
          <a:off x="0" y="0"/>
          <a:ext cx="0" cy="0"/>
          <a:chOff x="0" y="0"/>
          <a:chExt cx="0" cy="0"/>
        </a:xfrm>
      </p:grpSpPr>
      <p:sp>
        <p:nvSpPr>
          <p:cNvPr id="379906" name="슬라이드 이미지 개체 틀 1">
            <a:extLst>
              <a:ext uri="{FF2B5EF4-FFF2-40B4-BE49-F238E27FC236}">
                <a16:creationId xmlns:a16="http://schemas.microsoft.com/office/drawing/2014/main" id="{2CDCA8A0-4BDF-BEAF-C6FA-77BCD47DA646}"/>
              </a:ext>
            </a:extLst>
          </p:cNvPr>
          <p:cNvSpPr>
            <a:spLocks noGrp="1" noRot="1" noChangeAspect="1" noTextEdit="1"/>
          </p:cNvSpPr>
          <p:nvPr>
            <p:ph type="sldImg"/>
          </p:nvPr>
        </p:nvSpPr>
        <p:spPr>
          <a:xfrm>
            <a:off x="381000" y="685800"/>
            <a:ext cx="6096000" cy="3429000"/>
          </a:xfrm>
          <a:ln/>
        </p:spPr>
      </p:sp>
      <p:sp>
        <p:nvSpPr>
          <p:cNvPr id="379907" name="슬라이드 노트 개체 틀 2">
            <a:extLst>
              <a:ext uri="{FF2B5EF4-FFF2-40B4-BE49-F238E27FC236}">
                <a16:creationId xmlns:a16="http://schemas.microsoft.com/office/drawing/2014/main" id="{B71FD548-5CC0-A3DF-E930-05160F91599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p>
        </p:txBody>
      </p:sp>
      <p:sp>
        <p:nvSpPr>
          <p:cNvPr id="379908" name="슬라이드 번호 개체 틀 3">
            <a:extLst>
              <a:ext uri="{FF2B5EF4-FFF2-40B4-BE49-F238E27FC236}">
                <a16:creationId xmlns:a16="http://schemas.microsoft.com/office/drawing/2014/main" id="{5F442ABE-24A5-B316-DFF1-F09CD300AA7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Gulim" pitchFamily="34" charset="-127"/>
                <a:ea typeface="Gulim" pitchFamily="34" charset="-127"/>
              </a:defRPr>
            </a:lvl1pPr>
            <a:lvl2pPr marL="742950" indent="-285750" eaLnBrk="0" hangingPunct="0">
              <a:spcBef>
                <a:spcPct val="30000"/>
              </a:spcBef>
              <a:defRPr kumimoji="1" sz="1200">
                <a:solidFill>
                  <a:schemeClr val="tx1"/>
                </a:solidFill>
                <a:latin typeface="Gulim" pitchFamily="34" charset="-127"/>
                <a:ea typeface="Gulim" pitchFamily="34" charset="-127"/>
              </a:defRPr>
            </a:lvl2pPr>
            <a:lvl3pPr marL="1143000" indent="-228600" eaLnBrk="0" hangingPunct="0">
              <a:spcBef>
                <a:spcPct val="30000"/>
              </a:spcBef>
              <a:defRPr kumimoji="1" sz="1200">
                <a:solidFill>
                  <a:schemeClr val="tx1"/>
                </a:solidFill>
                <a:latin typeface="Gulim" pitchFamily="34" charset="-127"/>
                <a:ea typeface="Gulim" pitchFamily="34" charset="-127"/>
              </a:defRPr>
            </a:lvl3pPr>
            <a:lvl4pPr marL="1600200" indent="-228600" eaLnBrk="0" hangingPunct="0">
              <a:spcBef>
                <a:spcPct val="30000"/>
              </a:spcBef>
              <a:defRPr kumimoji="1" sz="1200">
                <a:solidFill>
                  <a:schemeClr val="tx1"/>
                </a:solidFill>
                <a:latin typeface="Gulim" pitchFamily="34" charset="-127"/>
                <a:ea typeface="Gulim" pitchFamily="34" charset="-127"/>
              </a:defRPr>
            </a:lvl4pPr>
            <a:lvl5pPr marL="2057400" indent="-228600" eaLnBrk="0" hangingPunct="0">
              <a:spcBef>
                <a:spcPct val="30000"/>
              </a:spcBef>
              <a:defRPr kumimoji="1" sz="1200">
                <a:solidFill>
                  <a:schemeClr val="tx1"/>
                </a:solidFill>
                <a:latin typeface="Gulim" pitchFamily="34" charset="-127"/>
                <a:ea typeface="Gulim" pitchFamily="34" charset="-127"/>
              </a:defRPr>
            </a:lvl5pPr>
            <a:lvl6pPr marL="25146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6pPr>
            <a:lvl7pPr marL="29718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7pPr>
            <a:lvl8pPr marL="34290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8pPr>
            <a:lvl9pPr marL="38862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9pPr>
          </a:lstStyle>
          <a:p>
            <a:pPr marL="0" marR="0" lvl="0" indent="0" algn="r" defTabSz="914400" rtl="0" eaLnBrk="1" fontAlgn="base" latinLnBrk="1" hangingPunct="1">
              <a:lnSpc>
                <a:spcPct val="100000"/>
              </a:lnSpc>
              <a:spcBef>
                <a:spcPct val="0"/>
              </a:spcBef>
              <a:spcAft>
                <a:spcPct val="0"/>
              </a:spcAft>
              <a:buClrTx/>
              <a:buSzTx/>
              <a:buFontTx/>
              <a:buNone/>
              <a:tabLst/>
              <a:defRPr/>
            </a:pPr>
            <a:fld id="{BAD68004-B322-4E9E-ACC6-BE8C525BA8DF}" type="slidenum">
              <a:rPr kumimoji="1" lang="en-US" altLang="ko-KR" sz="1200" b="0" i="0" u="none" strike="noStrike" kern="1200" cap="none" spc="0" normalizeH="0" baseline="0" noProof="0" smtClean="0">
                <a:ln>
                  <a:noFill/>
                </a:ln>
                <a:solidFill>
                  <a:srgbClr val="000000"/>
                </a:solidFill>
                <a:effectLst/>
                <a:uLnTx/>
                <a:uFillTx/>
                <a:latin typeface="맑은 고딕" panose="020B0503020000020004" pitchFamily="50" charset="-127"/>
                <a:ea typeface="맑은 고딕" panose="020B0503020000020004" pitchFamily="50" charset="-127"/>
              </a:rPr>
              <a:pPr marL="0" marR="0" lvl="0" indent="0" algn="r" defTabSz="914400" rtl="0" eaLnBrk="1" fontAlgn="base" latinLnBrk="1" hangingPunct="1">
                <a:lnSpc>
                  <a:spcPct val="100000"/>
                </a:lnSpc>
                <a:spcBef>
                  <a:spcPct val="0"/>
                </a:spcBef>
                <a:spcAft>
                  <a:spcPct val="0"/>
                </a:spcAft>
                <a:buClrTx/>
                <a:buSzTx/>
                <a:buFontTx/>
                <a:buNone/>
                <a:tabLst/>
                <a:defRPr/>
              </a:pPr>
              <a:t>39</a:t>
            </a:fld>
            <a:endParaRPr kumimoji="1" lang="en-US" altLang="ko-KR" sz="12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9339191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06362-1D61-DA49-F2C8-C1F986848377}"/>
            </a:ext>
          </a:extLst>
        </p:cNvPr>
        <p:cNvGrpSpPr/>
        <p:nvPr/>
      </p:nvGrpSpPr>
      <p:grpSpPr>
        <a:xfrm>
          <a:off x="0" y="0"/>
          <a:ext cx="0" cy="0"/>
          <a:chOff x="0" y="0"/>
          <a:chExt cx="0" cy="0"/>
        </a:xfrm>
      </p:grpSpPr>
      <p:sp>
        <p:nvSpPr>
          <p:cNvPr id="379906" name="슬라이드 이미지 개체 틀 1">
            <a:extLst>
              <a:ext uri="{FF2B5EF4-FFF2-40B4-BE49-F238E27FC236}">
                <a16:creationId xmlns:a16="http://schemas.microsoft.com/office/drawing/2014/main" id="{3405048A-3F04-6780-0158-91D1AA9C340A}"/>
              </a:ext>
            </a:extLst>
          </p:cNvPr>
          <p:cNvSpPr>
            <a:spLocks noGrp="1" noRot="1" noChangeAspect="1" noTextEdit="1"/>
          </p:cNvSpPr>
          <p:nvPr>
            <p:ph type="sldImg"/>
          </p:nvPr>
        </p:nvSpPr>
        <p:spPr>
          <a:xfrm>
            <a:off x="381000" y="685800"/>
            <a:ext cx="6096000" cy="3429000"/>
          </a:xfrm>
          <a:ln/>
        </p:spPr>
      </p:sp>
      <p:sp>
        <p:nvSpPr>
          <p:cNvPr id="379907" name="슬라이드 노트 개체 틀 2">
            <a:extLst>
              <a:ext uri="{FF2B5EF4-FFF2-40B4-BE49-F238E27FC236}">
                <a16:creationId xmlns:a16="http://schemas.microsoft.com/office/drawing/2014/main" id="{F2DF5F51-2067-CC6C-FB72-ED0F63A7BB6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p>
        </p:txBody>
      </p:sp>
      <p:sp>
        <p:nvSpPr>
          <p:cNvPr id="379908" name="슬라이드 번호 개체 틀 3">
            <a:extLst>
              <a:ext uri="{FF2B5EF4-FFF2-40B4-BE49-F238E27FC236}">
                <a16:creationId xmlns:a16="http://schemas.microsoft.com/office/drawing/2014/main" id="{B2D7C0BE-A17F-522D-59D5-E142DCB6DEC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Gulim" pitchFamily="34" charset="-127"/>
                <a:ea typeface="Gulim" pitchFamily="34" charset="-127"/>
              </a:defRPr>
            </a:lvl1pPr>
            <a:lvl2pPr marL="742950" indent="-285750" eaLnBrk="0" hangingPunct="0">
              <a:spcBef>
                <a:spcPct val="30000"/>
              </a:spcBef>
              <a:defRPr kumimoji="1" sz="1200">
                <a:solidFill>
                  <a:schemeClr val="tx1"/>
                </a:solidFill>
                <a:latin typeface="Gulim" pitchFamily="34" charset="-127"/>
                <a:ea typeface="Gulim" pitchFamily="34" charset="-127"/>
              </a:defRPr>
            </a:lvl2pPr>
            <a:lvl3pPr marL="1143000" indent="-228600" eaLnBrk="0" hangingPunct="0">
              <a:spcBef>
                <a:spcPct val="30000"/>
              </a:spcBef>
              <a:defRPr kumimoji="1" sz="1200">
                <a:solidFill>
                  <a:schemeClr val="tx1"/>
                </a:solidFill>
                <a:latin typeface="Gulim" pitchFamily="34" charset="-127"/>
                <a:ea typeface="Gulim" pitchFamily="34" charset="-127"/>
              </a:defRPr>
            </a:lvl3pPr>
            <a:lvl4pPr marL="1600200" indent="-228600" eaLnBrk="0" hangingPunct="0">
              <a:spcBef>
                <a:spcPct val="30000"/>
              </a:spcBef>
              <a:defRPr kumimoji="1" sz="1200">
                <a:solidFill>
                  <a:schemeClr val="tx1"/>
                </a:solidFill>
                <a:latin typeface="Gulim" pitchFamily="34" charset="-127"/>
                <a:ea typeface="Gulim" pitchFamily="34" charset="-127"/>
              </a:defRPr>
            </a:lvl4pPr>
            <a:lvl5pPr marL="2057400" indent="-228600" eaLnBrk="0" hangingPunct="0">
              <a:spcBef>
                <a:spcPct val="30000"/>
              </a:spcBef>
              <a:defRPr kumimoji="1" sz="1200">
                <a:solidFill>
                  <a:schemeClr val="tx1"/>
                </a:solidFill>
                <a:latin typeface="Gulim" pitchFamily="34" charset="-127"/>
                <a:ea typeface="Gulim" pitchFamily="34" charset="-127"/>
              </a:defRPr>
            </a:lvl5pPr>
            <a:lvl6pPr marL="25146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6pPr>
            <a:lvl7pPr marL="29718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7pPr>
            <a:lvl8pPr marL="34290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8pPr>
            <a:lvl9pPr marL="38862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9pPr>
          </a:lstStyle>
          <a:p>
            <a:pPr marL="0" marR="0" lvl="0" indent="0" algn="r" defTabSz="914400" rtl="0" eaLnBrk="1" fontAlgn="base" latinLnBrk="1" hangingPunct="1">
              <a:lnSpc>
                <a:spcPct val="100000"/>
              </a:lnSpc>
              <a:spcBef>
                <a:spcPct val="0"/>
              </a:spcBef>
              <a:spcAft>
                <a:spcPct val="0"/>
              </a:spcAft>
              <a:buClrTx/>
              <a:buSzTx/>
              <a:buFontTx/>
              <a:buNone/>
              <a:tabLst/>
              <a:defRPr/>
            </a:pPr>
            <a:fld id="{BAD68004-B322-4E9E-ACC6-BE8C525BA8DF}" type="slidenum">
              <a:rPr kumimoji="1" lang="en-US" altLang="ko-KR" sz="1200" b="0" i="0" u="none" strike="noStrike" kern="1200" cap="none" spc="0" normalizeH="0" baseline="0" noProof="0" smtClean="0">
                <a:ln>
                  <a:noFill/>
                </a:ln>
                <a:solidFill>
                  <a:srgbClr val="000000"/>
                </a:solidFill>
                <a:effectLst/>
                <a:uLnTx/>
                <a:uFillTx/>
                <a:latin typeface="맑은 고딕" panose="020B0503020000020004" pitchFamily="50" charset="-127"/>
                <a:ea typeface="맑은 고딕" panose="020B0503020000020004" pitchFamily="50" charset="-127"/>
              </a:rPr>
              <a:pPr marL="0" marR="0" lvl="0" indent="0" algn="r" defTabSz="914400" rtl="0" eaLnBrk="1" fontAlgn="base" latinLnBrk="1" hangingPunct="1">
                <a:lnSpc>
                  <a:spcPct val="100000"/>
                </a:lnSpc>
                <a:spcBef>
                  <a:spcPct val="0"/>
                </a:spcBef>
                <a:spcAft>
                  <a:spcPct val="0"/>
                </a:spcAft>
                <a:buClrTx/>
                <a:buSzTx/>
                <a:buFontTx/>
                <a:buNone/>
                <a:tabLst/>
                <a:defRPr/>
              </a:pPr>
              <a:t>40</a:t>
            </a:fld>
            <a:endParaRPr kumimoji="1" lang="en-US" altLang="ko-KR" sz="12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9245042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1B1B8-F5B4-C07B-6E7B-FC39357592AF}"/>
            </a:ext>
          </a:extLst>
        </p:cNvPr>
        <p:cNvGrpSpPr/>
        <p:nvPr/>
      </p:nvGrpSpPr>
      <p:grpSpPr>
        <a:xfrm>
          <a:off x="0" y="0"/>
          <a:ext cx="0" cy="0"/>
          <a:chOff x="0" y="0"/>
          <a:chExt cx="0" cy="0"/>
        </a:xfrm>
      </p:grpSpPr>
      <p:sp>
        <p:nvSpPr>
          <p:cNvPr id="379906" name="슬라이드 이미지 개체 틀 1">
            <a:extLst>
              <a:ext uri="{FF2B5EF4-FFF2-40B4-BE49-F238E27FC236}">
                <a16:creationId xmlns:a16="http://schemas.microsoft.com/office/drawing/2014/main" id="{51807B00-C54C-EE44-2CF7-4341B2A6DC6D}"/>
              </a:ext>
            </a:extLst>
          </p:cNvPr>
          <p:cNvSpPr>
            <a:spLocks noGrp="1" noRot="1" noChangeAspect="1" noTextEdit="1"/>
          </p:cNvSpPr>
          <p:nvPr>
            <p:ph type="sldImg"/>
          </p:nvPr>
        </p:nvSpPr>
        <p:spPr>
          <a:xfrm>
            <a:off x="381000" y="685800"/>
            <a:ext cx="6096000" cy="3429000"/>
          </a:xfrm>
          <a:ln/>
        </p:spPr>
      </p:sp>
      <p:sp>
        <p:nvSpPr>
          <p:cNvPr id="379907" name="슬라이드 노트 개체 틀 2">
            <a:extLst>
              <a:ext uri="{FF2B5EF4-FFF2-40B4-BE49-F238E27FC236}">
                <a16:creationId xmlns:a16="http://schemas.microsoft.com/office/drawing/2014/main" id="{D41FA139-9AD4-EAF0-CA1D-84D42C6D436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p>
        </p:txBody>
      </p:sp>
      <p:sp>
        <p:nvSpPr>
          <p:cNvPr id="379908" name="슬라이드 번호 개체 틀 3">
            <a:extLst>
              <a:ext uri="{FF2B5EF4-FFF2-40B4-BE49-F238E27FC236}">
                <a16:creationId xmlns:a16="http://schemas.microsoft.com/office/drawing/2014/main" id="{7BD6004E-EE87-FE8A-E241-5032E8B00C9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Gulim" pitchFamily="34" charset="-127"/>
                <a:ea typeface="Gulim" pitchFamily="34" charset="-127"/>
              </a:defRPr>
            </a:lvl1pPr>
            <a:lvl2pPr marL="742950" indent="-285750" eaLnBrk="0" hangingPunct="0">
              <a:spcBef>
                <a:spcPct val="30000"/>
              </a:spcBef>
              <a:defRPr kumimoji="1" sz="1200">
                <a:solidFill>
                  <a:schemeClr val="tx1"/>
                </a:solidFill>
                <a:latin typeface="Gulim" pitchFamily="34" charset="-127"/>
                <a:ea typeface="Gulim" pitchFamily="34" charset="-127"/>
              </a:defRPr>
            </a:lvl2pPr>
            <a:lvl3pPr marL="1143000" indent="-228600" eaLnBrk="0" hangingPunct="0">
              <a:spcBef>
                <a:spcPct val="30000"/>
              </a:spcBef>
              <a:defRPr kumimoji="1" sz="1200">
                <a:solidFill>
                  <a:schemeClr val="tx1"/>
                </a:solidFill>
                <a:latin typeface="Gulim" pitchFamily="34" charset="-127"/>
                <a:ea typeface="Gulim" pitchFamily="34" charset="-127"/>
              </a:defRPr>
            </a:lvl3pPr>
            <a:lvl4pPr marL="1600200" indent="-228600" eaLnBrk="0" hangingPunct="0">
              <a:spcBef>
                <a:spcPct val="30000"/>
              </a:spcBef>
              <a:defRPr kumimoji="1" sz="1200">
                <a:solidFill>
                  <a:schemeClr val="tx1"/>
                </a:solidFill>
                <a:latin typeface="Gulim" pitchFamily="34" charset="-127"/>
                <a:ea typeface="Gulim" pitchFamily="34" charset="-127"/>
              </a:defRPr>
            </a:lvl4pPr>
            <a:lvl5pPr marL="2057400" indent="-228600" eaLnBrk="0" hangingPunct="0">
              <a:spcBef>
                <a:spcPct val="30000"/>
              </a:spcBef>
              <a:defRPr kumimoji="1" sz="1200">
                <a:solidFill>
                  <a:schemeClr val="tx1"/>
                </a:solidFill>
                <a:latin typeface="Gulim" pitchFamily="34" charset="-127"/>
                <a:ea typeface="Gulim" pitchFamily="34" charset="-127"/>
              </a:defRPr>
            </a:lvl5pPr>
            <a:lvl6pPr marL="25146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6pPr>
            <a:lvl7pPr marL="29718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7pPr>
            <a:lvl8pPr marL="34290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8pPr>
            <a:lvl9pPr marL="38862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9pPr>
          </a:lstStyle>
          <a:p>
            <a:pPr marL="0" marR="0" lvl="0" indent="0" algn="r" defTabSz="914400" rtl="0" eaLnBrk="1" fontAlgn="base" latinLnBrk="1" hangingPunct="1">
              <a:lnSpc>
                <a:spcPct val="100000"/>
              </a:lnSpc>
              <a:spcBef>
                <a:spcPct val="0"/>
              </a:spcBef>
              <a:spcAft>
                <a:spcPct val="0"/>
              </a:spcAft>
              <a:buClrTx/>
              <a:buSzTx/>
              <a:buFontTx/>
              <a:buNone/>
              <a:tabLst/>
              <a:defRPr/>
            </a:pPr>
            <a:fld id="{BAD68004-B322-4E9E-ACC6-BE8C525BA8DF}" type="slidenum">
              <a:rPr kumimoji="1" lang="en-US" altLang="ko-KR" sz="1200" b="0" i="0" u="none" strike="noStrike" kern="1200" cap="none" spc="0" normalizeH="0" baseline="0" noProof="0" smtClean="0">
                <a:ln>
                  <a:noFill/>
                </a:ln>
                <a:solidFill>
                  <a:srgbClr val="000000"/>
                </a:solidFill>
                <a:effectLst/>
                <a:uLnTx/>
                <a:uFillTx/>
                <a:latin typeface="맑은 고딕" panose="020B0503020000020004" pitchFamily="50" charset="-127"/>
                <a:ea typeface="맑은 고딕" panose="020B0503020000020004" pitchFamily="50" charset="-127"/>
              </a:rPr>
              <a:pPr marL="0" marR="0" lvl="0" indent="0" algn="r" defTabSz="914400" rtl="0" eaLnBrk="1" fontAlgn="base" latinLnBrk="1" hangingPunct="1">
                <a:lnSpc>
                  <a:spcPct val="100000"/>
                </a:lnSpc>
                <a:spcBef>
                  <a:spcPct val="0"/>
                </a:spcBef>
                <a:spcAft>
                  <a:spcPct val="0"/>
                </a:spcAft>
                <a:buClrTx/>
                <a:buSzTx/>
                <a:buFontTx/>
                <a:buNone/>
                <a:tabLst/>
                <a:defRPr/>
              </a:pPr>
              <a:t>41</a:t>
            </a:fld>
            <a:endParaRPr kumimoji="1" lang="en-US" altLang="ko-KR" sz="12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8537976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B21D3-F3B4-F23F-90CD-2AAF5ACAB1E3}"/>
            </a:ext>
          </a:extLst>
        </p:cNvPr>
        <p:cNvGrpSpPr/>
        <p:nvPr/>
      </p:nvGrpSpPr>
      <p:grpSpPr>
        <a:xfrm>
          <a:off x="0" y="0"/>
          <a:ext cx="0" cy="0"/>
          <a:chOff x="0" y="0"/>
          <a:chExt cx="0" cy="0"/>
        </a:xfrm>
      </p:grpSpPr>
      <p:sp>
        <p:nvSpPr>
          <p:cNvPr id="379906" name="슬라이드 이미지 개체 틀 1">
            <a:extLst>
              <a:ext uri="{FF2B5EF4-FFF2-40B4-BE49-F238E27FC236}">
                <a16:creationId xmlns:a16="http://schemas.microsoft.com/office/drawing/2014/main" id="{61C257DE-BFBE-4A21-85EE-FA59E2DC73B2}"/>
              </a:ext>
            </a:extLst>
          </p:cNvPr>
          <p:cNvSpPr>
            <a:spLocks noGrp="1" noRot="1" noChangeAspect="1" noTextEdit="1"/>
          </p:cNvSpPr>
          <p:nvPr>
            <p:ph type="sldImg"/>
          </p:nvPr>
        </p:nvSpPr>
        <p:spPr>
          <a:xfrm>
            <a:off x="381000" y="685800"/>
            <a:ext cx="6096000" cy="3429000"/>
          </a:xfrm>
          <a:ln/>
        </p:spPr>
      </p:sp>
      <p:sp>
        <p:nvSpPr>
          <p:cNvPr id="379907" name="슬라이드 노트 개체 틀 2">
            <a:extLst>
              <a:ext uri="{FF2B5EF4-FFF2-40B4-BE49-F238E27FC236}">
                <a16:creationId xmlns:a16="http://schemas.microsoft.com/office/drawing/2014/main" id="{B2B935D6-04F8-91E9-135F-36F613769DC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p>
        </p:txBody>
      </p:sp>
      <p:sp>
        <p:nvSpPr>
          <p:cNvPr id="379908" name="슬라이드 번호 개체 틀 3">
            <a:extLst>
              <a:ext uri="{FF2B5EF4-FFF2-40B4-BE49-F238E27FC236}">
                <a16:creationId xmlns:a16="http://schemas.microsoft.com/office/drawing/2014/main" id="{365671B2-4E77-D7D5-D35A-337FB706571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Gulim" pitchFamily="34" charset="-127"/>
                <a:ea typeface="Gulim" pitchFamily="34" charset="-127"/>
              </a:defRPr>
            </a:lvl1pPr>
            <a:lvl2pPr marL="742950" indent="-285750" eaLnBrk="0" hangingPunct="0">
              <a:spcBef>
                <a:spcPct val="30000"/>
              </a:spcBef>
              <a:defRPr kumimoji="1" sz="1200">
                <a:solidFill>
                  <a:schemeClr val="tx1"/>
                </a:solidFill>
                <a:latin typeface="Gulim" pitchFamily="34" charset="-127"/>
                <a:ea typeface="Gulim" pitchFamily="34" charset="-127"/>
              </a:defRPr>
            </a:lvl2pPr>
            <a:lvl3pPr marL="1143000" indent="-228600" eaLnBrk="0" hangingPunct="0">
              <a:spcBef>
                <a:spcPct val="30000"/>
              </a:spcBef>
              <a:defRPr kumimoji="1" sz="1200">
                <a:solidFill>
                  <a:schemeClr val="tx1"/>
                </a:solidFill>
                <a:latin typeface="Gulim" pitchFamily="34" charset="-127"/>
                <a:ea typeface="Gulim" pitchFamily="34" charset="-127"/>
              </a:defRPr>
            </a:lvl3pPr>
            <a:lvl4pPr marL="1600200" indent="-228600" eaLnBrk="0" hangingPunct="0">
              <a:spcBef>
                <a:spcPct val="30000"/>
              </a:spcBef>
              <a:defRPr kumimoji="1" sz="1200">
                <a:solidFill>
                  <a:schemeClr val="tx1"/>
                </a:solidFill>
                <a:latin typeface="Gulim" pitchFamily="34" charset="-127"/>
                <a:ea typeface="Gulim" pitchFamily="34" charset="-127"/>
              </a:defRPr>
            </a:lvl4pPr>
            <a:lvl5pPr marL="2057400" indent="-228600" eaLnBrk="0" hangingPunct="0">
              <a:spcBef>
                <a:spcPct val="30000"/>
              </a:spcBef>
              <a:defRPr kumimoji="1" sz="1200">
                <a:solidFill>
                  <a:schemeClr val="tx1"/>
                </a:solidFill>
                <a:latin typeface="Gulim" pitchFamily="34" charset="-127"/>
                <a:ea typeface="Gulim" pitchFamily="34" charset="-127"/>
              </a:defRPr>
            </a:lvl5pPr>
            <a:lvl6pPr marL="25146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6pPr>
            <a:lvl7pPr marL="29718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7pPr>
            <a:lvl8pPr marL="34290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8pPr>
            <a:lvl9pPr marL="38862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9pPr>
          </a:lstStyle>
          <a:p>
            <a:pPr marL="0" marR="0" lvl="0" indent="0" algn="r" defTabSz="914400" rtl="0" eaLnBrk="1" fontAlgn="base" latinLnBrk="1" hangingPunct="1">
              <a:lnSpc>
                <a:spcPct val="100000"/>
              </a:lnSpc>
              <a:spcBef>
                <a:spcPct val="0"/>
              </a:spcBef>
              <a:spcAft>
                <a:spcPct val="0"/>
              </a:spcAft>
              <a:buClrTx/>
              <a:buSzTx/>
              <a:buFontTx/>
              <a:buNone/>
              <a:tabLst/>
              <a:defRPr/>
            </a:pPr>
            <a:fld id="{BAD68004-B322-4E9E-ACC6-BE8C525BA8DF}" type="slidenum">
              <a:rPr kumimoji="1" lang="en-US" altLang="ko-KR" sz="1200" b="0" i="0" u="none" strike="noStrike" kern="1200" cap="none" spc="0" normalizeH="0" baseline="0" noProof="0" smtClean="0">
                <a:ln>
                  <a:noFill/>
                </a:ln>
                <a:solidFill>
                  <a:srgbClr val="000000"/>
                </a:solidFill>
                <a:effectLst/>
                <a:uLnTx/>
                <a:uFillTx/>
                <a:latin typeface="맑은 고딕" panose="020B0503020000020004" pitchFamily="50" charset="-127"/>
                <a:ea typeface="맑은 고딕" panose="020B0503020000020004" pitchFamily="50" charset="-127"/>
              </a:rPr>
              <a:pPr marL="0" marR="0" lvl="0" indent="0" algn="r" defTabSz="914400" rtl="0" eaLnBrk="1" fontAlgn="base" latinLnBrk="1" hangingPunct="1">
                <a:lnSpc>
                  <a:spcPct val="100000"/>
                </a:lnSpc>
                <a:spcBef>
                  <a:spcPct val="0"/>
                </a:spcBef>
                <a:spcAft>
                  <a:spcPct val="0"/>
                </a:spcAft>
                <a:buClrTx/>
                <a:buSzTx/>
                <a:buFontTx/>
                <a:buNone/>
                <a:tabLst/>
                <a:defRPr/>
              </a:pPr>
              <a:t>42</a:t>
            </a:fld>
            <a:endParaRPr kumimoji="1" lang="en-US" altLang="ko-KR" sz="12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5539822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542F3-D6A9-4C7F-CBC2-9E8FA062EEDC}"/>
            </a:ext>
          </a:extLst>
        </p:cNvPr>
        <p:cNvGrpSpPr/>
        <p:nvPr/>
      </p:nvGrpSpPr>
      <p:grpSpPr>
        <a:xfrm>
          <a:off x="0" y="0"/>
          <a:ext cx="0" cy="0"/>
          <a:chOff x="0" y="0"/>
          <a:chExt cx="0" cy="0"/>
        </a:xfrm>
      </p:grpSpPr>
      <p:sp>
        <p:nvSpPr>
          <p:cNvPr id="379906" name="슬라이드 이미지 개체 틀 1">
            <a:extLst>
              <a:ext uri="{FF2B5EF4-FFF2-40B4-BE49-F238E27FC236}">
                <a16:creationId xmlns:a16="http://schemas.microsoft.com/office/drawing/2014/main" id="{EE7FCC6C-FB9D-BC18-2668-A8ADF6C276F6}"/>
              </a:ext>
            </a:extLst>
          </p:cNvPr>
          <p:cNvSpPr>
            <a:spLocks noGrp="1" noRot="1" noChangeAspect="1" noTextEdit="1"/>
          </p:cNvSpPr>
          <p:nvPr>
            <p:ph type="sldImg"/>
          </p:nvPr>
        </p:nvSpPr>
        <p:spPr>
          <a:xfrm>
            <a:off x="381000" y="685800"/>
            <a:ext cx="6096000" cy="3429000"/>
          </a:xfrm>
          <a:ln/>
        </p:spPr>
      </p:sp>
      <p:sp>
        <p:nvSpPr>
          <p:cNvPr id="379907" name="슬라이드 노트 개체 틀 2">
            <a:extLst>
              <a:ext uri="{FF2B5EF4-FFF2-40B4-BE49-F238E27FC236}">
                <a16:creationId xmlns:a16="http://schemas.microsoft.com/office/drawing/2014/main" id="{D9FBFC53-8FDB-4263-8C6D-F36967F1193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p>
        </p:txBody>
      </p:sp>
      <p:sp>
        <p:nvSpPr>
          <p:cNvPr id="379908" name="슬라이드 번호 개체 틀 3">
            <a:extLst>
              <a:ext uri="{FF2B5EF4-FFF2-40B4-BE49-F238E27FC236}">
                <a16:creationId xmlns:a16="http://schemas.microsoft.com/office/drawing/2014/main" id="{EB5C2F35-1945-98C6-A991-1CF1FA4E632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Gulim" pitchFamily="34" charset="-127"/>
                <a:ea typeface="Gulim" pitchFamily="34" charset="-127"/>
              </a:defRPr>
            </a:lvl1pPr>
            <a:lvl2pPr marL="742950" indent="-285750" eaLnBrk="0" hangingPunct="0">
              <a:spcBef>
                <a:spcPct val="30000"/>
              </a:spcBef>
              <a:defRPr kumimoji="1" sz="1200">
                <a:solidFill>
                  <a:schemeClr val="tx1"/>
                </a:solidFill>
                <a:latin typeface="Gulim" pitchFamily="34" charset="-127"/>
                <a:ea typeface="Gulim" pitchFamily="34" charset="-127"/>
              </a:defRPr>
            </a:lvl2pPr>
            <a:lvl3pPr marL="1143000" indent="-228600" eaLnBrk="0" hangingPunct="0">
              <a:spcBef>
                <a:spcPct val="30000"/>
              </a:spcBef>
              <a:defRPr kumimoji="1" sz="1200">
                <a:solidFill>
                  <a:schemeClr val="tx1"/>
                </a:solidFill>
                <a:latin typeface="Gulim" pitchFamily="34" charset="-127"/>
                <a:ea typeface="Gulim" pitchFamily="34" charset="-127"/>
              </a:defRPr>
            </a:lvl3pPr>
            <a:lvl4pPr marL="1600200" indent="-228600" eaLnBrk="0" hangingPunct="0">
              <a:spcBef>
                <a:spcPct val="30000"/>
              </a:spcBef>
              <a:defRPr kumimoji="1" sz="1200">
                <a:solidFill>
                  <a:schemeClr val="tx1"/>
                </a:solidFill>
                <a:latin typeface="Gulim" pitchFamily="34" charset="-127"/>
                <a:ea typeface="Gulim" pitchFamily="34" charset="-127"/>
              </a:defRPr>
            </a:lvl4pPr>
            <a:lvl5pPr marL="2057400" indent="-228600" eaLnBrk="0" hangingPunct="0">
              <a:spcBef>
                <a:spcPct val="30000"/>
              </a:spcBef>
              <a:defRPr kumimoji="1" sz="1200">
                <a:solidFill>
                  <a:schemeClr val="tx1"/>
                </a:solidFill>
                <a:latin typeface="Gulim" pitchFamily="34" charset="-127"/>
                <a:ea typeface="Gulim" pitchFamily="34" charset="-127"/>
              </a:defRPr>
            </a:lvl5pPr>
            <a:lvl6pPr marL="25146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6pPr>
            <a:lvl7pPr marL="29718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7pPr>
            <a:lvl8pPr marL="34290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8pPr>
            <a:lvl9pPr marL="38862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9pPr>
          </a:lstStyle>
          <a:p>
            <a:pPr marL="0" marR="0" lvl="0" indent="0" algn="r" defTabSz="914400" rtl="0" eaLnBrk="1" fontAlgn="base" latinLnBrk="1" hangingPunct="1">
              <a:lnSpc>
                <a:spcPct val="100000"/>
              </a:lnSpc>
              <a:spcBef>
                <a:spcPct val="0"/>
              </a:spcBef>
              <a:spcAft>
                <a:spcPct val="0"/>
              </a:spcAft>
              <a:buClrTx/>
              <a:buSzTx/>
              <a:buFontTx/>
              <a:buNone/>
              <a:tabLst/>
              <a:defRPr/>
            </a:pPr>
            <a:fld id="{BAD68004-B322-4E9E-ACC6-BE8C525BA8DF}" type="slidenum">
              <a:rPr kumimoji="1" lang="en-US" altLang="ko-KR" sz="1200" b="0" i="0" u="none" strike="noStrike" kern="1200" cap="none" spc="0" normalizeH="0" baseline="0" noProof="0" smtClean="0">
                <a:ln>
                  <a:noFill/>
                </a:ln>
                <a:solidFill>
                  <a:srgbClr val="000000"/>
                </a:solidFill>
                <a:effectLst/>
                <a:uLnTx/>
                <a:uFillTx/>
                <a:latin typeface="맑은 고딕" panose="020B0503020000020004" pitchFamily="50" charset="-127"/>
                <a:ea typeface="맑은 고딕" panose="020B0503020000020004" pitchFamily="50" charset="-127"/>
              </a:rPr>
              <a:pPr marL="0" marR="0" lvl="0" indent="0" algn="r" defTabSz="914400" rtl="0" eaLnBrk="1" fontAlgn="base" latinLnBrk="1" hangingPunct="1">
                <a:lnSpc>
                  <a:spcPct val="100000"/>
                </a:lnSpc>
                <a:spcBef>
                  <a:spcPct val="0"/>
                </a:spcBef>
                <a:spcAft>
                  <a:spcPct val="0"/>
                </a:spcAft>
                <a:buClrTx/>
                <a:buSzTx/>
                <a:buFontTx/>
                <a:buNone/>
                <a:tabLst/>
                <a:defRPr/>
              </a:pPr>
              <a:t>43</a:t>
            </a:fld>
            <a:endParaRPr kumimoji="1" lang="en-US" altLang="ko-KR" sz="12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3233326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805BF-1FD5-AAD1-9657-AA80DDD219A8}"/>
            </a:ext>
          </a:extLst>
        </p:cNvPr>
        <p:cNvGrpSpPr/>
        <p:nvPr/>
      </p:nvGrpSpPr>
      <p:grpSpPr>
        <a:xfrm>
          <a:off x="0" y="0"/>
          <a:ext cx="0" cy="0"/>
          <a:chOff x="0" y="0"/>
          <a:chExt cx="0" cy="0"/>
        </a:xfrm>
      </p:grpSpPr>
      <p:sp>
        <p:nvSpPr>
          <p:cNvPr id="379906" name="슬라이드 이미지 개체 틀 1">
            <a:extLst>
              <a:ext uri="{FF2B5EF4-FFF2-40B4-BE49-F238E27FC236}">
                <a16:creationId xmlns:a16="http://schemas.microsoft.com/office/drawing/2014/main" id="{60202115-64A1-F439-6BFD-730CAFD202D8}"/>
              </a:ext>
            </a:extLst>
          </p:cNvPr>
          <p:cNvSpPr>
            <a:spLocks noGrp="1" noRot="1" noChangeAspect="1" noTextEdit="1"/>
          </p:cNvSpPr>
          <p:nvPr>
            <p:ph type="sldImg"/>
          </p:nvPr>
        </p:nvSpPr>
        <p:spPr>
          <a:xfrm>
            <a:off x="381000" y="685800"/>
            <a:ext cx="6096000" cy="3429000"/>
          </a:xfrm>
          <a:ln/>
        </p:spPr>
      </p:sp>
      <p:sp>
        <p:nvSpPr>
          <p:cNvPr id="379907" name="슬라이드 노트 개체 틀 2">
            <a:extLst>
              <a:ext uri="{FF2B5EF4-FFF2-40B4-BE49-F238E27FC236}">
                <a16:creationId xmlns:a16="http://schemas.microsoft.com/office/drawing/2014/main" id="{61CD57A4-8EBD-B3B9-E254-273877DB4A4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p>
        </p:txBody>
      </p:sp>
      <p:sp>
        <p:nvSpPr>
          <p:cNvPr id="379908" name="슬라이드 번호 개체 틀 3">
            <a:extLst>
              <a:ext uri="{FF2B5EF4-FFF2-40B4-BE49-F238E27FC236}">
                <a16:creationId xmlns:a16="http://schemas.microsoft.com/office/drawing/2014/main" id="{ED599D8C-4A5E-11B1-CF8F-1F0FC38058B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Gulim" pitchFamily="34" charset="-127"/>
                <a:ea typeface="Gulim" pitchFamily="34" charset="-127"/>
              </a:defRPr>
            </a:lvl1pPr>
            <a:lvl2pPr marL="742950" indent="-285750" eaLnBrk="0" hangingPunct="0">
              <a:spcBef>
                <a:spcPct val="30000"/>
              </a:spcBef>
              <a:defRPr kumimoji="1" sz="1200">
                <a:solidFill>
                  <a:schemeClr val="tx1"/>
                </a:solidFill>
                <a:latin typeface="Gulim" pitchFamily="34" charset="-127"/>
                <a:ea typeface="Gulim" pitchFamily="34" charset="-127"/>
              </a:defRPr>
            </a:lvl2pPr>
            <a:lvl3pPr marL="1143000" indent="-228600" eaLnBrk="0" hangingPunct="0">
              <a:spcBef>
                <a:spcPct val="30000"/>
              </a:spcBef>
              <a:defRPr kumimoji="1" sz="1200">
                <a:solidFill>
                  <a:schemeClr val="tx1"/>
                </a:solidFill>
                <a:latin typeface="Gulim" pitchFamily="34" charset="-127"/>
                <a:ea typeface="Gulim" pitchFamily="34" charset="-127"/>
              </a:defRPr>
            </a:lvl3pPr>
            <a:lvl4pPr marL="1600200" indent="-228600" eaLnBrk="0" hangingPunct="0">
              <a:spcBef>
                <a:spcPct val="30000"/>
              </a:spcBef>
              <a:defRPr kumimoji="1" sz="1200">
                <a:solidFill>
                  <a:schemeClr val="tx1"/>
                </a:solidFill>
                <a:latin typeface="Gulim" pitchFamily="34" charset="-127"/>
                <a:ea typeface="Gulim" pitchFamily="34" charset="-127"/>
              </a:defRPr>
            </a:lvl4pPr>
            <a:lvl5pPr marL="2057400" indent="-228600" eaLnBrk="0" hangingPunct="0">
              <a:spcBef>
                <a:spcPct val="30000"/>
              </a:spcBef>
              <a:defRPr kumimoji="1" sz="1200">
                <a:solidFill>
                  <a:schemeClr val="tx1"/>
                </a:solidFill>
                <a:latin typeface="Gulim" pitchFamily="34" charset="-127"/>
                <a:ea typeface="Gulim" pitchFamily="34" charset="-127"/>
              </a:defRPr>
            </a:lvl5pPr>
            <a:lvl6pPr marL="25146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6pPr>
            <a:lvl7pPr marL="29718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7pPr>
            <a:lvl8pPr marL="34290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8pPr>
            <a:lvl9pPr marL="38862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9pPr>
          </a:lstStyle>
          <a:p>
            <a:pPr marL="0" marR="0" lvl="0" indent="0" algn="r" defTabSz="914400" rtl="0" eaLnBrk="1" fontAlgn="base" latinLnBrk="1" hangingPunct="1">
              <a:lnSpc>
                <a:spcPct val="100000"/>
              </a:lnSpc>
              <a:spcBef>
                <a:spcPct val="0"/>
              </a:spcBef>
              <a:spcAft>
                <a:spcPct val="0"/>
              </a:spcAft>
              <a:buClrTx/>
              <a:buSzTx/>
              <a:buFontTx/>
              <a:buNone/>
              <a:tabLst/>
              <a:defRPr/>
            </a:pPr>
            <a:fld id="{BAD68004-B322-4E9E-ACC6-BE8C525BA8DF}" type="slidenum">
              <a:rPr kumimoji="1" lang="en-US" altLang="ko-KR" sz="1200" b="0" i="0" u="none" strike="noStrike" kern="1200" cap="none" spc="0" normalizeH="0" baseline="0" noProof="0" smtClean="0">
                <a:ln>
                  <a:noFill/>
                </a:ln>
                <a:solidFill>
                  <a:srgbClr val="000000"/>
                </a:solidFill>
                <a:effectLst/>
                <a:uLnTx/>
                <a:uFillTx/>
                <a:latin typeface="맑은 고딕" panose="020B0503020000020004" pitchFamily="50" charset="-127"/>
                <a:ea typeface="맑은 고딕" panose="020B0503020000020004" pitchFamily="50" charset="-127"/>
              </a:rPr>
              <a:pPr marL="0" marR="0" lvl="0" indent="0" algn="r" defTabSz="914400" rtl="0" eaLnBrk="1" fontAlgn="base" latinLnBrk="1" hangingPunct="1">
                <a:lnSpc>
                  <a:spcPct val="100000"/>
                </a:lnSpc>
                <a:spcBef>
                  <a:spcPct val="0"/>
                </a:spcBef>
                <a:spcAft>
                  <a:spcPct val="0"/>
                </a:spcAft>
                <a:buClrTx/>
                <a:buSzTx/>
                <a:buFontTx/>
                <a:buNone/>
                <a:tabLst/>
                <a:defRPr/>
              </a:pPr>
              <a:t>44</a:t>
            </a:fld>
            <a:endParaRPr kumimoji="1" lang="en-US" altLang="ko-KR" sz="12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4372624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슬라이드 이미지 개체 틀 1"/>
          <p:cNvSpPr>
            <a:spLocks noGrp="1" noRot="1" noChangeAspect="1" noTextEdit="1"/>
          </p:cNvSpPr>
          <p:nvPr>
            <p:ph type="sldImg"/>
          </p:nvPr>
        </p:nvSpPr>
        <p:spPr>
          <a:xfrm>
            <a:off x="381000" y="685800"/>
            <a:ext cx="6096000" cy="3429000"/>
          </a:xfrm>
          <a:ln/>
        </p:spPr>
      </p:sp>
      <p:sp>
        <p:nvSpPr>
          <p:cNvPr id="379907" name="슬라이드 노트 개체 틀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p>
        </p:txBody>
      </p:sp>
      <p:sp>
        <p:nvSpPr>
          <p:cNvPr id="379908" name="슬라이드 번호 개체 틀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Gulim" pitchFamily="34" charset="-127"/>
                <a:ea typeface="Gulim" pitchFamily="34" charset="-127"/>
              </a:defRPr>
            </a:lvl1pPr>
            <a:lvl2pPr marL="742950" indent="-285750" eaLnBrk="0" hangingPunct="0">
              <a:spcBef>
                <a:spcPct val="30000"/>
              </a:spcBef>
              <a:defRPr kumimoji="1" sz="1200">
                <a:solidFill>
                  <a:schemeClr val="tx1"/>
                </a:solidFill>
                <a:latin typeface="Gulim" pitchFamily="34" charset="-127"/>
                <a:ea typeface="Gulim" pitchFamily="34" charset="-127"/>
              </a:defRPr>
            </a:lvl2pPr>
            <a:lvl3pPr marL="1143000" indent="-228600" eaLnBrk="0" hangingPunct="0">
              <a:spcBef>
                <a:spcPct val="30000"/>
              </a:spcBef>
              <a:defRPr kumimoji="1" sz="1200">
                <a:solidFill>
                  <a:schemeClr val="tx1"/>
                </a:solidFill>
                <a:latin typeface="Gulim" pitchFamily="34" charset="-127"/>
                <a:ea typeface="Gulim" pitchFamily="34" charset="-127"/>
              </a:defRPr>
            </a:lvl3pPr>
            <a:lvl4pPr marL="1600200" indent="-228600" eaLnBrk="0" hangingPunct="0">
              <a:spcBef>
                <a:spcPct val="30000"/>
              </a:spcBef>
              <a:defRPr kumimoji="1" sz="1200">
                <a:solidFill>
                  <a:schemeClr val="tx1"/>
                </a:solidFill>
                <a:latin typeface="Gulim" pitchFamily="34" charset="-127"/>
                <a:ea typeface="Gulim" pitchFamily="34" charset="-127"/>
              </a:defRPr>
            </a:lvl4pPr>
            <a:lvl5pPr marL="2057400" indent="-228600" eaLnBrk="0" hangingPunct="0">
              <a:spcBef>
                <a:spcPct val="30000"/>
              </a:spcBef>
              <a:defRPr kumimoji="1" sz="1200">
                <a:solidFill>
                  <a:schemeClr val="tx1"/>
                </a:solidFill>
                <a:latin typeface="Gulim" pitchFamily="34" charset="-127"/>
                <a:ea typeface="Gulim" pitchFamily="34" charset="-127"/>
              </a:defRPr>
            </a:lvl5pPr>
            <a:lvl6pPr marL="25146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6pPr>
            <a:lvl7pPr marL="29718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7pPr>
            <a:lvl8pPr marL="34290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8pPr>
            <a:lvl9pPr marL="38862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9pPr>
          </a:lstStyle>
          <a:p>
            <a:pPr eaLnBrk="1" hangingPunct="1">
              <a:spcBef>
                <a:spcPct val="0"/>
              </a:spcBef>
            </a:pPr>
            <a:fld id="{BAD68004-B322-4E9E-ACC6-BE8C525BA8DF}" type="slidenum">
              <a:rPr lang="en-US" altLang="ko-KR" smtClean="0">
                <a:solidFill>
                  <a:srgbClr val="000000"/>
                </a:solidFill>
                <a:latin typeface="맑은 고딕" panose="020B0503020000020004" pitchFamily="50" charset="-127"/>
                <a:ea typeface="맑은 고딕" panose="020B0503020000020004" pitchFamily="50" charset="-127"/>
              </a:rPr>
              <a:pPr eaLnBrk="1" hangingPunct="1">
                <a:spcBef>
                  <a:spcPct val="0"/>
                </a:spcBef>
              </a:pPr>
              <a:t>45</a:t>
            </a:fld>
            <a:endParaRPr lang="en-US" altLang="ko-KR" dirty="0">
              <a:solidFill>
                <a:srgbClr val="000000"/>
              </a:solidFill>
              <a:latin typeface="맑은 고딕" panose="020B0503020000020004" pitchFamily="50" charset="-127"/>
              <a:ea typeface="맑은 고딕" panose="020B0503020000020004" pitchFamily="50" charset="-127"/>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82" name="슬라이드 이미지 개체 틀 1"/>
          <p:cNvSpPr>
            <a:spLocks noGrp="1" noRot="1" noChangeAspect="1" noTextEdit="1"/>
          </p:cNvSpPr>
          <p:nvPr>
            <p:ph type="sldImg"/>
          </p:nvPr>
        </p:nvSpPr>
        <p:spPr>
          <a:xfrm>
            <a:off x="381000" y="685800"/>
            <a:ext cx="6096000" cy="3429000"/>
          </a:xfrm>
          <a:ln/>
        </p:spPr>
      </p:sp>
      <p:sp>
        <p:nvSpPr>
          <p:cNvPr id="378883" name="슬라이드 노트 개체 틀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p>
        </p:txBody>
      </p:sp>
      <p:sp>
        <p:nvSpPr>
          <p:cNvPr id="378884" name="슬라이드 번호 개체 틀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Gulim" pitchFamily="34" charset="-127"/>
                <a:ea typeface="Gulim" pitchFamily="34" charset="-127"/>
              </a:defRPr>
            </a:lvl1pPr>
            <a:lvl2pPr marL="742950" indent="-285750" eaLnBrk="0" hangingPunct="0">
              <a:spcBef>
                <a:spcPct val="30000"/>
              </a:spcBef>
              <a:defRPr kumimoji="1" sz="1200">
                <a:solidFill>
                  <a:schemeClr val="tx1"/>
                </a:solidFill>
                <a:latin typeface="Gulim" pitchFamily="34" charset="-127"/>
                <a:ea typeface="Gulim" pitchFamily="34" charset="-127"/>
              </a:defRPr>
            </a:lvl2pPr>
            <a:lvl3pPr marL="1143000" indent="-228600" eaLnBrk="0" hangingPunct="0">
              <a:spcBef>
                <a:spcPct val="30000"/>
              </a:spcBef>
              <a:defRPr kumimoji="1" sz="1200">
                <a:solidFill>
                  <a:schemeClr val="tx1"/>
                </a:solidFill>
                <a:latin typeface="Gulim" pitchFamily="34" charset="-127"/>
                <a:ea typeface="Gulim" pitchFamily="34" charset="-127"/>
              </a:defRPr>
            </a:lvl3pPr>
            <a:lvl4pPr marL="1600200" indent="-228600" eaLnBrk="0" hangingPunct="0">
              <a:spcBef>
                <a:spcPct val="30000"/>
              </a:spcBef>
              <a:defRPr kumimoji="1" sz="1200">
                <a:solidFill>
                  <a:schemeClr val="tx1"/>
                </a:solidFill>
                <a:latin typeface="Gulim" pitchFamily="34" charset="-127"/>
                <a:ea typeface="Gulim" pitchFamily="34" charset="-127"/>
              </a:defRPr>
            </a:lvl4pPr>
            <a:lvl5pPr marL="2057400" indent="-228600" eaLnBrk="0" hangingPunct="0">
              <a:spcBef>
                <a:spcPct val="30000"/>
              </a:spcBef>
              <a:defRPr kumimoji="1" sz="1200">
                <a:solidFill>
                  <a:schemeClr val="tx1"/>
                </a:solidFill>
                <a:latin typeface="Gulim" pitchFamily="34" charset="-127"/>
                <a:ea typeface="Gulim" pitchFamily="34" charset="-127"/>
              </a:defRPr>
            </a:lvl5pPr>
            <a:lvl6pPr marL="25146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6pPr>
            <a:lvl7pPr marL="29718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7pPr>
            <a:lvl8pPr marL="34290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8pPr>
            <a:lvl9pPr marL="38862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9pPr>
          </a:lstStyle>
          <a:p>
            <a:pPr marL="0" marR="0" lvl="0" indent="0" algn="r" defTabSz="914400" rtl="0" eaLnBrk="1" fontAlgn="base" latinLnBrk="1" hangingPunct="1">
              <a:lnSpc>
                <a:spcPct val="100000"/>
              </a:lnSpc>
              <a:spcBef>
                <a:spcPct val="0"/>
              </a:spcBef>
              <a:spcAft>
                <a:spcPct val="0"/>
              </a:spcAft>
              <a:buClrTx/>
              <a:buSzTx/>
              <a:buFontTx/>
              <a:buNone/>
              <a:tabLst/>
              <a:defRPr/>
            </a:pPr>
            <a:fld id="{F8F3BF52-9074-476A-8A6D-F90ABC0D328F}" type="slidenum">
              <a:rPr kumimoji="1" lang="en-US" altLang="ko-KR" sz="1200" b="0" i="0" u="none" strike="noStrike" kern="1200" cap="none" spc="0" normalizeH="0" baseline="0" noProof="0" smtClean="0">
                <a:ln>
                  <a:noFill/>
                </a:ln>
                <a:solidFill>
                  <a:srgbClr val="000000"/>
                </a:solidFill>
                <a:effectLst/>
                <a:uLnTx/>
                <a:uFillTx/>
                <a:latin typeface="맑은 고딕" panose="020B0503020000020004" pitchFamily="50" charset="-127"/>
                <a:ea typeface="맑은 고딕" panose="020B0503020000020004" pitchFamily="50" charset="-127"/>
              </a:rPr>
              <a:pPr marL="0" marR="0" lvl="0" indent="0" algn="r" defTabSz="914400" rtl="0" eaLnBrk="1" fontAlgn="base" latinLnBrk="1" hangingPunct="1">
                <a:lnSpc>
                  <a:spcPct val="100000"/>
                </a:lnSpc>
                <a:spcBef>
                  <a:spcPct val="0"/>
                </a:spcBef>
                <a:spcAft>
                  <a:spcPct val="0"/>
                </a:spcAft>
                <a:buClrTx/>
                <a:buSzTx/>
                <a:buFontTx/>
                <a:buNone/>
                <a:tabLst/>
                <a:defRPr/>
              </a:pPr>
              <a:t>47</a:t>
            </a:fld>
            <a:endParaRPr kumimoji="1" lang="en-US" altLang="ko-KR" sz="12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685802" y="1601025"/>
            <a:ext cx="7772400" cy="1102519"/>
          </a:xfrm>
        </p:spPr>
        <p:txBody>
          <a:bodyPr/>
          <a:lstStyle/>
          <a:p>
            <a:r>
              <a:rPr lang="ko-KR" altLang="en-US"/>
              <a:t>마스터 제목 스타일 편집</a:t>
            </a:r>
          </a:p>
        </p:txBody>
      </p:sp>
      <p:sp>
        <p:nvSpPr>
          <p:cNvPr id="3" name="부제목 2"/>
          <p:cNvSpPr>
            <a:spLocks noGrp="1"/>
          </p:cNvSpPr>
          <p:nvPr>
            <p:ph type="subTitle" idx="1"/>
          </p:nvPr>
        </p:nvSpPr>
        <p:spPr>
          <a:xfrm>
            <a:off x="1371600" y="2914650"/>
            <a:ext cx="6400800" cy="1314450"/>
          </a:xfrm>
        </p:spPr>
        <p:txBody>
          <a:bodyPr/>
          <a:lstStyle>
            <a:lvl1pPr marL="0" indent="0" algn="ctr">
              <a:buNone/>
              <a:defRPr/>
            </a:lvl1pPr>
            <a:lvl2pPr marL="317456" indent="0" algn="ctr">
              <a:buNone/>
              <a:defRPr/>
            </a:lvl2pPr>
            <a:lvl3pPr marL="634913" indent="0" algn="ctr">
              <a:buNone/>
              <a:defRPr/>
            </a:lvl3pPr>
            <a:lvl4pPr marL="952369" indent="0" algn="ctr">
              <a:buNone/>
              <a:defRPr/>
            </a:lvl4pPr>
            <a:lvl5pPr marL="1269825" indent="0" algn="ctr">
              <a:buNone/>
              <a:defRPr/>
            </a:lvl5pPr>
            <a:lvl6pPr marL="1587283" indent="0" algn="ctr">
              <a:buNone/>
              <a:defRPr/>
            </a:lvl6pPr>
            <a:lvl7pPr marL="1904739" indent="0" algn="ctr">
              <a:buNone/>
              <a:defRPr/>
            </a:lvl7pPr>
            <a:lvl8pPr marL="2222195" indent="0" algn="ctr">
              <a:buNone/>
              <a:defRPr/>
            </a:lvl8pPr>
            <a:lvl9pPr marL="2539652" indent="0" algn="ctr">
              <a:buNone/>
              <a:defRPr/>
            </a:lvl9pPr>
          </a:lstStyle>
          <a:p>
            <a:r>
              <a:rPr lang="ko-KR" altLang="en-US"/>
              <a:t>마스터 부제목 스타일 편집</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dirty="0"/>
          </a:p>
        </p:txBody>
      </p:sp>
      <p:sp>
        <p:nvSpPr>
          <p:cNvPr id="6" name="Rectangle 6"/>
          <p:cNvSpPr>
            <a:spLocks noGrp="1" noChangeArrowheads="1"/>
          </p:cNvSpPr>
          <p:nvPr>
            <p:ph type="sldNum" sz="quarter" idx="12"/>
          </p:nvPr>
        </p:nvSpPr>
        <p:spPr>
          <a:ln/>
        </p:spPr>
        <p:txBody>
          <a:bodyPr/>
          <a:lstStyle>
            <a:lvl1pPr>
              <a:defRPr/>
            </a:lvl1pPr>
          </a:lstStyle>
          <a:p>
            <a:pPr>
              <a:defRPr/>
            </a:pPr>
            <a:fld id="{AB65D34A-38BB-4DD4-8EDF-52A2AFFA4F5C}" type="slidenum">
              <a:rPr lang="en-US" altLang="ko-KR" smtClean="0"/>
              <a:pPr>
                <a:defRPr/>
              </a:pPr>
              <a:t>‹#›</a:t>
            </a:fld>
            <a:endParaRPr lang="en-US" altLang="ko-KR" dirty="0"/>
          </a:p>
        </p:txBody>
      </p:sp>
    </p:spTree>
    <p:extLst>
      <p:ext uri="{BB962C8B-B14F-4D97-AF65-F5344CB8AC3E}">
        <p14:creationId xmlns:p14="http://schemas.microsoft.com/office/powerpoint/2010/main" val="116318861"/>
      </p:ext>
    </p:extLst>
  </p:cSld>
  <p:clrMapOvr>
    <a:masterClrMapping/>
  </p:clrMapOvr>
  <p:transition>
    <p:cover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dirty="0"/>
          </a:p>
        </p:txBody>
      </p:sp>
      <p:sp>
        <p:nvSpPr>
          <p:cNvPr id="6" name="Rectangle 6"/>
          <p:cNvSpPr>
            <a:spLocks noGrp="1" noChangeArrowheads="1"/>
          </p:cNvSpPr>
          <p:nvPr>
            <p:ph type="sldNum" sz="quarter" idx="12"/>
          </p:nvPr>
        </p:nvSpPr>
        <p:spPr>
          <a:ln/>
        </p:spPr>
        <p:txBody>
          <a:bodyPr/>
          <a:lstStyle>
            <a:lvl1pPr>
              <a:defRPr/>
            </a:lvl1pPr>
          </a:lstStyle>
          <a:p>
            <a:pPr>
              <a:defRPr/>
            </a:pPr>
            <a:fld id="{F2BA5ADE-A521-4F2E-90AE-D18460010E4F}" type="slidenum">
              <a:rPr lang="en-US" altLang="ko-KR" smtClean="0"/>
              <a:pPr>
                <a:defRPr/>
              </a:pPr>
              <a:t>‹#›</a:t>
            </a:fld>
            <a:endParaRPr lang="en-US" altLang="ko-KR" dirty="0"/>
          </a:p>
        </p:txBody>
      </p:sp>
    </p:spTree>
    <p:extLst>
      <p:ext uri="{BB962C8B-B14F-4D97-AF65-F5344CB8AC3E}">
        <p14:creationId xmlns:p14="http://schemas.microsoft.com/office/powerpoint/2010/main" val="1990514313"/>
      </p:ext>
    </p:extLst>
  </p:cSld>
  <p:clrMapOvr>
    <a:masterClrMapping/>
  </p:clrMapOvr>
  <p:transition>
    <p:cover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722314" y="3305179"/>
            <a:ext cx="7772400" cy="1021556"/>
          </a:xfrm>
        </p:spPr>
        <p:txBody>
          <a:bodyPr anchor="t"/>
          <a:lstStyle>
            <a:lvl1pPr algn="l">
              <a:defRPr sz="2700" b="1" cap="all"/>
            </a:lvl1pPr>
          </a:lstStyle>
          <a:p>
            <a:r>
              <a:rPr lang="ko-KR" altLang="en-US"/>
              <a:t>마스터 제목 스타일 편집</a:t>
            </a:r>
          </a:p>
        </p:txBody>
      </p:sp>
      <p:sp>
        <p:nvSpPr>
          <p:cNvPr id="3" name="텍스트 개체 틀 2"/>
          <p:cNvSpPr>
            <a:spLocks noGrp="1"/>
          </p:cNvSpPr>
          <p:nvPr>
            <p:ph type="body" idx="1"/>
          </p:nvPr>
        </p:nvSpPr>
        <p:spPr>
          <a:xfrm>
            <a:off x="722314" y="2180038"/>
            <a:ext cx="7772400" cy="1125140"/>
          </a:xfrm>
        </p:spPr>
        <p:txBody>
          <a:bodyPr anchor="b"/>
          <a:lstStyle>
            <a:lvl1pPr marL="0" indent="0">
              <a:buNone/>
              <a:defRPr sz="1400"/>
            </a:lvl1pPr>
            <a:lvl2pPr marL="317456" indent="0">
              <a:buNone/>
              <a:defRPr sz="1200"/>
            </a:lvl2pPr>
            <a:lvl3pPr marL="634913" indent="0">
              <a:buNone/>
              <a:defRPr sz="1100"/>
            </a:lvl3pPr>
            <a:lvl4pPr marL="952369" indent="0">
              <a:buNone/>
              <a:defRPr sz="1000"/>
            </a:lvl4pPr>
            <a:lvl5pPr marL="1269825" indent="0">
              <a:buNone/>
              <a:defRPr sz="1000"/>
            </a:lvl5pPr>
            <a:lvl6pPr marL="1587283" indent="0">
              <a:buNone/>
              <a:defRPr sz="1000"/>
            </a:lvl6pPr>
            <a:lvl7pPr marL="1904739" indent="0">
              <a:buNone/>
              <a:defRPr sz="1000"/>
            </a:lvl7pPr>
            <a:lvl8pPr marL="2222195" indent="0">
              <a:buNone/>
              <a:defRPr sz="1000"/>
            </a:lvl8pPr>
            <a:lvl9pPr marL="2539652" indent="0">
              <a:buNone/>
              <a:defRPr sz="1000"/>
            </a:lvl9pPr>
          </a:lstStyle>
          <a:p>
            <a:pPr lvl="0"/>
            <a:r>
              <a:rPr lang="ko-KR" altLang="en-US"/>
              <a:t>마스터 텍스트 스타일을 편집합니다</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dirty="0"/>
          </a:p>
        </p:txBody>
      </p:sp>
      <p:sp>
        <p:nvSpPr>
          <p:cNvPr id="6" name="Rectangle 6"/>
          <p:cNvSpPr>
            <a:spLocks noGrp="1" noChangeArrowheads="1"/>
          </p:cNvSpPr>
          <p:nvPr>
            <p:ph type="sldNum" sz="quarter" idx="12"/>
          </p:nvPr>
        </p:nvSpPr>
        <p:spPr>
          <a:ln/>
        </p:spPr>
        <p:txBody>
          <a:bodyPr/>
          <a:lstStyle>
            <a:lvl1pPr>
              <a:defRPr/>
            </a:lvl1pPr>
          </a:lstStyle>
          <a:p>
            <a:pPr>
              <a:defRPr/>
            </a:pPr>
            <a:fld id="{BE8DA136-335F-4507-ACAD-F194A74110AE}" type="slidenum">
              <a:rPr lang="en-US" altLang="ko-KR" smtClean="0"/>
              <a:pPr>
                <a:defRPr/>
              </a:pPr>
              <a:t>‹#›</a:t>
            </a:fld>
            <a:endParaRPr lang="en-US" altLang="ko-KR" dirty="0"/>
          </a:p>
        </p:txBody>
      </p:sp>
    </p:spTree>
    <p:extLst>
      <p:ext uri="{BB962C8B-B14F-4D97-AF65-F5344CB8AC3E}">
        <p14:creationId xmlns:p14="http://schemas.microsoft.com/office/powerpoint/2010/main" val="3185912362"/>
      </p:ext>
    </p:extLst>
  </p:cSld>
  <p:clrMapOvr>
    <a:masterClrMapping/>
  </p:clrMapOvr>
  <p:transition>
    <p:cover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685802" y="1485900"/>
            <a:ext cx="3810000" cy="3086100"/>
          </a:xfrm>
        </p:spPr>
        <p:txBody>
          <a:bodyPr/>
          <a:lstStyle>
            <a:lvl1pPr>
              <a:defRPr sz="1900"/>
            </a:lvl1pPr>
            <a:lvl2pPr>
              <a:defRPr sz="1700"/>
            </a:lvl2pPr>
            <a:lvl3pPr>
              <a:defRPr sz="1400"/>
            </a:lvl3pPr>
            <a:lvl4pPr>
              <a:defRPr sz="1200"/>
            </a:lvl4pPr>
            <a:lvl5pPr>
              <a:defRPr sz="1200"/>
            </a:lvl5pPr>
            <a:lvl6pPr>
              <a:defRPr sz="1200"/>
            </a:lvl6pPr>
            <a:lvl7pPr>
              <a:defRPr sz="1200"/>
            </a:lvl7pPr>
            <a:lvl8pPr>
              <a:defRPr sz="1200"/>
            </a:lvl8pPr>
            <a:lvl9pPr>
              <a:defRPr sz="12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4648202" y="1485900"/>
            <a:ext cx="3810000" cy="3086100"/>
          </a:xfrm>
        </p:spPr>
        <p:txBody>
          <a:bodyPr/>
          <a:lstStyle>
            <a:lvl1pPr>
              <a:defRPr sz="1900"/>
            </a:lvl1pPr>
            <a:lvl2pPr>
              <a:defRPr sz="1700"/>
            </a:lvl2pPr>
            <a:lvl3pPr>
              <a:defRPr sz="1400"/>
            </a:lvl3pPr>
            <a:lvl4pPr>
              <a:defRPr sz="1200"/>
            </a:lvl4pPr>
            <a:lvl5pPr>
              <a:defRPr sz="1200"/>
            </a:lvl5pPr>
            <a:lvl6pPr>
              <a:defRPr sz="1200"/>
            </a:lvl6pPr>
            <a:lvl7pPr>
              <a:defRPr sz="1200"/>
            </a:lvl7pPr>
            <a:lvl8pPr>
              <a:defRPr sz="1200"/>
            </a:lvl8pPr>
            <a:lvl9pPr>
              <a:defRPr sz="12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ko-KR" dirty="0"/>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ko-KR" dirty="0"/>
          </a:p>
        </p:txBody>
      </p:sp>
      <p:sp>
        <p:nvSpPr>
          <p:cNvPr id="7" name="Rectangle 6"/>
          <p:cNvSpPr>
            <a:spLocks noGrp="1" noChangeArrowheads="1"/>
          </p:cNvSpPr>
          <p:nvPr>
            <p:ph type="sldNum" sz="quarter" idx="12"/>
          </p:nvPr>
        </p:nvSpPr>
        <p:spPr>
          <a:ln/>
        </p:spPr>
        <p:txBody>
          <a:bodyPr/>
          <a:lstStyle>
            <a:lvl1pPr>
              <a:defRPr/>
            </a:lvl1pPr>
          </a:lstStyle>
          <a:p>
            <a:pPr>
              <a:defRPr/>
            </a:pPr>
            <a:fld id="{CAAAA543-0F0B-410E-86DE-BFCF07D9DF84}" type="slidenum">
              <a:rPr lang="en-US" altLang="ko-KR" smtClean="0"/>
              <a:pPr>
                <a:defRPr/>
              </a:pPr>
              <a:t>‹#›</a:t>
            </a:fld>
            <a:endParaRPr lang="en-US" altLang="ko-KR" dirty="0"/>
          </a:p>
        </p:txBody>
      </p:sp>
    </p:spTree>
    <p:extLst>
      <p:ext uri="{BB962C8B-B14F-4D97-AF65-F5344CB8AC3E}">
        <p14:creationId xmlns:p14="http://schemas.microsoft.com/office/powerpoint/2010/main" val="3131714843"/>
      </p:ext>
    </p:extLst>
  </p:cSld>
  <p:clrMapOvr>
    <a:masterClrMapping/>
  </p:clrMapOvr>
  <p:transition>
    <p:cover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457200" y="205979"/>
            <a:ext cx="8229600" cy="857250"/>
          </a:xfrm>
        </p:spPr>
        <p:txBody>
          <a:bodyPr/>
          <a:lstStyle>
            <a:lvl1pPr>
              <a:defRPr/>
            </a:lvl1pPr>
          </a:lstStyle>
          <a:p>
            <a:r>
              <a:rPr lang="ko-KR" altLang="en-US"/>
              <a:t>마스터 제목 스타일 편집</a:t>
            </a:r>
          </a:p>
        </p:txBody>
      </p:sp>
      <p:sp>
        <p:nvSpPr>
          <p:cNvPr id="3" name="텍스트 개체 틀 2"/>
          <p:cNvSpPr>
            <a:spLocks noGrp="1"/>
          </p:cNvSpPr>
          <p:nvPr>
            <p:ph type="body" idx="1"/>
          </p:nvPr>
        </p:nvSpPr>
        <p:spPr>
          <a:xfrm>
            <a:off x="457200" y="1151338"/>
            <a:ext cx="4040188" cy="479822"/>
          </a:xfrm>
        </p:spPr>
        <p:txBody>
          <a:bodyPr anchor="b"/>
          <a:lstStyle>
            <a:lvl1pPr marL="0" indent="0">
              <a:buNone/>
              <a:defRPr sz="1700" b="1"/>
            </a:lvl1pPr>
            <a:lvl2pPr marL="317456" indent="0">
              <a:buNone/>
              <a:defRPr sz="1400" b="1"/>
            </a:lvl2pPr>
            <a:lvl3pPr marL="634913" indent="0">
              <a:buNone/>
              <a:defRPr sz="1200" b="1"/>
            </a:lvl3pPr>
            <a:lvl4pPr marL="952369" indent="0">
              <a:buNone/>
              <a:defRPr sz="1100" b="1"/>
            </a:lvl4pPr>
            <a:lvl5pPr marL="1269825" indent="0">
              <a:buNone/>
              <a:defRPr sz="1100" b="1"/>
            </a:lvl5pPr>
            <a:lvl6pPr marL="1587283" indent="0">
              <a:buNone/>
              <a:defRPr sz="1100" b="1"/>
            </a:lvl6pPr>
            <a:lvl7pPr marL="1904739" indent="0">
              <a:buNone/>
              <a:defRPr sz="1100" b="1"/>
            </a:lvl7pPr>
            <a:lvl8pPr marL="2222195" indent="0">
              <a:buNone/>
              <a:defRPr sz="1100" b="1"/>
            </a:lvl8pPr>
            <a:lvl9pPr marL="2539652" indent="0">
              <a:buNone/>
              <a:defRPr sz="1100" b="1"/>
            </a:lvl9pPr>
          </a:lstStyle>
          <a:p>
            <a:pPr lvl="0"/>
            <a:r>
              <a:rPr lang="ko-KR" altLang="en-US"/>
              <a:t>마스터 텍스트 스타일을 편집합니다</a:t>
            </a:r>
          </a:p>
        </p:txBody>
      </p:sp>
      <p:sp>
        <p:nvSpPr>
          <p:cNvPr id="4" name="내용 개체 틀 3"/>
          <p:cNvSpPr>
            <a:spLocks noGrp="1"/>
          </p:cNvSpPr>
          <p:nvPr>
            <p:ph sz="half" idx="2"/>
          </p:nvPr>
        </p:nvSpPr>
        <p:spPr>
          <a:xfrm>
            <a:off x="457200" y="1631156"/>
            <a:ext cx="4040188" cy="2963466"/>
          </a:xfrm>
        </p:spPr>
        <p:txBody>
          <a:bodyPr/>
          <a:lstStyle>
            <a:lvl1pPr>
              <a:defRPr sz="17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4645032" y="1151338"/>
            <a:ext cx="4041774" cy="479822"/>
          </a:xfrm>
        </p:spPr>
        <p:txBody>
          <a:bodyPr anchor="b"/>
          <a:lstStyle>
            <a:lvl1pPr marL="0" indent="0">
              <a:buNone/>
              <a:defRPr sz="1700" b="1"/>
            </a:lvl1pPr>
            <a:lvl2pPr marL="317456" indent="0">
              <a:buNone/>
              <a:defRPr sz="1400" b="1"/>
            </a:lvl2pPr>
            <a:lvl3pPr marL="634913" indent="0">
              <a:buNone/>
              <a:defRPr sz="1200" b="1"/>
            </a:lvl3pPr>
            <a:lvl4pPr marL="952369" indent="0">
              <a:buNone/>
              <a:defRPr sz="1100" b="1"/>
            </a:lvl4pPr>
            <a:lvl5pPr marL="1269825" indent="0">
              <a:buNone/>
              <a:defRPr sz="1100" b="1"/>
            </a:lvl5pPr>
            <a:lvl6pPr marL="1587283" indent="0">
              <a:buNone/>
              <a:defRPr sz="1100" b="1"/>
            </a:lvl6pPr>
            <a:lvl7pPr marL="1904739" indent="0">
              <a:buNone/>
              <a:defRPr sz="1100" b="1"/>
            </a:lvl7pPr>
            <a:lvl8pPr marL="2222195" indent="0">
              <a:buNone/>
              <a:defRPr sz="1100" b="1"/>
            </a:lvl8pPr>
            <a:lvl9pPr marL="2539652" indent="0">
              <a:buNone/>
              <a:defRPr sz="1100" b="1"/>
            </a:lvl9pPr>
          </a:lstStyle>
          <a:p>
            <a:pPr lvl="0"/>
            <a:r>
              <a:rPr lang="ko-KR" altLang="en-US"/>
              <a:t>마스터 텍스트 스타일을 편집합니다</a:t>
            </a:r>
          </a:p>
        </p:txBody>
      </p:sp>
      <p:sp>
        <p:nvSpPr>
          <p:cNvPr id="6" name="내용 개체 틀 5"/>
          <p:cNvSpPr>
            <a:spLocks noGrp="1"/>
          </p:cNvSpPr>
          <p:nvPr>
            <p:ph sz="quarter" idx="4"/>
          </p:nvPr>
        </p:nvSpPr>
        <p:spPr>
          <a:xfrm>
            <a:off x="4645032" y="1631156"/>
            <a:ext cx="4041774" cy="2963466"/>
          </a:xfrm>
        </p:spPr>
        <p:txBody>
          <a:bodyPr/>
          <a:lstStyle>
            <a:lvl1pPr>
              <a:defRPr sz="17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ko-KR" dirty="0"/>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ko-KR" dirty="0"/>
          </a:p>
        </p:txBody>
      </p:sp>
      <p:sp>
        <p:nvSpPr>
          <p:cNvPr id="9" name="Rectangle 6"/>
          <p:cNvSpPr>
            <a:spLocks noGrp="1" noChangeArrowheads="1"/>
          </p:cNvSpPr>
          <p:nvPr>
            <p:ph type="sldNum" sz="quarter" idx="12"/>
          </p:nvPr>
        </p:nvSpPr>
        <p:spPr>
          <a:ln/>
        </p:spPr>
        <p:txBody>
          <a:bodyPr/>
          <a:lstStyle>
            <a:lvl1pPr>
              <a:defRPr/>
            </a:lvl1pPr>
          </a:lstStyle>
          <a:p>
            <a:pPr>
              <a:defRPr/>
            </a:pPr>
            <a:fld id="{5EB390A1-8DAC-4618-9E5C-7603BDA7C142}" type="slidenum">
              <a:rPr lang="en-US" altLang="ko-KR" smtClean="0"/>
              <a:pPr>
                <a:defRPr/>
              </a:pPr>
              <a:t>‹#›</a:t>
            </a:fld>
            <a:endParaRPr lang="en-US" altLang="ko-KR" dirty="0"/>
          </a:p>
        </p:txBody>
      </p:sp>
    </p:spTree>
    <p:extLst>
      <p:ext uri="{BB962C8B-B14F-4D97-AF65-F5344CB8AC3E}">
        <p14:creationId xmlns:p14="http://schemas.microsoft.com/office/powerpoint/2010/main" val="922824831"/>
      </p:ext>
    </p:extLst>
  </p:cSld>
  <p:clrMapOvr>
    <a:masterClrMapping/>
  </p:clrMapOvr>
  <p:transition>
    <p:cover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ko-KR" dirty="0"/>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ko-KR" dirty="0"/>
          </a:p>
        </p:txBody>
      </p:sp>
      <p:sp>
        <p:nvSpPr>
          <p:cNvPr id="5" name="Rectangle 6"/>
          <p:cNvSpPr>
            <a:spLocks noGrp="1" noChangeArrowheads="1"/>
          </p:cNvSpPr>
          <p:nvPr>
            <p:ph type="sldNum" sz="quarter" idx="12"/>
          </p:nvPr>
        </p:nvSpPr>
        <p:spPr>
          <a:ln/>
        </p:spPr>
        <p:txBody>
          <a:bodyPr/>
          <a:lstStyle>
            <a:lvl1pPr>
              <a:defRPr/>
            </a:lvl1pPr>
          </a:lstStyle>
          <a:p>
            <a:pPr>
              <a:defRPr/>
            </a:pPr>
            <a:fld id="{6EB22FF5-315E-4BFE-8C2E-3C256521133C}" type="slidenum">
              <a:rPr lang="en-US" altLang="ko-KR" smtClean="0"/>
              <a:pPr>
                <a:defRPr/>
              </a:pPr>
              <a:t>‹#›</a:t>
            </a:fld>
            <a:endParaRPr lang="en-US" altLang="ko-KR" dirty="0"/>
          </a:p>
        </p:txBody>
      </p:sp>
    </p:spTree>
    <p:extLst>
      <p:ext uri="{BB962C8B-B14F-4D97-AF65-F5344CB8AC3E}">
        <p14:creationId xmlns:p14="http://schemas.microsoft.com/office/powerpoint/2010/main" val="1141627982"/>
      </p:ext>
    </p:extLst>
  </p:cSld>
  <p:clrMapOvr>
    <a:masterClrMapping/>
  </p:clrMapOvr>
  <p:transition>
    <p:cover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ko-KR" dirty="0"/>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ko-KR" dirty="0"/>
          </a:p>
        </p:txBody>
      </p:sp>
      <p:sp>
        <p:nvSpPr>
          <p:cNvPr id="4" name="Rectangle 6"/>
          <p:cNvSpPr>
            <a:spLocks noGrp="1" noChangeArrowheads="1"/>
          </p:cNvSpPr>
          <p:nvPr>
            <p:ph type="sldNum" sz="quarter" idx="12"/>
          </p:nvPr>
        </p:nvSpPr>
        <p:spPr>
          <a:ln/>
        </p:spPr>
        <p:txBody>
          <a:bodyPr/>
          <a:lstStyle>
            <a:lvl1pPr>
              <a:defRPr/>
            </a:lvl1pPr>
          </a:lstStyle>
          <a:p>
            <a:pPr>
              <a:defRPr/>
            </a:pPr>
            <a:fld id="{2D990056-FDBA-491E-AF7C-023442AAD2A4}" type="slidenum">
              <a:rPr lang="en-US" altLang="ko-KR" smtClean="0"/>
              <a:pPr>
                <a:defRPr/>
              </a:pPr>
              <a:t>‹#›</a:t>
            </a:fld>
            <a:endParaRPr lang="en-US" altLang="ko-KR" dirty="0"/>
          </a:p>
        </p:txBody>
      </p:sp>
    </p:spTree>
    <p:extLst>
      <p:ext uri="{BB962C8B-B14F-4D97-AF65-F5344CB8AC3E}">
        <p14:creationId xmlns:p14="http://schemas.microsoft.com/office/powerpoint/2010/main" val="746655090"/>
      </p:ext>
    </p:extLst>
  </p:cSld>
  <p:clrMapOvr>
    <a:masterClrMapping/>
  </p:clrMapOvr>
  <p:transition>
    <p:cover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457219" y="204790"/>
            <a:ext cx="3008313" cy="871538"/>
          </a:xfrm>
        </p:spPr>
        <p:txBody>
          <a:bodyPr anchor="b"/>
          <a:lstStyle>
            <a:lvl1pPr algn="l">
              <a:defRPr sz="1400" b="1"/>
            </a:lvl1pPr>
          </a:lstStyle>
          <a:p>
            <a:r>
              <a:rPr lang="ko-KR" altLang="en-US"/>
              <a:t>마스터 제목 스타일 편집</a:t>
            </a:r>
          </a:p>
        </p:txBody>
      </p:sp>
      <p:sp>
        <p:nvSpPr>
          <p:cNvPr id="3" name="내용 개체 틀 2"/>
          <p:cNvSpPr>
            <a:spLocks noGrp="1"/>
          </p:cNvSpPr>
          <p:nvPr>
            <p:ph idx="1"/>
          </p:nvPr>
        </p:nvSpPr>
        <p:spPr>
          <a:xfrm>
            <a:off x="3575070" y="207994"/>
            <a:ext cx="5111749" cy="4389835"/>
          </a:xfrm>
        </p:spPr>
        <p:txBody>
          <a:bodyPr/>
          <a:lstStyle>
            <a:lvl1pPr>
              <a:defRPr sz="2300"/>
            </a:lvl1pPr>
            <a:lvl2pPr>
              <a:defRPr sz="1900"/>
            </a:lvl2pPr>
            <a:lvl3pPr>
              <a:defRPr sz="1700"/>
            </a:lvl3pPr>
            <a:lvl4pPr>
              <a:defRPr sz="1400"/>
            </a:lvl4pPr>
            <a:lvl5pPr>
              <a:defRPr sz="1400"/>
            </a:lvl5pPr>
            <a:lvl6pPr>
              <a:defRPr sz="1400"/>
            </a:lvl6pPr>
            <a:lvl7pPr>
              <a:defRPr sz="1400"/>
            </a:lvl7pPr>
            <a:lvl8pPr>
              <a:defRPr sz="1400"/>
            </a:lvl8pPr>
            <a:lvl9pPr>
              <a:defRPr sz="14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457219" y="1076343"/>
            <a:ext cx="3008313" cy="3518297"/>
          </a:xfrm>
        </p:spPr>
        <p:txBody>
          <a:bodyPr/>
          <a:lstStyle>
            <a:lvl1pPr marL="0" indent="0">
              <a:buNone/>
              <a:defRPr sz="1000"/>
            </a:lvl1pPr>
            <a:lvl2pPr marL="317456" indent="0">
              <a:buNone/>
              <a:defRPr sz="800"/>
            </a:lvl2pPr>
            <a:lvl3pPr marL="634913" indent="0">
              <a:buNone/>
              <a:defRPr sz="700"/>
            </a:lvl3pPr>
            <a:lvl4pPr marL="952369" indent="0">
              <a:buNone/>
              <a:defRPr sz="600"/>
            </a:lvl4pPr>
            <a:lvl5pPr marL="1269825" indent="0">
              <a:buNone/>
              <a:defRPr sz="600"/>
            </a:lvl5pPr>
            <a:lvl6pPr marL="1587283" indent="0">
              <a:buNone/>
              <a:defRPr sz="600"/>
            </a:lvl6pPr>
            <a:lvl7pPr marL="1904739" indent="0">
              <a:buNone/>
              <a:defRPr sz="600"/>
            </a:lvl7pPr>
            <a:lvl8pPr marL="2222195" indent="0">
              <a:buNone/>
              <a:defRPr sz="600"/>
            </a:lvl8pPr>
            <a:lvl9pPr marL="2539652" indent="0">
              <a:buNone/>
              <a:defRPr sz="600"/>
            </a:lvl9pPr>
          </a:lstStyle>
          <a:p>
            <a:pPr lvl="0"/>
            <a:r>
              <a:rPr lang="ko-KR" altLang="en-US"/>
              <a:t>마스터 텍스트 스타일을 편집합니다</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ko-KR" dirty="0"/>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ko-KR" dirty="0"/>
          </a:p>
        </p:txBody>
      </p:sp>
      <p:sp>
        <p:nvSpPr>
          <p:cNvPr id="7" name="Rectangle 6"/>
          <p:cNvSpPr>
            <a:spLocks noGrp="1" noChangeArrowheads="1"/>
          </p:cNvSpPr>
          <p:nvPr>
            <p:ph type="sldNum" sz="quarter" idx="12"/>
          </p:nvPr>
        </p:nvSpPr>
        <p:spPr>
          <a:ln/>
        </p:spPr>
        <p:txBody>
          <a:bodyPr/>
          <a:lstStyle>
            <a:lvl1pPr>
              <a:defRPr/>
            </a:lvl1pPr>
          </a:lstStyle>
          <a:p>
            <a:pPr>
              <a:defRPr/>
            </a:pPr>
            <a:fld id="{22402855-A63B-4F4E-B65F-A7EB833B37AB}" type="slidenum">
              <a:rPr lang="en-US" altLang="ko-KR" smtClean="0"/>
              <a:pPr>
                <a:defRPr/>
              </a:pPr>
              <a:t>‹#›</a:t>
            </a:fld>
            <a:endParaRPr lang="en-US" altLang="ko-KR" dirty="0"/>
          </a:p>
        </p:txBody>
      </p:sp>
    </p:spTree>
    <p:extLst>
      <p:ext uri="{BB962C8B-B14F-4D97-AF65-F5344CB8AC3E}">
        <p14:creationId xmlns:p14="http://schemas.microsoft.com/office/powerpoint/2010/main" val="307829414"/>
      </p:ext>
    </p:extLst>
  </p:cSld>
  <p:clrMapOvr>
    <a:masterClrMapping/>
  </p:clrMapOvr>
  <p:transition>
    <p:cover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792288" y="3600454"/>
            <a:ext cx="5486400" cy="425054"/>
          </a:xfrm>
        </p:spPr>
        <p:txBody>
          <a:bodyPr anchor="b"/>
          <a:lstStyle>
            <a:lvl1pPr algn="l">
              <a:defRPr sz="1400" b="1"/>
            </a:lvl1pPr>
          </a:lstStyle>
          <a:p>
            <a:r>
              <a:rPr lang="ko-KR" altLang="en-US"/>
              <a:t>마스터 제목 스타일 편집</a:t>
            </a:r>
          </a:p>
        </p:txBody>
      </p:sp>
      <p:sp>
        <p:nvSpPr>
          <p:cNvPr id="3" name="그림 개체 틀 2"/>
          <p:cNvSpPr>
            <a:spLocks noGrp="1"/>
          </p:cNvSpPr>
          <p:nvPr>
            <p:ph type="pic" idx="1"/>
          </p:nvPr>
        </p:nvSpPr>
        <p:spPr>
          <a:xfrm>
            <a:off x="1792288" y="459581"/>
            <a:ext cx="5486400" cy="3086100"/>
          </a:xfrm>
        </p:spPr>
        <p:txBody>
          <a:bodyPr/>
          <a:lstStyle>
            <a:lvl1pPr marL="0" indent="0">
              <a:buNone/>
              <a:defRPr sz="2300"/>
            </a:lvl1pPr>
            <a:lvl2pPr marL="317456" indent="0">
              <a:buNone/>
              <a:defRPr sz="1900"/>
            </a:lvl2pPr>
            <a:lvl3pPr marL="634913" indent="0">
              <a:buNone/>
              <a:defRPr sz="1700"/>
            </a:lvl3pPr>
            <a:lvl4pPr marL="952369" indent="0">
              <a:buNone/>
              <a:defRPr sz="1400"/>
            </a:lvl4pPr>
            <a:lvl5pPr marL="1269825" indent="0">
              <a:buNone/>
              <a:defRPr sz="1400"/>
            </a:lvl5pPr>
            <a:lvl6pPr marL="1587283" indent="0">
              <a:buNone/>
              <a:defRPr sz="1400"/>
            </a:lvl6pPr>
            <a:lvl7pPr marL="1904739" indent="0">
              <a:buNone/>
              <a:defRPr sz="1400"/>
            </a:lvl7pPr>
            <a:lvl8pPr marL="2222195" indent="0">
              <a:buNone/>
              <a:defRPr sz="1400"/>
            </a:lvl8pPr>
            <a:lvl9pPr marL="2539652" indent="0">
              <a:buNone/>
              <a:defRPr sz="1400"/>
            </a:lvl9pPr>
          </a:lstStyle>
          <a:p>
            <a:pPr lvl="0"/>
            <a:endParaRPr lang="ko-KR" altLang="en-US" noProof="0"/>
          </a:p>
        </p:txBody>
      </p:sp>
      <p:sp>
        <p:nvSpPr>
          <p:cNvPr id="4" name="텍스트 개체 틀 3"/>
          <p:cNvSpPr>
            <a:spLocks noGrp="1"/>
          </p:cNvSpPr>
          <p:nvPr>
            <p:ph type="body" sz="half" idx="2"/>
          </p:nvPr>
        </p:nvSpPr>
        <p:spPr>
          <a:xfrm>
            <a:off x="1792288" y="4028709"/>
            <a:ext cx="5486400" cy="603647"/>
          </a:xfrm>
        </p:spPr>
        <p:txBody>
          <a:bodyPr/>
          <a:lstStyle>
            <a:lvl1pPr marL="0" indent="0">
              <a:buNone/>
              <a:defRPr sz="1000"/>
            </a:lvl1pPr>
            <a:lvl2pPr marL="317456" indent="0">
              <a:buNone/>
              <a:defRPr sz="800"/>
            </a:lvl2pPr>
            <a:lvl3pPr marL="634913" indent="0">
              <a:buNone/>
              <a:defRPr sz="700"/>
            </a:lvl3pPr>
            <a:lvl4pPr marL="952369" indent="0">
              <a:buNone/>
              <a:defRPr sz="600"/>
            </a:lvl4pPr>
            <a:lvl5pPr marL="1269825" indent="0">
              <a:buNone/>
              <a:defRPr sz="600"/>
            </a:lvl5pPr>
            <a:lvl6pPr marL="1587283" indent="0">
              <a:buNone/>
              <a:defRPr sz="600"/>
            </a:lvl6pPr>
            <a:lvl7pPr marL="1904739" indent="0">
              <a:buNone/>
              <a:defRPr sz="600"/>
            </a:lvl7pPr>
            <a:lvl8pPr marL="2222195" indent="0">
              <a:buNone/>
              <a:defRPr sz="600"/>
            </a:lvl8pPr>
            <a:lvl9pPr marL="2539652" indent="0">
              <a:buNone/>
              <a:defRPr sz="600"/>
            </a:lvl9pPr>
          </a:lstStyle>
          <a:p>
            <a:pPr lvl="0"/>
            <a:r>
              <a:rPr lang="ko-KR" altLang="en-US"/>
              <a:t>마스터 텍스트 스타일을 편집합니다</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ko-KR" dirty="0"/>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ko-KR" dirty="0"/>
          </a:p>
        </p:txBody>
      </p:sp>
      <p:sp>
        <p:nvSpPr>
          <p:cNvPr id="7" name="Rectangle 6"/>
          <p:cNvSpPr>
            <a:spLocks noGrp="1" noChangeArrowheads="1"/>
          </p:cNvSpPr>
          <p:nvPr>
            <p:ph type="sldNum" sz="quarter" idx="12"/>
          </p:nvPr>
        </p:nvSpPr>
        <p:spPr>
          <a:ln/>
        </p:spPr>
        <p:txBody>
          <a:bodyPr/>
          <a:lstStyle>
            <a:lvl1pPr>
              <a:defRPr/>
            </a:lvl1pPr>
          </a:lstStyle>
          <a:p>
            <a:pPr>
              <a:defRPr/>
            </a:pPr>
            <a:fld id="{540059B8-D19A-4ABB-AFE6-7A9964CC1462}" type="slidenum">
              <a:rPr lang="en-US" altLang="ko-KR" smtClean="0"/>
              <a:pPr>
                <a:defRPr/>
              </a:pPr>
              <a:t>‹#›</a:t>
            </a:fld>
            <a:endParaRPr lang="en-US" altLang="ko-KR" dirty="0"/>
          </a:p>
        </p:txBody>
      </p:sp>
    </p:spTree>
    <p:extLst>
      <p:ext uri="{BB962C8B-B14F-4D97-AF65-F5344CB8AC3E}">
        <p14:creationId xmlns:p14="http://schemas.microsoft.com/office/powerpoint/2010/main" val="3320913637"/>
      </p:ext>
    </p:extLst>
  </p:cSld>
  <p:clrMapOvr>
    <a:masterClrMapping/>
  </p:clrMapOvr>
  <p:transition>
    <p:cover di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dirty="0"/>
          </a:p>
        </p:txBody>
      </p:sp>
      <p:sp>
        <p:nvSpPr>
          <p:cNvPr id="6" name="Rectangle 6"/>
          <p:cNvSpPr>
            <a:spLocks noGrp="1" noChangeArrowheads="1"/>
          </p:cNvSpPr>
          <p:nvPr>
            <p:ph type="sldNum" sz="quarter" idx="12"/>
          </p:nvPr>
        </p:nvSpPr>
        <p:spPr>
          <a:ln/>
        </p:spPr>
        <p:txBody>
          <a:bodyPr/>
          <a:lstStyle>
            <a:lvl1pPr>
              <a:defRPr/>
            </a:lvl1pPr>
          </a:lstStyle>
          <a:p>
            <a:pPr>
              <a:defRPr/>
            </a:pPr>
            <a:fld id="{868DC11A-839C-4EE2-9B40-3DA7FFD50EC8}" type="slidenum">
              <a:rPr lang="en-US" altLang="ko-KR" smtClean="0"/>
              <a:pPr>
                <a:defRPr/>
              </a:pPr>
              <a:t>‹#›</a:t>
            </a:fld>
            <a:endParaRPr lang="en-US" altLang="ko-KR" dirty="0"/>
          </a:p>
        </p:txBody>
      </p:sp>
    </p:spTree>
    <p:extLst>
      <p:ext uri="{BB962C8B-B14F-4D97-AF65-F5344CB8AC3E}">
        <p14:creationId xmlns:p14="http://schemas.microsoft.com/office/powerpoint/2010/main" val="625759934"/>
      </p:ext>
    </p:extLst>
  </p:cSld>
  <p:clrMapOvr>
    <a:masterClrMapping/>
  </p:clrMapOvr>
  <p:transition>
    <p:cover di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6515101" y="457200"/>
            <a:ext cx="1943100" cy="4114800"/>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685801" y="457200"/>
            <a:ext cx="5676900" cy="4114800"/>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dirty="0"/>
          </a:p>
        </p:txBody>
      </p:sp>
      <p:sp>
        <p:nvSpPr>
          <p:cNvPr id="6" name="Rectangle 6"/>
          <p:cNvSpPr>
            <a:spLocks noGrp="1" noChangeArrowheads="1"/>
          </p:cNvSpPr>
          <p:nvPr>
            <p:ph type="sldNum" sz="quarter" idx="12"/>
          </p:nvPr>
        </p:nvSpPr>
        <p:spPr>
          <a:ln/>
        </p:spPr>
        <p:txBody>
          <a:bodyPr/>
          <a:lstStyle>
            <a:lvl1pPr>
              <a:defRPr/>
            </a:lvl1pPr>
          </a:lstStyle>
          <a:p>
            <a:pPr>
              <a:defRPr/>
            </a:pPr>
            <a:fld id="{1CEBDC5B-F050-45D1-ADE9-EA900DD3BAF1}" type="slidenum">
              <a:rPr lang="en-US" altLang="ko-KR" smtClean="0"/>
              <a:pPr>
                <a:defRPr/>
              </a:pPr>
              <a:t>‹#›</a:t>
            </a:fld>
            <a:endParaRPr lang="en-US" altLang="ko-KR" dirty="0"/>
          </a:p>
        </p:txBody>
      </p:sp>
    </p:spTree>
    <p:extLst>
      <p:ext uri="{BB962C8B-B14F-4D97-AF65-F5344CB8AC3E}">
        <p14:creationId xmlns:p14="http://schemas.microsoft.com/office/powerpoint/2010/main" val="422137035"/>
      </p:ext>
    </p:extLst>
  </p:cSld>
  <p:clrMapOvr>
    <a:masterClrMapping/>
  </p:clrMapOvr>
  <p:transition>
    <p:cover dir="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제목, 텍스트 및 내용">
    <p:spTree>
      <p:nvGrpSpPr>
        <p:cNvPr id="1" name=""/>
        <p:cNvGrpSpPr/>
        <p:nvPr/>
      </p:nvGrpSpPr>
      <p:grpSpPr>
        <a:xfrm>
          <a:off x="0" y="0"/>
          <a:ext cx="0" cy="0"/>
          <a:chOff x="0" y="0"/>
          <a:chExt cx="0" cy="0"/>
        </a:xfrm>
      </p:grpSpPr>
      <p:sp>
        <p:nvSpPr>
          <p:cNvPr id="2" name="제목 1"/>
          <p:cNvSpPr>
            <a:spLocks noGrp="1"/>
          </p:cNvSpPr>
          <p:nvPr>
            <p:ph type="title"/>
          </p:nvPr>
        </p:nvSpPr>
        <p:spPr>
          <a:xfrm>
            <a:off x="685802" y="457200"/>
            <a:ext cx="7772400" cy="857250"/>
          </a:xfrm>
        </p:spPr>
        <p:txBody>
          <a:bodyPr/>
          <a:lstStyle/>
          <a:p>
            <a:r>
              <a:rPr lang="ko-KR" altLang="en-US"/>
              <a:t>마스터 제목 스타일 편집</a:t>
            </a:r>
          </a:p>
        </p:txBody>
      </p:sp>
      <p:sp>
        <p:nvSpPr>
          <p:cNvPr id="3" name="텍스트 개체 틀 2"/>
          <p:cNvSpPr>
            <a:spLocks noGrp="1"/>
          </p:cNvSpPr>
          <p:nvPr>
            <p:ph type="body" sz="half" idx="1"/>
          </p:nvPr>
        </p:nvSpPr>
        <p:spPr>
          <a:xfrm>
            <a:off x="685802" y="1485900"/>
            <a:ext cx="3810000" cy="30861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4648202" y="1485900"/>
            <a:ext cx="3810000" cy="30861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ko-KR" dirty="0"/>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ko-KR" dirty="0"/>
          </a:p>
        </p:txBody>
      </p:sp>
      <p:sp>
        <p:nvSpPr>
          <p:cNvPr id="7" name="Rectangle 6"/>
          <p:cNvSpPr>
            <a:spLocks noGrp="1" noChangeArrowheads="1"/>
          </p:cNvSpPr>
          <p:nvPr>
            <p:ph type="sldNum" sz="quarter" idx="12"/>
          </p:nvPr>
        </p:nvSpPr>
        <p:spPr>
          <a:ln/>
        </p:spPr>
        <p:txBody>
          <a:bodyPr/>
          <a:lstStyle>
            <a:lvl1pPr>
              <a:defRPr/>
            </a:lvl1pPr>
          </a:lstStyle>
          <a:p>
            <a:pPr>
              <a:defRPr/>
            </a:pPr>
            <a:fld id="{454A66B6-E5B8-4352-951F-AA1BD89CFA7C}" type="slidenum">
              <a:rPr lang="en-US" altLang="ko-KR" smtClean="0"/>
              <a:pPr>
                <a:defRPr/>
              </a:pPr>
              <a:t>‹#›</a:t>
            </a:fld>
            <a:endParaRPr lang="en-US" altLang="ko-KR" dirty="0"/>
          </a:p>
        </p:txBody>
      </p:sp>
    </p:spTree>
    <p:extLst>
      <p:ext uri="{BB962C8B-B14F-4D97-AF65-F5344CB8AC3E}">
        <p14:creationId xmlns:p14="http://schemas.microsoft.com/office/powerpoint/2010/main" val="812543927"/>
      </p:ext>
    </p:extLst>
  </p:cSld>
  <p:clrMapOvr>
    <a:masterClrMapping/>
  </p:clrMapOvr>
  <p:transition>
    <p:cover dir="d"/>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685802" y="1601025"/>
            <a:ext cx="7772400" cy="1102519"/>
          </a:xfrm>
        </p:spPr>
        <p:txBody>
          <a:bodyPr/>
          <a:lstStyle/>
          <a:p>
            <a:r>
              <a:rPr lang="ko-KR" altLang="en-US"/>
              <a:t>마스터 제목 스타일 편집</a:t>
            </a:r>
            <a:endParaRPr lang="en-BZ"/>
          </a:p>
        </p:txBody>
      </p:sp>
      <p:sp>
        <p:nvSpPr>
          <p:cNvPr id="3" name="부제목 2"/>
          <p:cNvSpPr>
            <a:spLocks noGrp="1"/>
          </p:cNvSpPr>
          <p:nvPr>
            <p:ph type="subTitle" idx="1"/>
          </p:nvPr>
        </p:nvSpPr>
        <p:spPr>
          <a:xfrm>
            <a:off x="1371600" y="2914650"/>
            <a:ext cx="6400800" cy="1314450"/>
          </a:xfrm>
        </p:spPr>
        <p:txBody>
          <a:bodyPr/>
          <a:lstStyle>
            <a:lvl1pPr marL="0" indent="0" algn="ctr">
              <a:buNone/>
              <a:defRPr/>
            </a:lvl1pPr>
            <a:lvl2pPr marL="317456" indent="0" algn="ctr">
              <a:buNone/>
              <a:defRPr/>
            </a:lvl2pPr>
            <a:lvl3pPr marL="634913" indent="0" algn="ctr">
              <a:buNone/>
              <a:defRPr/>
            </a:lvl3pPr>
            <a:lvl4pPr marL="952369" indent="0" algn="ctr">
              <a:buNone/>
              <a:defRPr/>
            </a:lvl4pPr>
            <a:lvl5pPr marL="1269825" indent="0" algn="ctr">
              <a:buNone/>
              <a:defRPr/>
            </a:lvl5pPr>
            <a:lvl6pPr marL="1587283" indent="0" algn="ctr">
              <a:buNone/>
              <a:defRPr/>
            </a:lvl6pPr>
            <a:lvl7pPr marL="1904739" indent="0" algn="ctr">
              <a:buNone/>
              <a:defRPr/>
            </a:lvl7pPr>
            <a:lvl8pPr marL="2222195" indent="0" algn="ctr">
              <a:buNone/>
              <a:defRPr/>
            </a:lvl8pPr>
            <a:lvl9pPr marL="2539652" indent="0" algn="ctr">
              <a:buNone/>
              <a:defRPr/>
            </a:lvl9pPr>
          </a:lstStyle>
          <a:p>
            <a:r>
              <a:rPr lang="ko-KR" altLang="en-US"/>
              <a:t>마스터 부제목 스타일 편집</a:t>
            </a:r>
            <a:endParaRPr lang="en-BZ"/>
          </a:p>
        </p:txBody>
      </p:sp>
      <p:sp>
        <p:nvSpPr>
          <p:cNvPr id="4" name="Rectangle 4"/>
          <p:cNvSpPr>
            <a:spLocks noGrp="1" noChangeArrowheads="1"/>
          </p:cNvSpPr>
          <p:nvPr>
            <p:ph type="dt" sz="half" idx="10"/>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endParaRPr lang="en-US" altLang="ko-KR" dirty="0"/>
          </a:p>
        </p:txBody>
      </p:sp>
      <p:sp>
        <p:nvSpPr>
          <p:cNvPr id="5" name="Rectangle 5"/>
          <p:cNvSpPr>
            <a:spLocks noGrp="1" noChangeArrowheads="1"/>
          </p:cNvSpPr>
          <p:nvPr>
            <p:ph type="ftr" sz="quarter" idx="11"/>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endParaRPr lang="en-US" altLang="ko-KR" dirty="0"/>
          </a:p>
        </p:txBody>
      </p:sp>
      <p:sp>
        <p:nvSpPr>
          <p:cNvPr id="6" name="Rectangle 6"/>
          <p:cNvSpPr>
            <a:spLocks noGrp="1" noChangeArrowheads="1"/>
          </p:cNvSpPr>
          <p:nvPr>
            <p:ph type="sldNum" sz="quarter" idx="12"/>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fld id="{01D2D040-79B3-4F5F-8ED6-F9EC6737FC7D}" type="slidenum">
              <a:rPr lang="en-US" altLang="ko-KR" smtClean="0"/>
              <a:pPr>
                <a:defRPr/>
              </a:pPr>
              <a:t>‹#›</a:t>
            </a:fld>
            <a:endParaRPr lang="en-US" altLang="ko-KR" dirty="0"/>
          </a:p>
        </p:txBody>
      </p:sp>
    </p:spTree>
    <p:extLst>
      <p:ext uri="{BB962C8B-B14F-4D97-AF65-F5344CB8AC3E}">
        <p14:creationId xmlns:p14="http://schemas.microsoft.com/office/powerpoint/2010/main" val="3155045434"/>
      </p:ext>
    </p:extLst>
  </p:cSld>
  <p:clrMapOvr>
    <a:masterClrMapping/>
  </p:clrMapOvr>
  <p:transition>
    <p:cover dir="d"/>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endParaRPr lang="en-BZ"/>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BZ"/>
          </a:p>
        </p:txBody>
      </p:sp>
      <p:sp>
        <p:nvSpPr>
          <p:cNvPr id="4" name="Rectangle 4"/>
          <p:cNvSpPr>
            <a:spLocks noGrp="1" noChangeArrowheads="1"/>
          </p:cNvSpPr>
          <p:nvPr>
            <p:ph type="dt" sz="half" idx="10"/>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endParaRPr lang="en-US" altLang="ko-KR" dirty="0"/>
          </a:p>
        </p:txBody>
      </p:sp>
      <p:sp>
        <p:nvSpPr>
          <p:cNvPr id="5" name="Rectangle 5"/>
          <p:cNvSpPr>
            <a:spLocks noGrp="1" noChangeArrowheads="1"/>
          </p:cNvSpPr>
          <p:nvPr>
            <p:ph type="ftr" sz="quarter" idx="11"/>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endParaRPr lang="en-US" altLang="ko-KR" dirty="0"/>
          </a:p>
        </p:txBody>
      </p:sp>
      <p:sp>
        <p:nvSpPr>
          <p:cNvPr id="6" name="Rectangle 6"/>
          <p:cNvSpPr>
            <a:spLocks noGrp="1" noChangeArrowheads="1"/>
          </p:cNvSpPr>
          <p:nvPr>
            <p:ph type="sldNum" sz="quarter" idx="12"/>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fld id="{3D97B9D0-8F9F-4185-B2F0-BD7B84FFC8DE}" type="slidenum">
              <a:rPr lang="en-US" altLang="ko-KR" smtClean="0"/>
              <a:pPr>
                <a:defRPr/>
              </a:pPr>
              <a:t>‹#›</a:t>
            </a:fld>
            <a:endParaRPr lang="en-US" altLang="ko-KR" dirty="0"/>
          </a:p>
        </p:txBody>
      </p:sp>
    </p:spTree>
    <p:extLst>
      <p:ext uri="{BB962C8B-B14F-4D97-AF65-F5344CB8AC3E}">
        <p14:creationId xmlns:p14="http://schemas.microsoft.com/office/powerpoint/2010/main" val="3858678899"/>
      </p:ext>
    </p:extLst>
  </p:cSld>
  <p:clrMapOvr>
    <a:masterClrMapping/>
  </p:clrMapOvr>
  <p:transition>
    <p:cover dir="d"/>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722314" y="3305179"/>
            <a:ext cx="7772400" cy="1021556"/>
          </a:xfrm>
        </p:spPr>
        <p:txBody>
          <a:bodyPr anchor="t"/>
          <a:lstStyle>
            <a:lvl1pPr algn="l">
              <a:defRPr sz="2700" b="1" cap="all"/>
            </a:lvl1pPr>
          </a:lstStyle>
          <a:p>
            <a:r>
              <a:rPr lang="ko-KR" altLang="en-US"/>
              <a:t>마스터 제목 스타일 편집</a:t>
            </a:r>
            <a:endParaRPr lang="en-BZ"/>
          </a:p>
        </p:txBody>
      </p:sp>
      <p:sp>
        <p:nvSpPr>
          <p:cNvPr id="3" name="텍스트 개체 틀 2"/>
          <p:cNvSpPr>
            <a:spLocks noGrp="1"/>
          </p:cNvSpPr>
          <p:nvPr>
            <p:ph type="body" idx="1"/>
          </p:nvPr>
        </p:nvSpPr>
        <p:spPr>
          <a:xfrm>
            <a:off x="722314" y="2180038"/>
            <a:ext cx="7772400" cy="1125140"/>
          </a:xfrm>
        </p:spPr>
        <p:txBody>
          <a:bodyPr anchor="b"/>
          <a:lstStyle>
            <a:lvl1pPr marL="0" indent="0">
              <a:buNone/>
              <a:defRPr sz="1400"/>
            </a:lvl1pPr>
            <a:lvl2pPr marL="317456" indent="0">
              <a:buNone/>
              <a:defRPr sz="1200"/>
            </a:lvl2pPr>
            <a:lvl3pPr marL="634913" indent="0">
              <a:buNone/>
              <a:defRPr sz="1100"/>
            </a:lvl3pPr>
            <a:lvl4pPr marL="952369" indent="0">
              <a:buNone/>
              <a:defRPr sz="1000"/>
            </a:lvl4pPr>
            <a:lvl5pPr marL="1269825" indent="0">
              <a:buNone/>
              <a:defRPr sz="1000"/>
            </a:lvl5pPr>
            <a:lvl6pPr marL="1587283" indent="0">
              <a:buNone/>
              <a:defRPr sz="1000"/>
            </a:lvl6pPr>
            <a:lvl7pPr marL="1904739" indent="0">
              <a:buNone/>
              <a:defRPr sz="1000"/>
            </a:lvl7pPr>
            <a:lvl8pPr marL="2222195" indent="0">
              <a:buNone/>
              <a:defRPr sz="1000"/>
            </a:lvl8pPr>
            <a:lvl9pPr marL="2539652" indent="0">
              <a:buNone/>
              <a:defRPr sz="1000"/>
            </a:lvl9pPr>
          </a:lstStyle>
          <a:p>
            <a:pPr lvl="0"/>
            <a:r>
              <a:rPr lang="ko-KR" altLang="en-US"/>
              <a:t>마스터 텍스트 스타일을 편집합니다</a:t>
            </a:r>
          </a:p>
        </p:txBody>
      </p:sp>
      <p:sp>
        <p:nvSpPr>
          <p:cNvPr id="4" name="Rectangle 4"/>
          <p:cNvSpPr>
            <a:spLocks noGrp="1" noChangeArrowheads="1"/>
          </p:cNvSpPr>
          <p:nvPr>
            <p:ph type="dt" sz="half" idx="10"/>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endParaRPr lang="en-US" altLang="ko-KR" dirty="0"/>
          </a:p>
        </p:txBody>
      </p:sp>
      <p:sp>
        <p:nvSpPr>
          <p:cNvPr id="5" name="Rectangle 5"/>
          <p:cNvSpPr>
            <a:spLocks noGrp="1" noChangeArrowheads="1"/>
          </p:cNvSpPr>
          <p:nvPr>
            <p:ph type="ftr" sz="quarter" idx="11"/>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endParaRPr lang="en-US" altLang="ko-KR" dirty="0"/>
          </a:p>
        </p:txBody>
      </p:sp>
      <p:sp>
        <p:nvSpPr>
          <p:cNvPr id="6" name="Rectangle 6"/>
          <p:cNvSpPr>
            <a:spLocks noGrp="1" noChangeArrowheads="1"/>
          </p:cNvSpPr>
          <p:nvPr>
            <p:ph type="sldNum" sz="quarter" idx="12"/>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fld id="{E83A2303-EFCB-4CDA-A19C-76ABF4A6F3CD}" type="slidenum">
              <a:rPr lang="en-US" altLang="ko-KR" smtClean="0"/>
              <a:pPr>
                <a:defRPr/>
              </a:pPr>
              <a:t>‹#›</a:t>
            </a:fld>
            <a:endParaRPr lang="en-US" altLang="ko-KR" dirty="0"/>
          </a:p>
        </p:txBody>
      </p:sp>
    </p:spTree>
    <p:extLst>
      <p:ext uri="{BB962C8B-B14F-4D97-AF65-F5344CB8AC3E}">
        <p14:creationId xmlns:p14="http://schemas.microsoft.com/office/powerpoint/2010/main" val="3209967715"/>
      </p:ext>
    </p:extLst>
  </p:cSld>
  <p:clrMapOvr>
    <a:masterClrMapping/>
  </p:clrMapOvr>
  <p:transition>
    <p:cover dir="d"/>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endParaRPr lang="en-BZ"/>
          </a:p>
        </p:txBody>
      </p:sp>
      <p:sp>
        <p:nvSpPr>
          <p:cNvPr id="3" name="내용 개체 틀 2"/>
          <p:cNvSpPr>
            <a:spLocks noGrp="1"/>
          </p:cNvSpPr>
          <p:nvPr>
            <p:ph sz="half" idx="1"/>
          </p:nvPr>
        </p:nvSpPr>
        <p:spPr>
          <a:xfrm>
            <a:off x="685802" y="1485900"/>
            <a:ext cx="3810000" cy="3086100"/>
          </a:xfrm>
        </p:spPr>
        <p:txBody>
          <a:bodyPr/>
          <a:lstStyle>
            <a:lvl1pPr>
              <a:defRPr sz="1900"/>
            </a:lvl1pPr>
            <a:lvl2pPr>
              <a:defRPr sz="1700"/>
            </a:lvl2pPr>
            <a:lvl3pPr>
              <a:defRPr sz="1400"/>
            </a:lvl3pPr>
            <a:lvl4pPr>
              <a:defRPr sz="1200"/>
            </a:lvl4pPr>
            <a:lvl5pPr>
              <a:defRPr sz="1200"/>
            </a:lvl5pPr>
            <a:lvl6pPr>
              <a:defRPr sz="1200"/>
            </a:lvl6pPr>
            <a:lvl7pPr>
              <a:defRPr sz="1200"/>
            </a:lvl7pPr>
            <a:lvl8pPr>
              <a:defRPr sz="1200"/>
            </a:lvl8pPr>
            <a:lvl9pPr>
              <a:defRPr sz="12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BZ"/>
          </a:p>
        </p:txBody>
      </p:sp>
      <p:sp>
        <p:nvSpPr>
          <p:cNvPr id="4" name="내용 개체 틀 3"/>
          <p:cNvSpPr>
            <a:spLocks noGrp="1"/>
          </p:cNvSpPr>
          <p:nvPr>
            <p:ph sz="half" idx="2"/>
          </p:nvPr>
        </p:nvSpPr>
        <p:spPr>
          <a:xfrm>
            <a:off x="4648202" y="1485900"/>
            <a:ext cx="3810000" cy="3086100"/>
          </a:xfrm>
        </p:spPr>
        <p:txBody>
          <a:bodyPr/>
          <a:lstStyle>
            <a:lvl1pPr>
              <a:defRPr sz="1900"/>
            </a:lvl1pPr>
            <a:lvl2pPr>
              <a:defRPr sz="1700"/>
            </a:lvl2pPr>
            <a:lvl3pPr>
              <a:defRPr sz="1400"/>
            </a:lvl3pPr>
            <a:lvl4pPr>
              <a:defRPr sz="1200"/>
            </a:lvl4pPr>
            <a:lvl5pPr>
              <a:defRPr sz="1200"/>
            </a:lvl5pPr>
            <a:lvl6pPr>
              <a:defRPr sz="1200"/>
            </a:lvl6pPr>
            <a:lvl7pPr>
              <a:defRPr sz="1200"/>
            </a:lvl7pPr>
            <a:lvl8pPr>
              <a:defRPr sz="1200"/>
            </a:lvl8pPr>
            <a:lvl9pPr>
              <a:defRPr sz="12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BZ"/>
          </a:p>
        </p:txBody>
      </p:sp>
      <p:sp>
        <p:nvSpPr>
          <p:cNvPr id="5" name="Rectangle 4"/>
          <p:cNvSpPr>
            <a:spLocks noGrp="1" noChangeArrowheads="1"/>
          </p:cNvSpPr>
          <p:nvPr>
            <p:ph type="dt" sz="half" idx="10"/>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endParaRPr lang="en-US" altLang="ko-KR" dirty="0"/>
          </a:p>
        </p:txBody>
      </p:sp>
      <p:sp>
        <p:nvSpPr>
          <p:cNvPr id="6" name="Rectangle 5"/>
          <p:cNvSpPr>
            <a:spLocks noGrp="1" noChangeArrowheads="1"/>
          </p:cNvSpPr>
          <p:nvPr>
            <p:ph type="ftr" sz="quarter" idx="11"/>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endParaRPr lang="en-US" altLang="ko-KR" dirty="0"/>
          </a:p>
        </p:txBody>
      </p:sp>
      <p:sp>
        <p:nvSpPr>
          <p:cNvPr id="7" name="Rectangle 6"/>
          <p:cNvSpPr>
            <a:spLocks noGrp="1" noChangeArrowheads="1"/>
          </p:cNvSpPr>
          <p:nvPr>
            <p:ph type="sldNum" sz="quarter" idx="12"/>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fld id="{668E25F7-61A6-4FB2-A30C-3B494AF50A3F}" type="slidenum">
              <a:rPr lang="en-US" altLang="ko-KR" smtClean="0"/>
              <a:pPr>
                <a:defRPr/>
              </a:pPr>
              <a:t>‹#›</a:t>
            </a:fld>
            <a:endParaRPr lang="en-US" altLang="ko-KR" dirty="0"/>
          </a:p>
        </p:txBody>
      </p:sp>
    </p:spTree>
    <p:extLst>
      <p:ext uri="{BB962C8B-B14F-4D97-AF65-F5344CB8AC3E}">
        <p14:creationId xmlns:p14="http://schemas.microsoft.com/office/powerpoint/2010/main" val="2274530751"/>
      </p:ext>
    </p:extLst>
  </p:cSld>
  <p:clrMapOvr>
    <a:masterClrMapping/>
  </p:clrMapOvr>
  <p:transition>
    <p:cover dir="d"/>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457200" y="205979"/>
            <a:ext cx="8229600" cy="857250"/>
          </a:xfrm>
        </p:spPr>
        <p:txBody>
          <a:bodyPr/>
          <a:lstStyle>
            <a:lvl1pPr>
              <a:defRPr/>
            </a:lvl1pPr>
          </a:lstStyle>
          <a:p>
            <a:r>
              <a:rPr lang="ko-KR" altLang="en-US"/>
              <a:t>마스터 제목 스타일 편집</a:t>
            </a:r>
            <a:endParaRPr lang="en-BZ"/>
          </a:p>
        </p:txBody>
      </p:sp>
      <p:sp>
        <p:nvSpPr>
          <p:cNvPr id="3" name="텍스트 개체 틀 2"/>
          <p:cNvSpPr>
            <a:spLocks noGrp="1"/>
          </p:cNvSpPr>
          <p:nvPr>
            <p:ph type="body" idx="1"/>
          </p:nvPr>
        </p:nvSpPr>
        <p:spPr>
          <a:xfrm>
            <a:off x="457200" y="1151338"/>
            <a:ext cx="4040188" cy="479822"/>
          </a:xfrm>
        </p:spPr>
        <p:txBody>
          <a:bodyPr anchor="b"/>
          <a:lstStyle>
            <a:lvl1pPr marL="0" indent="0">
              <a:buNone/>
              <a:defRPr sz="1700" b="1"/>
            </a:lvl1pPr>
            <a:lvl2pPr marL="317456" indent="0">
              <a:buNone/>
              <a:defRPr sz="1400" b="1"/>
            </a:lvl2pPr>
            <a:lvl3pPr marL="634913" indent="0">
              <a:buNone/>
              <a:defRPr sz="1200" b="1"/>
            </a:lvl3pPr>
            <a:lvl4pPr marL="952369" indent="0">
              <a:buNone/>
              <a:defRPr sz="1100" b="1"/>
            </a:lvl4pPr>
            <a:lvl5pPr marL="1269825" indent="0">
              <a:buNone/>
              <a:defRPr sz="1100" b="1"/>
            </a:lvl5pPr>
            <a:lvl6pPr marL="1587283" indent="0">
              <a:buNone/>
              <a:defRPr sz="1100" b="1"/>
            </a:lvl6pPr>
            <a:lvl7pPr marL="1904739" indent="0">
              <a:buNone/>
              <a:defRPr sz="1100" b="1"/>
            </a:lvl7pPr>
            <a:lvl8pPr marL="2222195" indent="0">
              <a:buNone/>
              <a:defRPr sz="1100" b="1"/>
            </a:lvl8pPr>
            <a:lvl9pPr marL="2539652" indent="0">
              <a:buNone/>
              <a:defRPr sz="1100" b="1"/>
            </a:lvl9pPr>
          </a:lstStyle>
          <a:p>
            <a:pPr lvl="0"/>
            <a:r>
              <a:rPr lang="ko-KR" altLang="en-US"/>
              <a:t>마스터 텍스트 스타일을 편집합니다</a:t>
            </a:r>
          </a:p>
        </p:txBody>
      </p:sp>
      <p:sp>
        <p:nvSpPr>
          <p:cNvPr id="4" name="내용 개체 틀 3"/>
          <p:cNvSpPr>
            <a:spLocks noGrp="1"/>
          </p:cNvSpPr>
          <p:nvPr>
            <p:ph sz="half" idx="2"/>
          </p:nvPr>
        </p:nvSpPr>
        <p:spPr>
          <a:xfrm>
            <a:off x="457200" y="1631156"/>
            <a:ext cx="4040188" cy="2963466"/>
          </a:xfrm>
        </p:spPr>
        <p:txBody>
          <a:bodyPr/>
          <a:lstStyle>
            <a:lvl1pPr>
              <a:defRPr sz="17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BZ"/>
          </a:p>
        </p:txBody>
      </p:sp>
      <p:sp>
        <p:nvSpPr>
          <p:cNvPr id="5" name="텍스트 개체 틀 4"/>
          <p:cNvSpPr>
            <a:spLocks noGrp="1"/>
          </p:cNvSpPr>
          <p:nvPr>
            <p:ph type="body" sz="quarter" idx="3"/>
          </p:nvPr>
        </p:nvSpPr>
        <p:spPr>
          <a:xfrm>
            <a:off x="4645032" y="1151338"/>
            <a:ext cx="4041774" cy="479822"/>
          </a:xfrm>
        </p:spPr>
        <p:txBody>
          <a:bodyPr anchor="b"/>
          <a:lstStyle>
            <a:lvl1pPr marL="0" indent="0">
              <a:buNone/>
              <a:defRPr sz="1700" b="1"/>
            </a:lvl1pPr>
            <a:lvl2pPr marL="317456" indent="0">
              <a:buNone/>
              <a:defRPr sz="1400" b="1"/>
            </a:lvl2pPr>
            <a:lvl3pPr marL="634913" indent="0">
              <a:buNone/>
              <a:defRPr sz="1200" b="1"/>
            </a:lvl3pPr>
            <a:lvl4pPr marL="952369" indent="0">
              <a:buNone/>
              <a:defRPr sz="1100" b="1"/>
            </a:lvl4pPr>
            <a:lvl5pPr marL="1269825" indent="0">
              <a:buNone/>
              <a:defRPr sz="1100" b="1"/>
            </a:lvl5pPr>
            <a:lvl6pPr marL="1587283" indent="0">
              <a:buNone/>
              <a:defRPr sz="1100" b="1"/>
            </a:lvl6pPr>
            <a:lvl7pPr marL="1904739" indent="0">
              <a:buNone/>
              <a:defRPr sz="1100" b="1"/>
            </a:lvl7pPr>
            <a:lvl8pPr marL="2222195" indent="0">
              <a:buNone/>
              <a:defRPr sz="1100" b="1"/>
            </a:lvl8pPr>
            <a:lvl9pPr marL="2539652" indent="0">
              <a:buNone/>
              <a:defRPr sz="1100" b="1"/>
            </a:lvl9pPr>
          </a:lstStyle>
          <a:p>
            <a:pPr lvl="0"/>
            <a:r>
              <a:rPr lang="ko-KR" altLang="en-US"/>
              <a:t>마스터 텍스트 스타일을 편집합니다</a:t>
            </a:r>
          </a:p>
        </p:txBody>
      </p:sp>
      <p:sp>
        <p:nvSpPr>
          <p:cNvPr id="6" name="내용 개체 틀 5"/>
          <p:cNvSpPr>
            <a:spLocks noGrp="1"/>
          </p:cNvSpPr>
          <p:nvPr>
            <p:ph sz="quarter" idx="4"/>
          </p:nvPr>
        </p:nvSpPr>
        <p:spPr>
          <a:xfrm>
            <a:off x="4645032" y="1631156"/>
            <a:ext cx="4041774" cy="2963466"/>
          </a:xfrm>
        </p:spPr>
        <p:txBody>
          <a:bodyPr/>
          <a:lstStyle>
            <a:lvl1pPr>
              <a:defRPr sz="17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BZ"/>
          </a:p>
        </p:txBody>
      </p:sp>
      <p:sp>
        <p:nvSpPr>
          <p:cNvPr id="7" name="Rectangle 4"/>
          <p:cNvSpPr>
            <a:spLocks noGrp="1" noChangeArrowheads="1"/>
          </p:cNvSpPr>
          <p:nvPr>
            <p:ph type="dt" sz="half" idx="10"/>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endParaRPr lang="en-US" altLang="ko-KR" dirty="0"/>
          </a:p>
        </p:txBody>
      </p:sp>
      <p:sp>
        <p:nvSpPr>
          <p:cNvPr id="8" name="Rectangle 5"/>
          <p:cNvSpPr>
            <a:spLocks noGrp="1" noChangeArrowheads="1"/>
          </p:cNvSpPr>
          <p:nvPr>
            <p:ph type="ftr" sz="quarter" idx="11"/>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endParaRPr lang="en-US" altLang="ko-KR" dirty="0"/>
          </a:p>
        </p:txBody>
      </p:sp>
      <p:sp>
        <p:nvSpPr>
          <p:cNvPr id="9" name="Rectangle 6"/>
          <p:cNvSpPr>
            <a:spLocks noGrp="1" noChangeArrowheads="1"/>
          </p:cNvSpPr>
          <p:nvPr>
            <p:ph type="sldNum" sz="quarter" idx="12"/>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fld id="{888F4234-A509-47DE-9E06-6A480A027DD2}" type="slidenum">
              <a:rPr lang="en-US" altLang="ko-KR" smtClean="0"/>
              <a:pPr>
                <a:defRPr/>
              </a:pPr>
              <a:t>‹#›</a:t>
            </a:fld>
            <a:endParaRPr lang="en-US" altLang="ko-KR" dirty="0"/>
          </a:p>
        </p:txBody>
      </p:sp>
    </p:spTree>
    <p:extLst>
      <p:ext uri="{BB962C8B-B14F-4D97-AF65-F5344CB8AC3E}">
        <p14:creationId xmlns:p14="http://schemas.microsoft.com/office/powerpoint/2010/main" val="3740308385"/>
      </p:ext>
    </p:extLst>
  </p:cSld>
  <p:clrMapOvr>
    <a:masterClrMapping/>
  </p:clrMapOvr>
  <p:transition>
    <p:cover dir="d"/>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endParaRPr lang="en-BZ"/>
          </a:p>
        </p:txBody>
      </p:sp>
      <p:sp>
        <p:nvSpPr>
          <p:cNvPr id="3" name="Rectangle 4"/>
          <p:cNvSpPr>
            <a:spLocks noGrp="1" noChangeArrowheads="1"/>
          </p:cNvSpPr>
          <p:nvPr>
            <p:ph type="dt" sz="half" idx="10"/>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endParaRPr lang="en-US" altLang="ko-KR" dirty="0"/>
          </a:p>
        </p:txBody>
      </p:sp>
      <p:sp>
        <p:nvSpPr>
          <p:cNvPr id="4" name="Rectangle 5"/>
          <p:cNvSpPr>
            <a:spLocks noGrp="1" noChangeArrowheads="1"/>
          </p:cNvSpPr>
          <p:nvPr>
            <p:ph type="ftr" sz="quarter" idx="11"/>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endParaRPr lang="en-US" altLang="ko-KR" dirty="0"/>
          </a:p>
        </p:txBody>
      </p:sp>
      <p:sp>
        <p:nvSpPr>
          <p:cNvPr id="5" name="Rectangle 6"/>
          <p:cNvSpPr>
            <a:spLocks noGrp="1" noChangeArrowheads="1"/>
          </p:cNvSpPr>
          <p:nvPr>
            <p:ph type="sldNum" sz="quarter" idx="12"/>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fld id="{87DF0EED-B294-4A33-B94B-1506BB412B4E}" type="slidenum">
              <a:rPr lang="en-US" altLang="ko-KR" smtClean="0"/>
              <a:pPr>
                <a:defRPr/>
              </a:pPr>
              <a:t>‹#›</a:t>
            </a:fld>
            <a:endParaRPr lang="en-US" altLang="ko-KR" dirty="0"/>
          </a:p>
        </p:txBody>
      </p:sp>
    </p:spTree>
    <p:extLst>
      <p:ext uri="{BB962C8B-B14F-4D97-AF65-F5344CB8AC3E}">
        <p14:creationId xmlns:p14="http://schemas.microsoft.com/office/powerpoint/2010/main" val="4148441781"/>
      </p:ext>
    </p:extLst>
  </p:cSld>
  <p:clrMapOvr>
    <a:masterClrMapping/>
  </p:clrMapOvr>
  <p:transition>
    <p:cover dir="d"/>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endParaRPr lang="en-US" altLang="ko-KR" dirty="0"/>
          </a:p>
        </p:txBody>
      </p:sp>
      <p:sp>
        <p:nvSpPr>
          <p:cNvPr id="3" name="Rectangle 5"/>
          <p:cNvSpPr>
            <a:spLocks noGrp="1" noChangeArrowheads="1"/>
          </p:cNvSpPr>
          <p:nvPr>
            <p:ph type="ftr" sz="quarter" idx="11"/>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endParaRPr lang="en-US" altLang="ko-KR" dirty="0"/>
          </a:p>
        </p:txBody>
      </p:sp>
      <p:sp>
        <p:nvSpPr>
          <p:cNvPr id="4" name="Rectangle 6"/>
          <p:cNvSpPr>
            <a:spLocks noGrp="1" noChangeArrowheads="1"/>
          </p:cNvSpPr>
          <p:nvPr>
            <p:ph type="sldNum" sz="quarter" idx="12"/>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fld id="{12AC8F9E-D3A6-4D71-B74F-9F595BE8955E}" type="slidenum">
              <a:rPr lang="en-US" altLang="ko-KR" smtClean="0"/>
              <a:pPr>
                <a:defRPr/>
              </a:pPr>
              <a:t>‹#›</a:t>
            </a:fld>
            <a:endParaRPr lang="en-US" altLang="ko-KR" dirty="0"/>
          </a:p>
        </p:txBody>
      </p:sp>
    </p:spTree>
    <p:extLst>
      <p:ext uri="{BB962C8B-B14F-4D97-AF65-F5344CB8AC3E}">
        <p14:creationId xmlns:p14="http://schemas.microsoft.com/office/powerpoint/2010/main" val="106022371"/>
      </p:ext>
    </p:extLst>
  </p:cSld>
  <p:clrMapOvr>
    <a:masterClrMapping/>
  </p:clrMapOvr>
  <p:transition>
    <p:cover dir="d"/>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457219" y="204790"/>
            <a:ext cx="3008313" cy="871538"/>
          </a:xfrm>
        </p:spPr>
        <p:txBody>
          <a:bodyPr anchor="b"/>
          <a:lstStyle>
            <a:lvl1pPr algn="l">
              <a:defRPr sz="1400" b="1"/>
            </a:lvl1pPr>
          </a:lstStyle>
          <a:p>
            <a:r>
              <a:rPr lang="ko-KR" altLang="en-US"/>
              <a:t>마스터 제목 스타일 편집</a:t>
            </a:r>
            <a:endParaRPr lang="en-BZ"/>
          </a:p>
        </p:txBody>
      </p:sp>
      <p:sp>
        <p:nvSpPr>
          <p:cNvPr id="3" name="내용 개체 틀 2"/>
          <p:cNvSpPr>
            <a:spLocks noGrp="1"/>
          </p:cNvSpPr>
          <p:nvPr>
            <p:ph idx="1"/>
          </p:nvPr>
        </p:nvSpPr>
        <p:spPr>
          <a:xfrm>
            <a:off x="3575070" y="207994"/>
            <a:ext cx="5111749" cy="4389835"/>
          </a:xfrm>
        </p:spPr>
        <p:txBody>
          <a:bodyPr/>
          <a:lstStyle>
            <a:lvl1pPr>
              <a:defRPr sz="2300"/>
            </a:lvl1pPr>
            <a:lvl2pPr>
              <a:defRPr sz="1900"/>
            </a:lvl2pPr>
            <a:lvl3pPr>
              <a:defRPr sz="1700"/>
            </a:lvl3pPr>
            <a:lvl4pPr>
              <a:defRPr sz="1400"/>
            </a:lvl4pPr>
            <a:lvl5pPr>
              <a:defRPr sz="1400"/>
            </a:lvl5pPr>
            <a:lvl6pPr>
              <a:defRPr sz="1400"/>
            </a:lvl6pPr>
            <a:lvl7pPr>
              <a:defRPr sz="1400"/>
            </a:lvl7pPr>
            <a:lvl8pPr>
              <a:defRPr sz="1400"/>
            </a:lvl8pPr>
            <a:lvl9pPr>
              <a:defRPr sz="14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BZ"/>
          </a:p>
        </p:txBody>
      </p:sp>
      <p:sp>
        <p:nvSpPr>
          <p:cNvPr id="4" name="텍스트 개체 틀 3"/>
          <p:cNvSpPr>
            <a:spLocks noGrp="1"/>
          </p:cNvSpPr>
          <p:nvPr>
            <p:ph type="body" sz="half" idx="2"/>
          </p:nvPr>
        </p:nvSpPr>
        <p:spPr>
          <a:xfrm>
            <a:off x="457219" y="1076343"/>
            <a:ext cx="3008313" cy="3518297"/>
          </a:xfrm>
        </p:spPr>
        <p:txBody>
          <a:bodyPr/>
          <a:lstStyle>
            <a:lvl1pPr marL="0" indent="0">
              <a:buNone/>
              <a:defRPr sz="1000"/>
            </a:lvl1pPr>
            <a:lvl2pPr marL="317456" indent="0">
              <a:buNone/>
              <a:defRPr sz="800"/>
            </a:lvl2pPr>
            <a:lvl3pPr marL="634913" indent="0">
              <a:buNone/>
              <a:defRPr sz="700"/>
            </a:lvl3pPr>
            <a:lvl4pPr marL="952369" indent="0">
              <a:buNone/>
              <a:defRPr sz="600"/>
            </a:lvl4pPr>
            <a:lvl5pPr marL="1269825" indent="0">
              <a:buNone/>
              <a:defRPr sz="600"/>
            </a:lvl5pPr>
            <a:lvl6pPr marL="1587283" indent="0">
              <a:buNone/>
              <a:defRPr sz="600"/>
            </a:lvl6pPr>
            <a:lvl7pPr marL="1904739" indent="0">
              <a:buNone/>
              <a:defRPr sz="600"/>
            </a:lvl7pPr>
            <a:lvl8pPr marL="2222195" indent="0">
              <a:buNone/>
              <a:defRPr sz="600"/>
            </a:lvl8pPr>
            <a:lvl9pPr marL="2539652" indent="0">
              <a:buNone/>
              <a:defRPr sz="600"/>
            </a:lvl9pPr>
          </a:lstStyle>
          <a:p>
            <a:pPr lvl="0"/>
            <a:r>
              <a:rPr lang="ko-KR" altLang="en-US"/>
              <a:t>마스터 텍스트 스타일을 편집합니다</a:t>
            </a:r>
          </a:p>
        </p:txBody>
      </p:sp>
      <p:sp>
        <p:nvSpPr>
          <p:cNvPr id="5" name="Rectangle 4"/>
          <p:cNvSpPr>
            <a:spLocks noGrp="1" noChangeArrowheads="1"/>
          </p:cNvSpPr>
          <p:nvPr>
            <p:ph type="dt" sz="half" idx="10"/>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endParaRPr lang="en-US" altLang="ko-KR" dirty="0"/>
          </a:p>
        </p:txBody>
      </p:sp>
      <p:sp>
        <p:nvSpPr>
          <p:cNvPr id="6" name="Rectangle 5"/>
          <p:cNvSpPr>
            <a:spLocks noGrp="1" noChangeArrowheads="1"/>
          </p:cNvSpPr>
          <p:nvPr>
            <p:ph type="ftr" sz="quarter" idx="11"/>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endParaRPr lang="en-US" altLang="ko-KR" dirty="0"/>
          </a:p>
        </p:txBody>
      </p:sp>
      <p:sp>
        <p:nvSpPr>
          <p:cNvPr id="7" name="Rectangle 6"/>
          <p:cNvSpPr>
            <a:spLocks noGrp="1" noChangeArrowheads="1"/>
          </p:cNvSpPr>
          <p:nvPr>
            <p:ph type="sldNum" sz="quarter" idx="12"/>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fld id="{801A946E-99E7-4076-A628-DC91858D86E8}" type="slidenum">
              <a:rPr lang="en-US" altLang="ko-KR" smtClean="0"/>
              <a:pPr>
                <a:defRPr/>
              </a:pPr>
              <a:t>‹#›</a:t>
            </a:fld>
            <a:endParaRPr lang="en-US" altLang="ko-KR" dirty="0"/>
          </a:p>
        </p:txBody>
      </p:sp>
    </p:spTree>
    <p:extLst>
      <p:ext uri="{BB962C8B-B14F-4D97-AF65-F5344CB8AC3E}">
        <p14:creationId xmlns:p14="http://schemas.microsoft.com/office/powerpoint/2010/main" val="1291246565"/>
      </p:ext>
    </p:extLst>
  </p:cSld>
  <p:clrMapOvr>
    <a:masterClrMapping/>
  </p:clrMapOvr>
  <p:transition>
    <p:cover dir="d"/>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792288" y="3600454"/>
            <a:ext cx="5486400" cy="425054"/>
          </a:xfrm>
        </p:spPr>
        <p:txBody>
          <a:bodyPr anchor="b"/>
          <a:lstStyle>
            <a:lvl1pPr algn="l">
              <a:defRPr sz="1400" b="1"/>
            </a:lvl1pPr>
          </a:lstStyle>
          <a:p>
            <a:r>
              <a:rPr lang="ko-KR" altLang="en-US"/>
              <a:t>마스터 제목 스타일 편집</a:t>
            </a:r>
            <a:endParaRPr lang="en-BZ"/>
          </a:p>
        </p:txBody>
      </p:sp>
      <p:sp>
        <p:nvSpPr>
          <p:cNvPr id="3" name="그림 개체 틀 2"/>
          <p:cNvSpPr>
            <a:spLocks noGrp="1"/>
          </p:cNvSpPr>
          <p:nvPr>
            <p:ph type="pic" idx="1"/>
          </p:nvPr>
        </p:nvSpPr>
        <p:spPr>
          <a:xfrm>
            <a:off x="1792288" y="459581"/>
            <a:ext cx="5486400" cy="3086100"/>
          </a:xfrm>
        </p:spPr>
        <p:txBody>
          <a:bodyPr/>
          <a:lstStyle>
            <a:lvl1pPr marL="0" indent="0">
              <a:buNone/>
              <a:defRPr sz="2300"/>
            </a:lvl1pPr>
            <a:lvl2pPr marL="317456" indent="0">
              <a:buNone/>
              <a:defRPr sz="1900"/>
            </a:lvl2pPr>
            <a:lvl3pPr marL="634913" indent="0">
              <a:buNone/>
              <a:defRPr sz="1700"/>
            </a:lvl3pPr>
            <a:lvl4pPr marL="952369" indent="0">
              <a:buNone/>
              <a:defRPr sz="1400"/>
            </a:lvl4pPr>
            <a:lvl5pPr marL="1269825" indent="0">
              <a:buNone/>
              <a:defRPr sz="1400"/>
            </a:lvl5pPr>
            <a:lvl6pPr marL="1587283" indent="0">
              <a:buNone/>
              <a:defRPr sz="1400"/>
            </a:lvl6pPr>
            <a:lvl7pPr marL="1904739" indent="0">
              <a:buNone/>
              <a:defRPr sz="1400"/>
            </a:lvl7pPr>
            <a:lvl8pPr marL="2222195" indent="0">
              <a:buNone/>
              <a:defRPr sz="1400"/>
            </a:lvl8pPr>
            <a:lvl9pPr marL="2539652" indent="0">
              <a:buNone/>
              <a:defRPr sz="1400"/>
            </a:lvl9pPr>
          </a:lstStyle>
          <a:p>
            <a:pPr lvl="0"/>
            <a:endParaRPr lang="en-BZ" noProof="0"/>
          </a:p>
        </p:txBody>
      </p:sp>
      <p:sp>
        <p:nvSpPr>
          <p:cNvPr id="4" name="텍스트 개체 틀 3"/>
          <p:cNvSpPr>
            <a:spLocks noGrp="1"/>
          </p:cNvSpPr>
          <p:nvPr>
            <p:ph type="body" sz="half" idx="2"/>
          </p:nvPr>
        </p:nvSpPr>
        <p:spPr>
          <a:xfrm>
            <a:off x="1792288" y="4028709"/>
            <a:ext cx="5486400" cy="603647"/>
          </a:xfrm>
        </p:spPr>
        <p:txBody>
          <a:bodyPr/>
          <a:lstStyle>
            <a:lvl1pPr marL="0" indent="0">
              <a:buNone/>
              <a:defRPr sz="1000"/>
            </a:lvl1pPr>
            <a:lvl2pPr marL="317456" indent="0">
              <a:buNone/>
              <a:defRPr sz="800"/>
            </a:lvl2pPr>
            <a:lvl3pPr marL="634913" indent="0">
              <a:buNone/>
              <a:defRPr sz="700"/>
            </a:lvl3pPr>
            <a:lvl4pPr marL="952369" indent="0">
              <a:buNone/>
              <a:defRPr sz="600"/>
            </a:lvl4pPr>
            <a:lvl5pPr marL="1269825" indent="0">
              <a:buNone/>
              <a:defRPr sz="600"/>
            </a:lvl5pPr>
            <a:lvl6pPr marL="1587283" indent="0">
              <a:buNone/>
              <a:defRPr sz="600"/>
            </a:lvl6pPr>
            <a:lvl7pPr marL="1904739" indent="0">
              <a:buNone/>
              <a:defRPr sz="600"/>
            </a:lvl7pPr>
            <a:lvl8pPr marL="2222195" indent="0">
              <a:buNone/>
              <a:defRPr sz="600"/>
            </a:lvl8pPr>
            <a:lvl9pPr marL="2539652" indent="0">
              <a:buNone/>
              <a:defRPr sz="600"/>
            </a:lvl9pPr>
          </a:lstStyle>
          <a:p>
            <a:pPr lvl="0"/>
            <a:r>
              <a:rPr lang="ko-KR" altLang="en-US"/>
              <a:t>마스터 텍스트 스타일을 편집합니다</a:t>
            </a:r>
          </a:p>
        </p:txBody>
      </p:sp>
      <p:sp>
        <p:nvSpPr>
          <p:cNvPr id="5" name="Rectangle 4"/>
          <p:cNvSpPr>
            <a:spLocks noGrp="1" noChangeArrowheads="1"/>
          </p:cNvSpPr>
          <p:nvPr>
            <p:ph type="dt" sz="half" idx="10"/>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endParaRPr lang="en-US" altLang="ko-KR" dirty="0"/>
          </a:p>
        </p:txBody>
      </p:sp>
      <p:sp>
        <p:nvSpPr>
          <p:cNvPr id="6" name="Rectangle 5"/>
          <p:cNvSpPr>
            <a:spLocks noGrp="1" noChangeArrowheads="1"/>
          </p:cNvSpPr>
          <p:nvPr>
            <p:ph type="ftr" sz="quarter" idx="11"/>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endParaRPr lang="en-US" altLang="ko-KR" dirty="0"/>
          </a:p>
        </p:txBody>
      </p:sp>
      <p:sp>
        <p:nvSpPr>
          <p:cNvPr id="7" name="Rectangle 6"/>
          <p:cNvSpPr>
            <a:spLocks noGrp="1" noChangeArrowheads="1"/>
          </p:cNvSpPr>
          <p:nvPr>
            <p:ph type="sldNum" sz="quarter" idx="12"/>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fld id="{564E083C-0B83-4A27-B97E-69E9DE71ABFE}" type="slidenum">
              <a:rPr lang="en-US" altLang="ko-KR" smtClean="0"/>
              <a:pPr>
                <a:defRPr/>
              </a:pPr>
              <a:t>‹#›</a:t>
            </a:fld>
            <a:endParaRPr lang="en-US" altLang="ko-KR" dirty="0"/>
          </a:p>
        </p:txBody>
      </p:sp>
    </p:spTree>
    <p:extLst>
      <p:ext uri="{BB962C8B-B14F-4D97-AF65-F5344CB8AC3E}">
        <p14:creationId xmlns:p14="http://schemas.microsoft.com/office/powerpoint/2010/main" val="3825618317"/>
      </p:ext>
    </p:extLst>
  </p:cSld>
  <p:clrMapOvr>
    <a:masterClrMapping/>
  </p:clrMapOvr>
  <p:transition>
    <p:cover dir="d"/>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endParaRPr lang="en-BZ"/>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BZ"/>
          </a:p>
        </p:txBody>
      </p:sp>
      <p:sp>
        <p:nvSpPr>
          <p:cNvPr id="4" name="Rectangle 4"/>
          <p:cNvSpPr>
            <a:spLocks noGrp="1" noChangeArrowheads="1"/>
          </p:cNvSpPr>
          <p:nvPr>
            <p:ph type="dt" sz="half" idx="10"/>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endParaRPr lang="en-US" altLang="ko-KR" dirty="0"/>
          </a:p>
        </p:txBody>
      </p:sp>
      <p:sp>
        <p:nvSpPr>
          <p:cNvPr id="5" name="Rectangle 5"/>
          <p:cNvSpPr>
            <a:spLocks noGrp="1" noChangeArrowheads="1"/>
          </p:cNvSpPr>
          <p:nvPr>
            <p:ph type="ftr" sz="quarter" idx="11"/>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endParaRPr lang="en-US" altLang="ko-KR" dirty="0"/>
          </a:p>
        </p:txBody>
      </p:sp>
      <p:sp>
        <p:nvSpPr>
          <p:cNvPr id="6" name="Rectangle 6"/>
          <p:cNvSpPr>
            <a:spLocks noGrp="1" noChangeArrowheads="1"/>
          </p:cNvSpPr>
          <p:nvPr>
            <p:ph type="sldNum" sz="quarter" idx="12"/>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fld id="{C6866292-B63A-489A-B8FC-92D9CDA3CABB}" type="slidenum">
              <a:rPr lang="en-US" altLang="ko-KR" smtClean="0"/>
              <a:pPr>
                <a:defRPr/>
              </a:pPr>
              <a:t>‹#›</a:t>
            </a:fld>
            <a:endParaRPr lang="en-US" altLang="ko-KR" dirty="0"/>
          </a:p>
        </p:txBody>
      </p:sp>
    </p:spTree>
    <p:extLst>
      <p:ext uri="{BB962C8B-B14F-4D97-AF65-F5344CB8AC3E}">
        <p14:creationId xmlns:p14="http://schemas.microsoft.com/office/powerpoint/2010/main" val="122459376"/>
      </p:ext>
    </p:extLst>
  </p:cSld>
  <p:clrMapOvr>
    <a:masterClrMapping/>
  </p:clrMapOvr>
  <p:transition>
    <p:cover dir="d"/>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6515101" y="457200"/>
            <a:ext cx="1943100" cy="4114800"/>
          </a:xfrm>
        </p:spPr>
        <p:txBody>
          <a:bodyPr vert="eaVert"/>
          <a:lstStyle/>
          <a:p>
            <a:r>
              <a:rPr lang="ko-KR" altLang="en-US"/>
              <a:t>마스터 제목 스타일 편집</a:t>
            </a:r>
            <a:endParaRPr lang="en-BZ"/>
          </a:p>
        </p:txBody>
      </p:sp>
      <p:sp>
        <p:nvSpPr>
          <p:cNvPr id="3" name="세로 텍스트 개체 틀 2"/>
          <p:cNvSpPr>
            <a:spLocks noGrp="1"/>
          </p:cNvSpPr>
          <p:nvPr>
            <p:ph type="body" orient="vert" idx="1"/>
          </p:nvPr>
        </p:nvSpPr>
        <p:spPr>
          <a:xfrm>
            <a:off x="685801" y="457200"/>
            <a:ext cx="5676900" cy="4114800"/>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BZ"/>
          </a:p>
        </p:txBody>
      </p:sp>
      <p:sp>
        <p:nvSpPr>
          <p:cNvPr id="4" name="Rectangle 4"/>
          <p:cNvSpPr>
            <a:spLocks noGrp="1" noChangeArrowheads="1"/>
          </p:cNvSpPr>
          <p:nvPr>
            <p:ph type="dt" sz="half" idx="10"/>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endParaRPr lang="en-US" altLang="ko-KR" dirty="0"/>
          </a:p>
        </p:txBody>
      </p:sp>
      <p:sp>
        <p:nvSpPr>
          <p:cNvPr id="5" name="Rectangle 5"/>
          <p:cNvSpPr>
            <a:spLocks noGrp="1" noChangeArrowheads="1"/>
          </p:cNvSpPr>
          <p:nvPr>
            <p:ph type="ftr" sz="quarter" idx="11"/>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endParaRPr lang="en-US" altLang="ko-KR" dirty="0"/>
          </a:p>
        </p:txBody>
      </p:sp>
      <p:sp>
        <p:nvSpPr>
          <p:cNvPr id="6" name="Rectangle 6"/>
          <p:cNvSpPr>
            <a:spLocks noGrp="1" noChangeArrowheads="1"/>
          </p:cNvSpPr>
          <p:nvPr>
            <p:ph type="sldNum" sz="quarter" idx="12"/>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fld id="{9270C1F6-8100-489C-8B1B-DC1EF970854E}" type="slidenum">
              <a:rPr lang="en-US" altLang="ko-KR" smtClean="0"/>
              <a:pPr>
                <a:defRPr/>
              </a:pPr>
              <a:t>‹#›</a:t>
            </a:fld>
            <a:endParaRPr lang="en-US" altLang="ko-KR" dirty="0"/>
          </a:p>
        </p:txBody>
      </p:sp>
    </p:spTree>
    <p:extLst>
      <p:ext uri="{BB962C8B-B14F-4D97-AF65-F5344CB8AC3E}">
        <p14:creationId xmlns:p14="http://schemas.microsoft.com/office/powerpoint/2010/main" val="3133614620"/>
      </p:ext>
    </p:extLst>
  </p:cSld>
  <p:clrMapOvr>
    <a:masterClrMapping/>
  </p:clrMapOvr>
  <p:transition>
    <p:cover dir="d"/>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685802" y="1598527"/>
            <a:ext cx="7772400" cy="1102519"/>
          </a:xfrm>
        </p:spPr>
        <p:txBody>
          <a:bodyPr/>
          <a:lstStyle/>
          <a:p>
            <a:r>
              <a:rPr lang="ko-KR" altLang="en-US"/>
              <a:t>마스터 제목 스타일 편집</a:t>
            </a:r>
            <a:endParaRPr lang="en-BZ"/>
          </a:p>
        </p:txBody>
      </p:sp>
      <p:sp>
        <p:nvSpPr>
          <p:cNvPr id="3" name="부제목 2"/>
          <p:cNvSpPr>
            <a:spLocks noGrp="1"/>
          </p:cNvSpPr>
          <p:nvPr>
            <p:ph type="subTitle" idx="1"/>
          </p:nvPr>
        </p:nvSpPr>
        <p:spPr>
          <a:xfrm>
            <a:off x="1371600" y="2914650"/>
            <a:ext cx="6400800" cy="1314450"/>
          </a:xfrm>
        </p:spPr>
        <p:txBody>
          <a:bodyPr/>
          <a:lstStyle>
            <a:lvl1pPr marL="0" indent="0" algn="ctr">
              <a:buNone/>
              <a:defRPr/>
            </a:lvl1pPr>
            <a:lvl2pPr marL="317456" indent="0" algn="ctr">
              <a:buNone/>
              <a:defRPr/>
            </a:lvl2pPr>
            <a:lvl3pPr marL="634913" indent="0" algn="ctr">
              <a:buNone/>
              <a:defRPr/>
            </a:lvl3pPr>
            <a:lvl4pPr marL="952369" indent="0" algn="ctr">
              <a:buNone/>
              <a:defRPr/>
            </a:lvl4pPr>
            <a:lvl5pPr marL="1269825" indent="0" algn="ctr">
              <a:buNone/>
              <a:defRPr/>
            </a:lvl5pPr>
            <a:lvl6pPr marL="1587283" indent="0" algn="ctr">
              <a:buNone/>
              <a:defRPr/>
            </a:lvl6pPr>
            <a:lvl7pPr marL="1904739" indent="0" algn="ctr">
              <a:buNone/>
              <a:defRPr/>
            </a:lvl7pPr>
            <a:lvl8pPr marL="2222195" indent="0" algn="ctr">
              <a:buNone/>
              <a:defRPr/>
            </a:lvl8pPr>
            <a:lvl9pPr marL="2539652" indent="0" algn="ctr">
              <a:buNone/>
              <a:defRPr/>
            </a:lvl9pPr>
          </a:lstStyle>
          <a:p>
            <a:r>
              <a:rPr lang="ko-KR" altLang="en-US"/>
              <a:t>마스터 부제목 스타일 편집</a:t>
            </a:r>
            <a:endParaRPr lang="en-BZ"/>
          </a:p>
        </p:txBody>
      </p:sp>
      <p:sp>
        <p:nvSpPr>
          <p:cNvPr id="4" name="Rectangle 4"/>
          <p:cNvSpPr>
            <a:spLocks noGrp="1" noChangeArrowheads="1"/>
          </p:cNvSpPr>
          <p:nvPr>
            <p:ph type="dt" sz="half" idx="10"/>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endParaRPr lang="en-US" altLang="ko-KR" dirty="0"/>
          </a:p>
        </p:txBody>
      </p:sp>
      <p:sp>
        <p:nvSpPr>
          <p:cNvPr id="5" name="Rectangle 5"/>
          <p:cNvSpPr>
            <a:spLocks noGrp="1" noChangeArrowheads="1"/>
          </p:cNvSpPr>
          <p:nvPr>
            <p:ph type="ftr" sz="quarter" idx="11"/>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endParaRPr lang="en-US" altLang="ko-KR" dirty="0"/>
          </a:p>
        </p:txBody>
      </p:sp>
      <p:sp>
        <p:nvSpPr>
          <p:cNvPr id="6" name="Rectangle 6"/>
          <p:cNvSpPr>
            <a:spLocks noGrp="1" noChangeArrowheads="1"/>
          </p:cNvSpPr>
          <p:nvPr>
            <p:ph type="sldNum" sz="quarter" idx="12"/>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fld id="{C100E95D-A76C-4BF9-9E53-66E761E8AA42}" type="slidenum">
              <a:rPr lang="en-US" altLang="ko-KR" smtClean="0"/>
              <a:pPr>
                <a:defRPr/>
              </a:pPr>
              <a:t>‹#›</a:t>
            </a:fld>
            <a:endParaRPr lang="en-US" altLang="ko-KR" dirty="0"/>
          </a:p>
        </p:txBody>
      </p:sp>
    </p:spTree>
    <p:extLst>
      <p:ext uri="{BB962C8B-B14F-4D97-AF65-F5344CB8AC3E}">
        <p14:creationId xmlns:p14="http://schemas.microsoft.com/office/powerpoint/2010/main" val="3415919729"/>
      </p:ext>
    </p:extLst>
  </p:cSld>
  <p:clrMapOvr>
    <a:masterClrMapping/>
  </p:clrMapOvr>
  <p:transition>
    <p:cover dir="d"/>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endParaRPr lang="en-BZ"/>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BZ"/>
          </a:p>
        </p:txBody>
      </p:sp>
      <p:sp>
        <p:nvSpPr>
          <p:cNvPr id="4" name="Rectangle 4"/>
          <p:cNvSpPr>
            <a:spLocks noGrp="1" noChangeArrowheads="1"/>
          </p:cNvSpPr>
          <p:nvPr>
            <p:ph type="dt" sz="half" idx="10"/>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endParaRPr lang="en-US" altLang="ko-KR" dirty="0"/>
          </a:p>
        </p:txBody>
      </p:sp>
      <p:sp>
        <p:nvSpPr>
          <p:cNvPr id="5" name="Rectangle 5"/>
          <p:cNvSpPr>
            <a:spLocks noGrp="1" noChangeArrowheads="1"/>
          </p:cNvSpPr>
          <p:nvPr>
            <p:ph type="ftr" sz="quarter" idx="11"/>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endParaRPr lang="en-US" altLang="ko-KR" dirty="0"/>
          </a:p>
        </p:txBody>
      </p:sp>
      <p:sp>
        <p:nvSpPr>
          <p:cNvPr id="6" name="Rectangle 6"/>
          <p:cNvSpPr>
            <a:spLocks noGrp="1" noChangeArrowheads="1"/>
          </p:cNvSpPr>
          <p:nvPr>
            <p:ph type="sldNum" sz="quarter" idx="12"/>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fld id="{4C04645E-538A-4392-AB43-CB7E5AA87538}" type="slidenum">
              <a:rPr lang="en-US" altLang="ko-KR" smtClean="0"/>
              <a:pPr>
                <a:defRPr/>
              </a:pPr>
              <a:t>‹#›</a:t>
            </a:fld>
            <a:endParaRPr lang="en-US" altLang="ko-KR" dirty="0"/>
          </a:p>
        </p:txBody>
      </p:sp>
    </p:spTree>
    <p:extLst>
      <p:ext uri="{BB962C8B-B14F-4D97-AF65-F5344CB8AC3E}">
        <p14:creationId xmlns:p14="http://schemas.microsoft.com/office/powerpoint/2010/main" val="1785250079"/>
      </p:ext>
    </p:extLst>
  </p:cSld>
  <p:clrMapOvr>
    <a:masterClrMapping/>
  </p:clrMapOvr>
  <p:transition>
    <p:cover dir="d"/>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722314" y="3305179"/>
            <a:ext cx="7772400" cy="1021556"/>
          </a:xfrm>
        </p:spPr>
        <p:txBody>
          <a:bodyPr anchor="t"/>
          <a:lstStyle>
            <a:lvl1pPr algn="l">
              <a:defRPr sz="2700" b="1" cap="all"/>
            </a:lvl1pPr>
          </a:lstStyle>
          <a:p>
            <a:r>
              <a:rPr lang="ko-KR" altLang="en-US"/>
              <a:t>마스터 제목 스타일 편집</a:t>
            </a:r>
            <a:endParaRPr lang="en-BZ"/>
          </a:p>
        </p:txBody>
      </p:sp>
      <p:sp>
        <p:nvSpPr>
          <p:cNvPr id="3" name="텍스트 개체 틀 2"/>
          <p:cNvSpPr>
            <a:spLocks noGrp="1"/>
          </p:cNvSpPr>
          <p:nvPr>
            <p:ph type="body" idx="1"/>
          </p:nvPr>
        </p:nvSpPr>
        <p:spPr>
          <a:xfrm>
            <a:off x="722314" y="2180038"/>
            <a:ext cx="7772400" cy="1125140"/>
          </a:xfrm>
        </p:spPr>
        <p:txBody>
          <a:bodyPr anchor="b"/>
          <a:lstStyle>
            <a:lvl1pPr marL="0" indent="0">
              <a:buNone/>
              <a:defRPr sz="1400"/>
            </a:lvl1pPr>
            <a:lvl2pPr marL="317456" indent="0">
              <a:buNone/>
              <a:defRPr sz="1200"/>
            </a:lvl2pPr>
            <a:lvl3pPr marL="634913" indent="0">
              <a:buNone/>
              <a:defRPr sz="1100"/>
            </a:lvl3pPr>
            <a:lvl4pPr marL="952369" indent="0">
              <a:buNone/>
              <a:defRPr sz="1000"/>
            </a:lvl4pPr>
            <a:lvl5pPr marL="1269825" indent="0">
              <a:buNone/>
              <a:defRPr sz="1000"/>
            </a:lvl5pPr>
            <a:lvl6pPr marL="1587283" indent="0">
              <a:buNone/>
              <a:defRPr sz="1000"/>
            </a:lvl6pPr>
            <a:lvl7pPr marL="1904739" indent="0">
              <a:buNone/>
              <a:defRPr sz="1000"/>
            </a:lvl7pPr>
            <a:lvl8pPr marL="2222195" indent="0">
              <a:buNone/>
              <a:defRPr sz="1000"/>
            </a:lvl8pPr>
            <a:lvl9pPr marL="2539652" indent="0">
              <a:buNone/>
              <a:defRPr sz="1000"/>
            </a:lvl9pPr>
          </a:lstStyle>
          <a:p>
            <a:pPr lvl="0"/>
            <a:r>
              <a:rPr lang="ko-KR" altLang="en-US"/>
              <a:t>마스터 텍스트 스타일을 편집합니다</a:t>
            </a:r>
          </a:p>
        </p:txBody>
      </p:sp>
      <p:sp>
        <p:nvSpPr>
          <p:cNvPr id="4" name="Rectangle 4"/>
          <p:cNvSpPr>
            <a:spLocks noGrp="1" noChangeArrowheads="1"/>
          </p:cNvSpPr>
          <p:nvPr>
            <p:ph type="dt" sz="half" idx="10"/>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endParaRPr lang="en-US" altLang="ko-KR" dirty="0"/>
          </a:p>
        </p:txBody>
      </p:sp>
      <p:sp>
        <p:nvSpPr>
          <p:cNvPr id="5" name="Rectangle 5"/>
          <p:cNvSpPr>
            <a:spLocks noGrp="1" noChangeArrowheads="1"/>
          </p:cNvSpPr>
          <p:nvPr>
            <p:ph type="ftr" sz="quarter" idx="11"/>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endParaRPr lang="en-US" altLang="ko-KR" dirty="0"/>
          </a:p>
        </p:txBody>
      </p:sp>
      <p:sp>
        <p:nvSpPr>
          <p:cNvPr id="6" name="Rectangle 6"/>
          <p:cNvSpPr>
            <a:spLocks noGrp="1" noChangeArrowheads="1"/>
          </p:cNvSpPr>
          <p:nvPr>
            <p:ph type="sldNum" sz="quarter" idx="12"/>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fld id="{D0F54643-04D4-4D88-8DC5-EC8BF0CB0FF8}" type="slidenum">
              <a:rPr lang="en-US" altLang="ko-KR" smtClean="0"/>
              <a:pPr>
                <a:defRPr/>
              </a:pPr>
              <a:t>‹#›</a:t>
            </a:fld>
            <a:endParaRPr lang="en-US" altLang="ko-KR" dirty="0"/>
          </a:p>
        </p:txBody>
      </p:sp>
    </p:spTree>
    <p:extLst>
      <p:ext uri="{BB962C8B-B14F-4D97-AF65-F5344CB8AC3E}">
        <p14:creationId xmlns:p14="http://schemas.microsoft.com/office/powerpoint/2010/main" val="2577854318"/>
      </p:ext>
    </p:extLst>
  </p:cSld>
  <p:clrMapOvr>
    <a:masterClrMapping/>
  </p:clrMapOvr>
  <p:transition>
    <p:cover dir="d"/>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endParaRPr lang="en-BZ"/>
          </a:p>
        </p:txBody>
      </p:sp>
      <p:sp>
        <p:nvSpPr>
          <p:cNvPr id="3" name="내용 개체 틀 2"/>
          <p:cNvSpPr>
            <a:spLocks noGrp="1"/>
          </p:cNvSpPr>
          <p:nvPr>
            <p:ph sz="half" idx="1"/>
          </p:nvPr>
        </p:nvSpPr>
        <p:spPr>
          <a:xfrm>
            <a:off x="685802" y="1485900"/>
            <a:ext cx="3810000" cy="3086100"/>
          </a:xfrm>
        </p:spPr>
        <p:txBody>
          <a:bodyPr/>
          <a:lstStyle>
            <a:lvl1pPr>
              <a:defRPr sz="1900"/>
            </a:lvl1pPr>
            <a:lvl2pPr>
              <a:defRPr sz="1700"/>
            </a:lvl2pPr>
            <a:lvl3pPr>
              <a:defRPr sz="1400"/>
            </a:lvl3pPr>
            <a:lvl4pPr>
              <a:defRPr sz="1200"/>
            </a:lvl4pPr>
            <a:lvl5pPr>
              <a:defRPr sz="1200"/>
            </a:lvl5pPr>
            <a:lvl6pPr>
              <a:defRPr sz="1200"/>
            </a:lvl6pPr>
            <a:lvl7pPr>
              <a:defRPr sz="1200"/>
            </a:lvl7pPr>
            <a:lvl8pPr>
              <a:defRPr sz="1200"/>
            </a:lvl8pPr>
            <a:lvl9pPr>
              <a:defRPr sz="12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BZ"/>
          </a:p>
        </p:txBody>
      </p:sp>
      <p:sp>
        <p:nvSpPr>
          <p:cNvPr id="4" name="내용 개체 틀 3"/>
          <p:cNvSpPr>
            <a:spLocks noGrp="1"/>
          </p:cNvSpPr>
          <p:nvPr>
            <p:ph sz="half" idx="2"/>
          </p:nvPr>
        </p:nvSpPr>
        <p:spPr>
          <a:xfrm>
            <a:off x="4648202" y="1485900"/>
            <a:ext cx="3810000" cy="3086100"/>
          </a:xfrm>
        </p:spPr>
        <p:txBody>
          <a:bodyPr/>
          <a:lstStyle>
            <a:lvl1pPr>
              <a:defRPr sz="1900"/>
            </a:lvl1pPr>
            <a:lvl2pPr>
              <a:defRPr sz="1700"/>
            </a:lvl2pPr>
            <a:lvl3pPr>
              <a:defRPr sz="1400"/>
            </a:lvl3pPr>
            <a:lvl4pPr>
              <a:defRPr sz="1200"/>
            </a:lvl4pPr>
            <a:lvl5pPr>
              <a:defRPr sz="1200"/>
            </a:lvl5pPr>
            <a:lvl6pPr>
              <a:defRPr sz="1200"/>
            </a:lvl6pPr>
            <a:lvl7pPr>
              <a:defRPr sz="1200"/>
            </a:lvl7pPr>
            <a:lvl8pPr>
              <a:defRPr sz="1200"/>
            </a:lvl8pPr>
            <a:lvl9pPr>
              <a:defRPr sz="12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BZ"/>
          </a:p>
        </p:txBody>
      </p:sp>
      <p:sp>
        <p:nvSpPr>
          <p:cNvPr id="5" name="Rectangle 4"/>
          <p:cNvSpPr>
            <a:spLocks noGrp="1" noChangeArrowheads="1"/>
          </p:cNvSpPr>
          <p:nvPr>
            <p:ph type="dt" sz="half" idx="10"/>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endParaRPr lang="en-US" altLang="ko-KR" dirty="0"/>
          </a:p>
        </p:txBody>
      </p:sp>
      <p:sp>
        <p:nvSpPr>
          <p:cNvPr id="6" name="Rectangle 5"/>
          <p:cNvSpPr>
            <a:spLocks noGrp="1" noChangeArrowheads="1"/>
          </p:cNvSpPr>
          <p:nvPr>
            <p:ph type="ftr" sz="quarter" idx="11"/>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endParaRPr lang="en-US" altLang="ko-KR" dirty="0"/>
          </a:p>
        </p:txBody>
      </p:sp>
      <p:sp>
        <p:nvSpPr>
          <p:cNvPr id="7" name="Rectangle 6"/>
          <p:cNvSpPr>
            <a:spLocks noGrp="1" noChangeArrowheads="1"/>
          </p:cNvSpPr>
          <p:nvPr>
            <p:ph type="sldNum" sz="quarter" idx="12"/>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fld id="{27C38670-88F3-40A7-BF0A-9AE897CB03AA}" type="slidenum">
              <a:rPr lang="en-US" altLang="ko-KR" smtClean="0"/>
              <a:pPr>
                <a:defRPr/>
              </a:pPr>
              <a:t>‹#›</a:t>
            </a:fld>
            <a:endParaRPr lang="en-US" altLang="ko-KR" dirty="0"/>
          </a:p>
        </p:txBody>
      </p:sp>
    </p:spTree>
    <p:extLst>
      <p:ext uri="{BB962C8B-B14F-4D97-AF65-F5344CB8AC3E}">
        <p14:creationId xmlns:p14="http://schemas.microsoft.com/office/powerpoint/2010/main" val="715539015"/>
      </p:ext>
    </p:extLst>
  </p:cSld>
  <p:clrMapOvr>
    <a:masterClrMapping/>
  </p:clrMapOvr>
  <p:transition>
    <p:cover dir="d"/>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457200" y="205979"/>
            <a:ext cx="8229600" cy="857250"/>
          </a:xfrm>
        </p:spPr>
        <p:txBody>
          <a:bodyPr/>
          <a:lstStyle>
            <a:lvl1pPr>
              <a:defRPr/>
            </a:lvl1pPr>
          </a:lstStyle>
          <a:p>
            <a:r>
              <a:rPr lang="ko-KR" altLang="en-US"/>
              <a:t>마스터 제목 스타일 편집</a:t>
            </a:r>
            <a:endParaRPr lang="en-BZ"/>
          </a:p>
        </p:txBody>
      </p:sp>
      <p:sp>
        <p:nvSpPr>
          <p:cNvPr id="3" name="텍스트 개체 틀 2"/>
          <p:cNvSpPr>
            <a:spLocks noGrp="1"/>
          </p:cNvSpPr>
          <p:nvPr>
            <p:ph type="body" idx="1"/>
          </p:nvPr>
        </p:nvSpPr>
        <p:spPr>
          <a:xfrm>
            <a:off x="457200" y="1151338"/>
            <a:ext cx="4040188" cy="479822"/>
          </a:xfrm>
        </p:spPr>
        <p:txBody>
          <a:bodyPr anchor="b"/>
          <a:lstStyle>
            <a:lvl1pPr marL="0" indent="0">
              <a:buNone/>
              <a:defRPr sz="1700" b="1"/>
            </a:lvl1pPr>
            <a:lvl2pPr marL="317456" indent="0">
              <a:buNone/>
              <a:defRPr sz="1400" b="1"/>
            </a:lvl2pPr>
            <a:lvl3pPr marL="634913" indent="0">
              <a:buNone/>
              <a:defRPr sz="1200" b="1"/>
            </a:lvl3pPr>
            <a:lvl4pPr marL="952369" indent="0">
              <a:buNone/>
              <a:defRPr sz="1100" b="1"/>
            </a:lvl4pPr>
            <a:lvl5pPr marL="1269825" indent="0">
              <a:buNone/>
              <a:defRPr sz="1100" b="1"/>
            </a:lvl5pPr>
            <a:lvl6pPr marL="1587283" indent="0">
              <a:buNone/>
              <a:defRPr sz="1100" b="1"/>
            </a:lvl6pPr>
            <a:lvl7pPr marL="1904739" indent="0">
              <a:buNone/>
              <a:defRPr sz="1100" b="1"/>
            </a:lvl7pPr>
            <a:lvl8pPr marL="2222195" indent="0">
              <a:buNone/>
              <a:defRPr sz="1100" b="1"/>
            </a:lvl8pPr>
            <a:lvl9pPr marL="2539652" indent="0">
              <a:buNone/>
              <a:defRPr sz="1100" b="1"/>
            </a:lvl9pPr>
          </a:lstStyle>
          <a:p>
            <a:pPr lvl="0"/>
            <a:r>
              <a:rPr lang="ko-KR" altLang="en-US"/>
              <a:t>마스터 텍스트 스타일을 편집합니다</a:t>
            </a:r>
          </a:p>
        </p:txBody>
      </p:sp>
      <p:sp>
        <p:nvSpPr>
          <p:cNvPr id="4" name="내용 개체 틀 3"/>
          <p:cNvSpPr>
            <a:spLocks noGrp="1"/>
          </p:cNvSpPr>
          <p:nvPr>
            <p:ph sz="half" idx="2"/>
          </p:nvPr>
        </p:nvSpPr>
        <p:spPr>
          <a:xfrm>
            <a:off x="457200" y="1631156"/>
            <a:ext cx="4040188" cy="2963466"/>
          </a:xfrm>
        </p:spPr>
        <p:txBody>
          <a:bodyPr/>
          <a:lstStyle>
            <a:lvl1pPr>
              <a:defRPr sz="17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BZ"/>
          </a:p>
        </p:txBody>
      </p:sp>
      <p:sp>
        <p:nvSpPr>
          <p:cNvPr id="5" name="텍스트 개체 틀 4"/>
          <p:cNvSpPr>
            <a:spLocks noGrp="1"/>
          </p:cNvSpPr>
          <p:nvPr>
            <p:ph type="body" sz="quarter" idx="3"/>
          </p:nvPr>
        </p:nvSpPr>
        <p:spPr>
          <a:xfrm>
            <a:off x="4645032" y="1151338"/>
            <a:ext cx="4041774" cy="479822"/>
          </a:xfrm>
        </p:spPr>
        <p:txBody>
          <a:bodyPr anchor="b"/>
          <a:lstStyle>
            <a:lvl1pPr marL="0" indent="0">
              <a:buNone/>
              <a:defRPr sz="1700" b="1"/>
            </a:lvl1pPr>
            <a:lvl2pPr marL="317456" indent="0">
              <a:buNone/>
              <a:defRPr sz="1400" b="1"/>
            </a:lvl2pPr>
            <a:lvl3pPr marL="634913" indent="0">
              <a:buNone/>
              <a:defRPr sz="1200" b="1"/>
            </a:lvl3pPr>
            <a:lvl4pPr marL="952369" indent="0">
              <a:buNone/>
              <a:defRPr sz="1100" b="1"/>
            </a:lvl4pPr>
            <a:lvl5pPr marL="1269825" indent="0">
              <a:buNone/>
              <a:defRPr sz="1100" b="1"/>
            </a:lvl5pPr>
            <a:lvl6pPr marL="1587283" indent="0">
              <a:buNone/>
              <a:defRPr sz="1100" b="1"/>
            </a:lvl6pPr>
            <a:lvl7pPr marL="1904739" indent="0">
              <a:buNone/>
              <a:defRPr sz="1100" b="1"/>
            </a:lvl7pPr>
            <a:lvl8pPr marL="2222195" indent="0">
              <a:buNone/>
              <a:defRPr sz="1100" b="1"/>
            </a:lvl8pPr>
            <a:lvl9pPr marL="2539652" indent="0">
              <a:buNone/>
              <a:defRPr sz="1100" b="1"/>
            </a:lvl9pPr>
          </a:lstStyle>
          <a:p>
            <a:pPr lvl="0"/>
            <a:r>
              <a:rPr lang="ko-KR" altLang="en-US"/>
              <a:t>마스터 텍스트 스타일을 편집합니다</a:t>
            </a:r>
          </a:p>
        </p:txBody>
      </p:sp>
      <p:sp>
        <p:nvSpPr>
          <p:cNvPr id="6" name="내용 개체 틀 5"/>
          <p:cNvSpPr>
            <a:spLocks noGrp="1"/>
          </p:cNvSpPr>
          <p:nvPr>
            <p:ph sz="quarter" idx="4"/>
          </p:nvPr>
        </p:nvSpPr>
        <p:spPr>
          <a:xfrm>
            <a:off x="4645032" y="1631156"/>
            <a:ext cx="4041774" cy="2963466"/>
          </a:xfrm>
        </p:spPr>
        <p:txBody>
          <a:bodyPr/>
          <a:lstStyle>
            <a:lvl1pPr>
              <a:defRPr sz="17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BZ"/>
          </a:p>
        </p:txBody>
      </p:sp>
      <p:sp>
        <p:nvSpPr>
          <p:cNvPr id="7" name="Rectangle 4"/>
          <p:cNvSpPr>
            <a:spLocks noGrp="1" noChangeArrowheads="1"/>
          </p:cNvSpPr>
          <p:nvPr>
            <p:ph type="dt" sz="half" idx="10"/>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endParaRPr lang="en-US" altLang="ko-KR" dirty="0"/>
          </a:p>
        </p:txBody>
      </p:sp>
      <p:sp>
        <p:nvSpPr>
          <p:cNvPr id="8" name="Rectangle 5"/>
          <p:cNvSpPr>
            <a:spLocks noGrp="1" noChangeArrowheads="1"/>
          </p:cNvSpPr>
          <p:nvPr>
            <p:ph type="ftr" sz="quarter" idx="11"/>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endParaRPr lang="en-US" altLang="ko-KR" dirty="0"/>
          </a:p>
        </p:txBody>
      </p:sp>
      <p:sp>
        <p:nvSpPr>
          <p:cNvPr id="9" name="Rectangle 6"/>
          <p:cNvSpPr>
            <a:spLocks noGrp="1" noChangeArrowheads="1"/>
          </p:cNvSpPr>
          <p:nvPr>
            <p:ph type="sldNum" sz="quarter" idx="12"/>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fld id="{72B26E0A-28BF-4CE4-BA49-CF350B4543A1}" type="slidenum">
              <a:rPr lang="en-US" altLang="ko-KR" smtClean="0"/>
              <a:pPr>
                <a:defRPr/>
              </a:pPr>
              <a:t>‹#›</a:t>
            </a:fld>
            <a:endParaRPr lang="en-US" altLang="ko-KR" dirty="0"/>
          </a:p>
        </p:txBody>
      </p:sp>
    </p:spTree>
    <p:extLst>
      <p:ext uri="{BB962C8B-B14F-4D97-AF65-F5344CB8AC3E}">
        <p14:creationId xmlns:p14="http://schemas.microsoft.com/office/powerpoint/2010/main" val="964837511"/>
      </p:ext>
    </p:extLst>
  </p:cSld>
  <p:clrMapOvr>
    <a:masterClrMapping/>
  </p:clrMapOvr>
  <p:transition>
    <p:cover dir="d"/>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endParaRPr lang="en-BZ"/>
          </a:p>
        </p:txBody>
      </p:sp>
      <p:sp>
        <p:nvSpPr>
          <p:cNvPr id="3" name="Rectangle 4"/>
          <p:cNvSpPr>
            <a:spLocks noGrp="1" noChangeArrowheads="1"/>
          </p:cNvSpPr>
          <p:nvPr>
            <p:ph type="dt" sz="half" idx="10"/>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endParaRPr lang="en-US" altLang="ko-KR" dirty="0"/>
          </a:p>
        </p:txBody>
      </p:sp>
      <p:sp>
        <p:nvSpPr>
          <p:cNvPr id="4" name="Rectangle 5"/>
          <p:cNvSpPr>
            <a:spLocks noGrp="1" noChangeArrowheads="1"/>
          </p:cNvSpPr>
          <p:nvPr>
            <p:ph type="ftr" sz="quarter" idx="11"/>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endParaRPr lang="en-US" altLang="ko-KR" dirty="0"/>
          </a:p>
        </p:txBody>
      </p:sp>
      <p:sp>
        <p:nvSpPr>
          <p:cNvPr id="5" name="Rectangle 6"/>
          <p:cNvSpPr>
            <a:spLocks noGrp="1" noChangeArrowheads="1"/>
          </p:cNvSpPr>
          <p:nvPr>
            <p:ph type="sldNum" sz="quarter" idx="12"/>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fld id="{C9E0D1C9-5284-435A-996B-BA583C129F91}" type="slidenum">
              <a:rPr lang="en-US" altLang="ko-KR" smtClean="0"/>
              <a:pPr>
                <a:defRPr/>
              </a:pPr>
              <a:t>‹#›</a:t>
            </a:fld>
            <a:endParaRPr lang="en-US" altLang="ko-KR" dirty="0"/>
          </a:p>
        </p:txBody>
      </p:sp>
    </p:spTree>
    <p:extLst>
      <p:ext uri="{BB962C8B-B14F-4D97-AF65-F5344CB8AC3E}">
        <p14:creationId xmlns:p14="http://schemas.microsoft.com/office/powerpoint/2010/main" val="425241583"/>
      </p:ext>
    </p:extLst>
  </p:cSld>
  <p:clrMapOvr>
    <a:masterClrMapping/>
  </p:clrMapOvr>
  <p:transition>
    <p:cover dir="d"/>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endParaRPr lang="en-US" altLang="ko-KR" dirty="0"/>
          </a:p>
        </p:txBody>
      </p:sp>
      <p:sp>
        <p:nvSpPr>
          <p:cNvPr id="3" name="Rectangle 5"/>
          <p:cNvSpPr>
            <a:spLocks noGrp="1" noChangeArrowheads="1"/>
          </p:cNvSpPr>
          <p:nvPr>
            <p:ph type="ftr" sz="quarter" idx="11"/>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endParaRPr lang="en-US" altLang="ko-KR" dirty="0"/>
          </a:p>
        </p:txBody>
      </p:sp>
      <p:sp>
        <p:nvSpPr>
          <p:cNvPr id="4" name="Rectangle 6"/>
          <p:cNvSpPr>
            <a:spLocks noGrp="1" noChangeArrowheads="1"/>
          </p:cNvSpPr>
          <p:nvPr>
            <p:ph type="sldNum" sz="quarter" idx="12"/>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fld id="{5729118C-925C-4D7B-AD65-34835FFE669A}" type="slidenum">
              <a:rPr lang="en-US" altLang="ko-KR" smtClean="0"/>
              <a:pPr>
                <a:defRPr/>
              </a:pPr>
              <a:t>‹#›</a:t>
            </a:fld>
            <a:endParaRPr lang="en-US" altLang="ko-KR" dirty="0"/>
          </a:p>
        </p:txBody>
      </p:sp>
    </p:spTree>
    <p:extLst>
      <p:ext uri="{BB962C8B-B14F-4D97-AF65-F5344CB8AC3E}">
        <p14:creationId xmlns:p14="http://schemas.microsoft.com/office/powerpoint/2010/main" val="3602131683"/>
      </p:ext>
    </p:extLst>
  </p:cSld>
  <p:clrMapOvr>
    <a:masterClrMapping/>
  </p:clrMapOvr>
  <p:transition>
    <p:cover dir="d"/>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457219" y="204790"/>
            <a:ext cx="3008313" cy="871538"/>
          </a:xfrm>
        </p:spPr>
        <p:txBody>
          <a:bodyPr anchor="b"/>
          <a:lstStyle>
            <a:lvl1pPr algn="l">
              <a:defRPr sz="1400" b="1"/>
            </a:lvl1pPr>
          </a:lstStyle>
          <a:p>
            <a:r>
              <a:rPr lang="ko-KR" altLang="en-US"/>
              <a:t>마스터 제목 스타일 편집</a:t>
            </a:r>
            <a:endParaRPr lang="en-BZ"/>
          </a:p>
        </p:txBody>
      </p:sp>
      <p:sp>
        <p:nvSpPr>
          <p:cNvPr id="3" name="내용 개체 틀 2"/>
          <p:cNvSpPr>
            <a:spLocks noGrp="1"/>
          </p:cNvSpPr>
          <p:nvPr>
            <p:ph idx="1"/>
          </p:nvPr>
        </p:nvSpPr>
        <p:spPr>
          <a:xfrm>
            <a:off x="3575070" y="205496"/>
            <a:ext cx="5111749" cy="4389835"/>
          </a:xfrm>
        </p:spPr>
        <p:txBody>
          <a:bodyPr/>
          <a:lstStyle>
            <a:lvl1pPr>
              <a:defRPr sz="2300"/>
            </a:lvl1pPr>
            <a:lvl2pPr>
              <a:defRPr sz="1900"/>
            </a:lvl2pPr>
            <a:lvl3pPr>
              <a:defRPr sz="1700"/>
            </a:lvl3pPr>
            <a:lvl4pPr>
              <a:defRPr sz="1400"/>
            </a:lvl4pPr>
            <a:lvl5pPr>
              <a:defRPr sz="1400"/>
            </a:lvl5pPr>
            <a:lvl6pPr>
              <a:defRPr sz="1400"/>
            </a:lvl6pPr>
            <a:lvl7pPr>
              <a:defRPr sz="1400"/>
            </a:lvl7pPr>
            <a:lvl8pPr>
              <a:defRPr sz="1400"/>
            </a:lvl8pPr>
            <a:lvl9pPr>
              <a:defRPr sz="14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BZ"/>
          </a:p>
        </p:txBody>
      </p:sp>
      <p:sp>
        <p:nvSpPr>
          <p:cNvPr id="4" name="텍스트 개체 틀 3"/>
          <p:cNvSpPr>
            <a:spLocks noGrp="1"/>
          </p:cNvSpPr>
          <p:nvPr>
            <p:ph type="body" sz="half" idx="2"/>
          </p:nvPr>
        </p:nvSpPr>
        <p:spPr>
          <a:xfrm>
            <a:off x="457219" y="1076343"/>
            <a:ext cx="3008313" cy="3518297"/>
          </a:xfrm>
        </p:spPr>
        <p:txBody>
          <a:bodyPr/>
          <a:lstStyle>
            <a:lvl1pPr marL="0" indent="0">
              <a:buNone/>
              <a:defRPr sz="1000"/>
            </a:lvl1pPr>
            <a:lvl2pPr marL="317456" indent="0">
              <a:buNone/>
              <a:defRPr sz="800"/>
            </a:lvl2pPr>
            <a:lvl3pPr marL="634913" indent="0">
              <a:buNone/>
              <a:defRPr sz="700"/>
            </a:lvl3pPr>
            <a:lvl4pPr marL="952369" indent="0">
              <a:buNone/>
              <a:defRPr sz="600"/>
            </a:lvl4pPr>
            <a:lvl5pPr marL="1269825" indent="0">
              <a:buNone/>
              <a:defRPr sz="600"/>
            </a:lvl5pPr>
            <a:lvl6pPr marL="1587283" indent="0">
              <a:buNone/>
              <a:defRPr sz="600"/>
            </a:lvl6pPr>
            <a:lvl7pPr marL="1904739" indent="0">
              <a:buNone/>
              <a:defRPr sz="600"/>
            </a:lvl7pPr>
            <a:lvl8pPr marL="2222195" indent="0">
              <a:buNone/>
              <a:defRPr sz="600"/>
            </a:lvl8pPr>
            <a:lvl9pPr marL="2539652" indent="0">
              <a:buNone/>
              <a:defRPr sz="600"/>
            </a:lvl9pPr>
          </a:lstStyle>
          <a:p>
            <a:pPr lvl="0"/>
            <a:r>
              <a:rPr lang="ko-KR" altLang="en-US"/>
              <a:t>마스터 텍스트 스타일을 편집합니다</a:t>
            </a:r>
          </a:p>
        </p:txBody>
      </p:sp>
      <p:sp>
        <p:nvSpPr>
          <p:cNvPr id="5" name="Rectangle 4"/>
          <p:cNvSpPr>
            <a:spLocks noGrp="1" noChangeArrowheads="1"/>
          </p:cNvSpPr>
          <p:nvPr>
            <p:ph type="dt" sz="half" idx="10"/>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endParaRPr lang="en-US" altLang="ko-KR" dirty="0"/>
          </a:p>
        </p:txBody>
      </p:sp>
      <p:sp>
        <p:nvSpPr>
          <p:cNvPr id="6" name="Rectangle 5"/>
          <p:cNvSpPr>
            <a:spLocks noGrp="1" noChangeArrowheads="1"/>
          </p:cNvSpPr>
          <p:nvPr>
            <p:ph type="ftr" sz="quarter" idx="11"/>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endParaRPr lang="en-US" altLang="ko-KR" dirty="0"/>
          </a:p>
        </p:txBody>
      </p:sp>
      <p:sp>
        <p:nvSpPr>
          <p:cNvPr id="7" name="Rectangle 6"/>
          <p:cNvSpPr>
            <a:spLocks noGrp="1" noChangeArrowheads="1"/>
          </p:cNvSpPr>
          <p:nvPr>
            <p:ph type="sldNum" sz="quarter" idx="12"/>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fld id="{493D7103-DEEF-4689-9C48-3D8DBEFADF4C}" type="slidenum">
              <a:rPr lang="en-US" altLang="ko-KR" smtClean="0"/>
              <a:pPr>
                <a:defRPr/>
              </a:pPr>
              <a:t>‹#›</a:t>
            </a:fld>
            <a:endParaRPr lang="en-US" altLang="ko-KR" dirty="0"/>
          </a:p>
        </p:txBody>
      </p:sp>
    </p:spTree>
    <p:extLst>
      <p:ext uri="{BB962C8B-B14F-4D97-AF65-F5344CB8AC3E}">
        <p14:creationId xmlns:p14="http://schemas.microsoft.com/office/powerpoint/2010/main" val="3424857218"/>
      </p:ext>
    </p:extLst>
  </p:cSld>
  <p:clrMapOvr>
    <a:masterClrMapping/>
  </p:clrMapOvr>
  <p:transition>
    <p:cover dir="d"/>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792288" y="3600454"/>
            <a:ext cx="5486400" cy="425054"/>
          </a:xfrm>
        </p:spPr>
        <p:txBody>
          <a:bodyPr anchor="b"/>
          <a:lstStyle>
            <a:lvl1pPr algn="l">
              <a:defRPr sz="1400" b="1"/>
            </a:lvl1pPr>
          </a:lstStyle>
          <a:p>
            <a:r>
              <a:rPr lang="ko-KR" altLang="en-US"/>
              <a:t>마스터 제목 스타일 편집</a:t>
            </a:r>
            <a:endParaRPr lang="en-BZ"/>
          </a:p>
        </p:txBody>
      </p:sp>
      <p:sp>
        <p:nvSpPr>
          <p:cNvPr id="3" name="그림 개체 틀 2"/>
          <p:cNvSpPr>
            <a:spLocks noGrp="1"/>
          </p:cNvSpPr>
          <p:nvPr>
            <p:ph type="pic" idx="1"/>
          </p:nvPr>
        </p:nvSpPr>
        <p:spPr>
          <a:xfrm>
            <a:off x="1792288" y="459581"/>
            <a:ext cx="5486400" cy="3086100"/>
          </a:xfrm>
        </p:spPr>
        <p:txBody>
          <a:bodyPr/>
          <a:lstStyle>
            <a:lvl1pPr marL="0" indent="0">
              <a:buNone/>
              <a:defRPr sz="2300"/>
            </a:lvl1pPr>
            <a:lvl2pPr marL="317456" indent="0">
              <a:buNone/>
              <a:defRPr sz="1900"/>
            </a:lvl2pPr>
            <a:lvl3pPr marL="634913" indent="0">
              <a:buNone/>
              <a:defRPr sz="1700"/>
            </a:lvl3pPr>
            <a:lvl4pPr marL="952369" indent="0">
              <a:buNone/>
              <a:defRPr sz="1400"/>
            </a:lvl4pPr>
            <a:lvl5pPr marL="1269825" indent="0">
              <a:buNone/>
              <a:defRPr sz="1400"/>
            </a:lvl5pPr>
            <a:lvl6pPr marL="1587283" indent="0">
              <a:buNone/>
              <a:defRPr sz="1400"/>
            </a:lvl6pPr>
            <a:lvl7pPr marL="1904739" indent="0">
              <a:buNone/>
              <a:defRPr sz="1400"/>
            </a:lvl7pPr>
            <a:lvl8pPr marL="2222195" indent="0">
              <a:buNone/>
              <a:defRPr sz="1400"/>
            </a:lvl8pPr>
            <a:lvl9pPr marL="2539652" indent="0">
              <a:buNone/>
              <a:defRPr sz="1400"/>
            </a:lvl9pPr>
          </a:lstStyle>
          <a:p>
            <a:pPr lvl="0"/>
            <a:endParaRPr lang="en-BZ" noProof="0"/>
          </a:p>
        </p:txBody>
      </p:sp>
      <p:sp>
        <p:nvSpPr>
          <p:cNvPr id="4" name="텍스트 개체 틀 3"/>
          <p:cNvSpPr>
            <a:spLocks noGrp="1"/>
          </p:cNvSpPr>
          <p:nvPr>
            <p:ph type="body" sz="half" idx="2"/>
          </p:nvPr>
        </p:nvSpPr>
        <p:spPr>
          <a:xfrm>
            <a:off x="1792288" y="4026211"/>
            <a:ext cx="5486400" cy="603647"/>
          </a:xfrm>
        </p:spPr>
        <p:txBody>
          <a:bodyPr/>
          <a:lstStyle>
            <a:lvl1pPr marL="0" indent="0">
              <a:buNone/>
              <a:defRPr sz="1000"/>
            </a:lvl1pPr>
            <a:lvl2pPr marL="317456" indent="0">
              <a:buNone/>
              <a:defRPr sz="800"/>
            </a:lvl2pPr>
            <a:lvl3pPr marL="634913" indent="0">
              <a:buNone/>
              <a:defRPr sz="700"/>
            </a:lvl3pPr>
            <a:lvl4pPr marL="952369" indent="0">
              <a:buNone/>
              <a:defRPr sz="600"/>
            </a:lvl4pPr>
            <a:lvl5pPr marL="1269825" indent="0">
              <a:buNone/>
              <a:defRPr sz="600"/>
            </a:lvl5pPr>
            <a:lvl6pPr marL="1587283" indent="0">
              <a:buNone/>
              <a:defRPr sz="600"/>
            </a:lvl6pPr>
            <a:lvl7pPr marL="1904739" indent="0">
              <a:buNone/>
              <a:defRPr sz="600"/>
            </a:lvl7pPr>
            <a:lvl8pPr marL="2222195" indent="0">
              <a:buNone/>
              <a:defRPr sz="600"/>
            </a:lvl8pPr>
            <a:lvl9pPr marL="2539652" indent="0">
              <a:buNone/>
              <a:defRPr sz="600"/>
            </a:lvl9pPr>
          </a:lstStyle>
          <a:p>
            <a:pPr lvl="0"/>
            <a:r>
              <a:rPr lang="ko-KR" altLang="en-US"/>
              <a:t>마스터 텍스트 스타일을 편집합니다</a:t>
            </a:r>
          </a:p>
        </p:txBody>
      </p:sp>
      <p:sp>
        <p:nvSpPr>
          <p:cNvPr id="5" name="Rectangle 4"/>
          <p:cNvSpPr>
            <a:spLocks noGrp="1" noChangeArrowheads="1"/>
          </p:cNvSpPr>
          <p:nvPr>
            <p:ph type="dt" sz="half" idx="10"/>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endParaRPr lang="en-US" altLang="ko-KR" dirty="0"/>
          </a:p>
        </p:txBody>
      </p:sp>
      <p:sp>
        <p:nvSpPr>
          <p:cNvPr id="6" name="Rectangle 5"/>
          <p:cNvSpPr>
            <a:spLocks noGrp="1" noChangeArrowheads="1"/>
          </p:cNvSpPr>
          <p:nvPr>
            <p:ph type="ftr" sz="quarter" idx="11"/>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endParaRPr lang="en-US" altLang="ko-KR" dirty="0"/>
          </a:p>
        </p:txBody>
      </p:sp>
      <p:sp>
        <p:nvSpPr>
          <p:cNvPr id="7" name="Rectangle 6"/>
          <p:cNvSpPr>
            <a:spLocks noGrp="1" noChangeArrowheads="1"/>
          </p:cNvSpPr>
          <p:nvPr>
            <p:ph type="sldNum" sz="quarter" idx="12"/>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fld id="{B77692EC-D711-4205-8F2F-03A788E58AE2}" type="slidenum">
              <a:rPr lang="en-US" altLang="ko-KR" smtClean="0"/>
              <a:pPr>
                <a:defRPr/>
              </a:pPr>
              <a:t>‹#›</a:t>
            </a:fld>
            <a:endParaRPr lang="en-US" altLang="ko-KR" dirty="0"/>
          </a:p>
        </p:txBody>
      </p:sp>
    </p:spTree>
    <p:extLst>
      <p:ext uri="{BB962C8B-B14F-4D97-AF65-F5344CB8AC3E}">
        <p14:creationId xmlns:p14="http://schemas.microsoft.com/office/powerpoint/2010/main" val="2621315161"/>
      </p:ext>
    </p:extLst>
  </p:cSld>
  <p:clrMapOvr>
    <a:masterClrMapping/>
  </p:clrMapOvr>
  <p:transition>
    <p:cover dir="d"/>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endParaRPr lang="en-BZ"/>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BZ"/>
          </a:p>
        </p:txBody>
      </p:sp>
      <p:sp>
        <p:nvSpPr>
          <p:cNvPr id="4" name="Rectangle 4"/>
          <p:cNvSpPr>
            <a:spLocks noGrp="1" noChangeArrowheads="1"/>
          </p:cNvSpPr>
          <p:nvPr>
            <p:ph type="dt" sz="half" idx="10"/>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endParaRPr lang="en-US" altLang="ko-KR" dirty="0"/>
          </a:p>
        </p:txBody>
      </p:sp>
      <p:sp>
        <p:nvSpPr>
          <p:cNvPr id="5" name="Rectangle 5"/>
          <p:cNvSpPr>
            <a:spLocks noGrp="1" noChangeArrowheads="1"/>
          </p:cNvSpPr>
          <p:nvPr>
            <p:ph type="ftr" sz="quarter" idx="11"/>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endParaRPr lang="en-US" altLang="ko-KR" dirty="0"/>
          </a:p>
        </p:txBody>
      </p:sp>
      <p:sp>
        <p:nvSpPr>
          <p:cNvPr id="6" name="Rectangle 6"/>
          <p:cNvSpPr>
            <a:spLocks noGrp="1" noChangeArrowheads="1"/>
          </p:cNvSpPr>
          <p:nvPr>
            <p:ph type="sldNum" sz="quarter" idx="12"/>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fld id="{E65C350C-D63F-42B9-AC0B-5F4544FA18D0}" type="slidenum">
              <a:rPr lang="en-US" altLang="ko-KR" smtClean="0"/>
              <a:pPr>
                <a:defRPr/>
              </a:pPr>
              <a:t>‹#›</a:t>
            </a:fld>
            <a:endParaRPr lang="en-US" altLang="ko-KR" dirty="0"/>
          </a:p>
        </p:txBody>
      </p:sp>
    </p:spTree>
    <p:extLst>
      <p:ext uri="{BB962C8B-B14F-4D97-AF65-F5344CB8AC3E}">
        <p14:creationId xmlns:p14="http://schemas.microsoft.com/office/powerpoint/2010/main" val="2231677318"/>
      </p:ext>
    </p:extLst>
  </p:cSld>
  <p:clrMapOvr>
    <a:masterClrMapping/>
  </p:clrMapOvr>
  <p:transition>
    <p:cover dir="d"/>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6515101" y="457200"/>
            <a:ext cx="1943100" cy="4114800"/>
          </a:xfrm>
        </p:spPr>
        <p:txBody>
          <a:bodyPr vert="eaVert"/>
          <a:lstStyle/>
          <a:p>
            <a:r>
              <a:rPr lang="ko-KR" altLang="en-US"/>
              <a:t>마스터 제목 스타일 편집</a:t>
            </a:r>
            <a:endParaRPr lang="en-BZ"/>
          </a:p>
        </p:txBody>
      </p:sp>
      <p:sp>
        <p:nvSpPr>
          <p:cNvPr id="3" name="세로 텍스트 개체 틀 2"/>
          <p:cNvSpPr>
            <a:spLocks noGrp="1"/>
          </p:cNvSpPr>
          <p:nvPr>
            <p:ph type="body" orient="vert" idx="1"/>
          </p:nvPr>
        </p:nvSpPr>
        <p:spPr>
          <a:xfrm>
            <a:off x="685801" y="457200"/>
            <a:ext cx="5676900" cy="4114800"/>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BZ"/>
          </a:p>
        </p:txBody>
      </p:sp>
      <p:sp>
        <p:nvSpPr>
          <p:cNvPr id="4" name="Rectangle 4"/>
          <p:cNvSpPr>
            <a:spLocks noGrp="1" noChangeArrowheads="1"/>
          </p:cNvSpPr>
          <p:nvPr>
            <p:ph type="dt" sz="half" idx="10"/>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endParaRPr lang="en-US" altLang="ko-KR" dirty="0"/>
          </a:p>
        </p:txBody>
      </p:sp>
      <p:sp>
        <p:nvSpPr>
          <p:cNvPr id="5" name="Rectangle 5"/>
          <p:cNvSpPr>
            <a:spLocks noGrp="1" noChangeArrowheads="1"/>
          </p:cNvSpPr>
          <p:nvPr>
            <p:ph type="ftr" sz="quarter" idx="11"/>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endParaRPr lang="en-US" altLang="ko-KR" dirty="0"/>
          </a:p>
        </p:txBody>
      </p:sp>
      <p:sp>
        <p:nvSpPr>
          <p:cNvPr id="6" name="Rectangle 6"/>
          <p:cNvSpPr>
            <a:spLocks noGrp="1" noChangeArrowheads="1"/>
          </p:cNvSpPr>
          <p:nvPr>
            <p:ph type="sldNum" sz="quarter" idx="12"/>
          </p:nvPr>
        </p:nvSpPr>
        <p:spPr/>
        <p:txBody>
          <a:bodyPr/>
          <a:lstStyle>
            <a:lvl1pPr latinLnBrk="0">
              <a:defRPr>
                <a:latin typeface="맑은 고딕" panose="020B0503020000020004" pitchFamily="50" charset="-127"/>
                <a:ea typeface="맑은 고딕" panose="020B0503020000020004" pitchFamily="50" charset="-127"/>
                <a:cs typeface="맑은 고딕" panose="020B0503020000020004" pitchFamily="50" charset="-127"/>
              </a:defRPr>
            </a:lvl1pPr>
          </a:lstStyle>
          <a:p>
            <a:pPr>
              <a:defRPr/>
            </a:pPr>
            <a:fld id="{31D95555-7276-4326-BB19-E3B445DB290C}" type="slidenum">
              <a:rPr lang="en-US" altLang="ko-KR" smtClean="0"/>
              <a:pPr>
                <a:defRPr/>
              </a:pPr>
              <a:t>‹#›</a:t>
            </a:fld>
            <a:endParaRPr lang="en-US" altLang="ko-KR" dirty="0"/>
          </a:p>
        </p:txBody>
      </p:sp>
    </p:spTree>
    <p:extLst>
      <p:ext uri="{BB962C8B-B14F-4D97-AF65-F5344CB8AC3E}">
        <p14:creationId xmlns:p14="http://schemas.microsoft.com/office/powerpoint/2010/main" val="2309469969"/>
      </p:ext>
    </p:extLst>
  </p:cSld>
  <p:clrMapOvr>
    <a:masterClrMapping/>
  </p:clrMapOvr>
  <p:transition>
    <p:cover dir="d"/>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685800" y="1597857"/>
            <a:ext cx="7772400" cy="1102519"/>
          </a:xfrm>
        </p:spPr>
        <p:txBody>
          <a:bodyPr/>
          <a:lstStyle/>
          <a:p>
            <a:r>
              <a:rPr lang="ko-KR" altLang="en-US"/>
              <a:t>마스터 제목 스타일 편집</a:t>
            </a:r>
          </a:p>
        </p:txBody>
      </p:sp>
      <p:sp>
        <p:nvSpPr>
          <p:cNvPr id="3" name="부제목 2"/>
          <p:cNvSpPr>
            <a:spLocks noGrp="1"/>
          </p:cNvSpPr>
          <p:nvPr>
            <p:ph type="subTitle" idx="1"/>
          </p:nvPr>
        </p:nvSpPr>
        <p:spPr>
          <a:xfrm>
            <a:off x="1371600" y="2914650"/>
            <a:ext cx="6400800" cy="13144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ko-KR" altLang="en-US"/>
              <a:t>마스터 부제목 스타일 편집</a:t>
            </a:r>
          </a:p>
        </p:txBody>
      </p:sp>
      <p:sp>
        <p:nvSpPr>
          <p:cNvPr id="4" name="Rectangle 4"/>
          <p:cNvSpPr>
            <a:spLocks noGrp="1" noChangeArrowheads="1"/>
          </p:cNvSpPr>
          <p:nvPr>
            <p:ph type="dt" sz="half" idx="10"/>
          </p:nvPr>
        </p:nvSpPr>
        <p:spPr>
          <a:ln/>
        </p:spPr>
        <p:txBody>
          <a:bodyPr/>
          <a:lstStyle>
            <a:lvl1pPr>
              <a:defRPr>
                <a:latin typeface="맑은 고딕" panose="020B0503020000020004" pitchFamily="50" charset="-127"/>
                <a:ea typeface="맑은 고딕" panose="020B0503020000020004" pitchFamily="50" charset="-127"/>
              </a:defRPr>
            </a:lvl1pPr>
          </a:lstStyle>
          <a:p>
            <a:pPr>
              <a:defRPr/>
            </a:pPr>
            <a:endParaRPr lang="en-US" altLang="ko-KR" dirty="0">
              <a:solidFill>
                <a:srgbClr val="000000"/>
              </a:solidFill>
            </a:endParaRPr>
          </a:p>
        </p:txBody>
      </p:sp>
      <p:sp>
        <p:nvSpPr>
          <p:cNvPr id="5" name="Rectangle 5"/>
          <p:cNvSpPr>
            <a:spLocks noGrp="1" noChangeArrowheads="1"/>
          </p:cNvSpPr>
          <p:nvPr>
            <p:ph type="ftr" sz="quarter" idx="11"/>
          </p:nvPr>
        </p:nvSpPr>
        <p:spPr>
          <a:ln/>
        </p:spPr>
        <p:txBody>
          <a:bodyPr/>
          <a:lstStyle>
            <a:lvl1pPr>
              <a:defRPr>
                <a:latin typeface="맑은 고딕" panose="020B0503020000020004" pitchFamily="50" charset="-127"/>
                <a:ea typeface="맑은 고딕" panose="020B0503020000020004" pitchFamily="50" charset="-127"/>
              </a:defRPr>
            </a:lvl1pPr>
          </a:lstStyle>
          <a:p>
            <a:pPr>
              <a:defRPr/>
            </a:pPr>
            <a:endParaRPr lang="en-US" altLang="ko-KR" dirty="0">
              <a:solidFill>
                <a:srgbClr val="000000"/>
              </a:solidFill>
            </a:endParaRPr>
          </a:p>
        </p:txBody>
      </p:sp>
      <p:sp>
        <p:nvSpPr>
          <p:cNvPr id="6" name="Rectangle 6"/>
          <p:cNvSpPr>
            <a:spLocks noGrp="1" noChangeArrowheads="1"/>
          </p:cNvSpPr>
          <p:nvPr>
            <p:ph type="sldNum" sz="quarter" idx="12"/>
          </p:nvPr>
        </p:nvSpPr>
        <p:spPr>
          <a:ln/>
        </p:spPr>
        <p:txBody>
          <a:bodyPr/>
          <a:lstStyle>
            <a:lvl1pPr>
              <a:defRPr>
                <a:latin typeface="맑은 고딕" panose="020B0503020000020004" pitchFamily="50" charset="-127"/>
                <a:ea typeface="맑은 고딕" panose="020B0503020000020004" pitchFamily="50" charset="-127"/>
              </a:defRPr>
            </a:lvl1pPr>
          </a:lstStyle>
          <a:p>
            <a:pPr>
              <a:defRPr/>
            </a:pPr>
            <a:fld id="{A5385D12-102A-4BA5-A4E6-0743E94DF66F}" type="slidenum">
              <a:rPr lang="en-US" altLang="ko-KR" smtClean="0">
                <a:solidFill>
                  <a:srgbClr val="000000"/>
                </a:solidFill>
              </a:rPr>
              <a:pPr>
                <a:defRPr/>
              </a:pPr>
              <a:t>‹#›</a:t>
            </a:fld>
            <a:endParaRPr lang="en-US" altLang="ko-KR" dirty="0">
              <a:solidFill>
                <a:srgbClr val="000000"/>
              </a:solidFill>
            </a:endParaRPr>
          </a:p>
        </p:txBody>
      </p:sp>
    </p:spTree>
    <p:extLst>
      <p:ext uri="{BB962C8B-B14F-4D97-AF65-F5344CB8AC3E}">
        <p14:creationId xmlns:p14="http://schemas.microsoft.com/office/powerpoint/2010/main" val="62734587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4"/>
          <p:cNvSpPr>
            <a:spLocks noGrp="1" noChangeArrowheads="1"/>
          </p:cNvSpPr>
          <p:nvPr>
            <p:ph type="dt" sz="half" idx="10"/>
          </p:nvPr>
        </p:nvSpPr>
        <p:spPr>
          <a:ln/>
        </p:spPr>
        <p:txBody>
          <a:bodyPr/>
          <a:lstStyle>
            <a:lvl1pPr>
              <a:defRPr>
                <a:latin typeface="맑은 고딕" panose="020B0503020000020004" pitchFamily="50" charset="-127"/>
                <a:ea typeface="맑은 고딕" panose="020B0503020000020004" pitchFamily="50" charset="-127"/>
              </a:defRPr>
            </a:lvl1pPr>
          </a:lstStyle>
          <a:p>
            <a:pPr>
              <a:defRPr/>
            </a:pPr>
            <a:endParaRPr lang="en-US" altLang="ko-KR" dirty="0">
              <a:solidFill>
                <a:srgbClr val="000000"/>
              </a:solidFill>
            </a:endParaRPr>
          </a:p>
        </p:txBody>
      </p:sp>
      <p:sp>
        <p:nvSpPr>
          <p:cNvPr id="5" name="Rectangle 5"/>
          <p:cNvSpPr>
            <a:spLocks noGrp="1" noChangeArrowheads="1"/>
          </p:cNvSpPr>
          <p:nvPr>
            <p:ph type="ftr" sz="quarter" idx="11"/>
          </p:nvPr>
        </p:nvSpPr>
        <p:spPr>
          <a:ln/>
        </p:spPr>
        <p:txBody>
          <a:bodyPr/>
          <a:lstStyle>
            <a:lvl1pPr>
              <a:defRPr>
                <a:latin typeface="맑은 고딕" panose="020B0503020000020004" pitchFamily="50" charset="-127"/>
                <a:ea typeface="맑은 고딕" panose="020B0503020000020004" pitchFamily="50" charset="-127"/>
              </a:defRPr>
            </a:lvl1pPr>
          </a:lstStyle>
          <a:p>
            <a:pPr>
              <a:defRPr/>
            </a:pPr>
            <a:endParaRPr lang="en-US" altLang="ko-KR" dirty="0">
              <a:solidFill>
                <a:srgbClr val="000000"/>
              </a:solidFill>
            </a:endParaRPr>
          </a:p>
        </p:txBody>
      </p:sp>
      <p:sp>
        <p:nvSpPr>
          <p:cNvPr id="6" name="Rectangle 6"/>
          <p:cNvSpPr>
            <a:spLocks noGrp="1" noChangeArrowheads="1"/>
          </p:cNvSpPr>
          <p:nvPr>
            <p:ph type="sldNum" sz="quarter" idx="12"/>
          </p:nvPr>
        </p:nvSpPr>
        <p:spPr>
          <a:ln/>
        </p:spPr>
        <p:txBody>
          <a:bodyPr/>
          <a:lstStyle>
            <a:lvl1pPr>
              <a:defRPr>
                <a:latin typeface="맑은 고딕" panose="020B0503020000020004" pitchFamily="50" charset="-127"/>
                <a:ea typeface="맑은 고딕" panose="020B0503020000020004" pitchFamily="50" charset="-127"/>
              </a:defRPr>
            </a:lvl1pPr>
          </a:lstStyle>
          <a:p>
            <a:pPr>
              <a:defRPr/>
            </a:pPr>
            <a:fld id="{45B351DB-8E49-419B-B006-0525E24DBB46}" type="slidenum">
              <a:rPr lang="en-US" altLang="ko-KR" smtClean="0">
                <a:solidFill>
                  <a:srgbClr val="000000"/>
                </a:solidFill>
              </a:rPr>
              <a:pPr>
                <a:defRPr/>
              </a:pPr>
              <a:t>‹#›</a:t>
            </a:fld>
            <a:endParaRPr lang="en-US" altLang="ko-KR" dirty="0">
              <a:solidFill>
                <a:srgbClr val="000000"/>
              </a:solidFill>
            </a:endParaRPr>
          </a:p>
        </p:txBody>
      </p:sp>
    </p:spTree>
    <p:extLst>
      <p:ext uri="{BB962C8B-B14F-4D97-AF65-F5344CB8AC3E}">
        <p14:creationId xmlns:p14="http://schemas.microsoft.com/office/powerpoint/2010/main" val="18686922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722313" y="3305176"/>
            <a:ext cx="7772400" cy="1021556"/>
          </a:xfrm>
        </p:spPr>
        <p:txBody>
          <a:bodyPr anchor="t"/>
          <a:lstStyle>
            <a:lvl1pPr algn="l">
              <a:defRPr sz="4000" b="1" cap="all"/>
            </a:lvl1pPr>
          </a:lstStyle>
          <a:p>
            <a:r>
              <a:rPr lang="ko-KR" altLang="en-US"/>
              <a:t>마스터 제목 스타일 편집</a:t>
            </a:r>
          </a:p>
        </p:txBody>
      </p:sp>
      <p:sp>
        <p:nvSpPr>
          <p:cNvPr id="3" name="텍스트 개체 틀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ko-KR" altLang="en-US"/>
              <a:t>마스터 텍스트 스타일을 편집합니다</a:t>
            </a:r>
          </a:p>
        </p:txBody>
      </p:sp>
      <p:sp>
        <p:nvSpPr>
          <p:cNvPr id="4" name="Rectangle 4"/>
          <p:cNvSpPr>
            <a:spLocks noGrp="1" noChangeArrowheads="1"/>
          </p:cNvSpPr>
          <p:nvPr>
            <p:ph type="dt" sz="half" idx="10"/>
          </p:nvPr>
        </p:nvSpPr>
        <p:spPr>
          <a:ln/>
        </p:spPr>
        <p:txBody>
          <a:bodyPr/>
          <a:lstStyle>
            <a:lvl1pPr>
              <a:defRPr>
                <a:latin typeface="맑은 고딕" panose="020B0503020000020004" pitchFamily="50" charset="-127"/>
                <a:ea typeface="맑은 고딕" panose="020B0503020000020004" pitchFamily="50" charset="-127"/>
              </a:defRPr>
            </a:lvl1pPr>
          </a:lstStyle>
          <a:p>
            <a:pPr>
              <a:defRPr/>
            </a:pPr>
            <a:endParaRPr lang="en-US" altLang="ko-KR" dirty="0">
              <a:solidFill>
                <a:srgbClr val="000000"/>
              </a:solidFill>
            </a:endParaRPr>
          </a:p>
        </p:txBody>
      </p:sp>
      <p:sp>
        <p:nvSpPr>
          <p:cNvPr id="5" name="Rectangle 5"/>
          <p:cNvSpPr>
            <a:spLocks noGrp="1" noChangeArrowheads="1"/>
          </p:cNvSpPr>
          <p:nvPr>
            <p:ph type="ftr" sz="quarter" idx="11"/>
          </p:nvPr>
        </p:nvSpPr>
        <p:spPr>
          <a:ln/>
        </p:spPr>
        <p:txBody>
          <a:bodyPr/>
          <a:lstStyle>
            <a:lvl1pPr>
              <a:defRPr>
                <a:latin typeface="맑은 고딕" panose="020B0503020000020004" pitchFamily="50" charset="-127"/>
                <a:ea typeface="맑은 고딕" panose="020B0503020000020004" pitchFamily="50" charset="-127"/>
              </a:defRPr>
            </a:lvl1pPr>
          </a:lstStyle>
          <a:p>
            <a:pPr>
              <a:defRPr/>
            </a:pPr>
            <a:endParaRPr lang="en-US" altLang="ko-KR" dirty="0">
              <a:solidFill>
                <a:srgbClr val="000000"/>
              </a:solidFill>
            </a:endParaRPr>
          </a:p>
        </p:txBody>
      </p:sp>
      <p:sp>
        <p:nvSpPr>
          <p:cNvPr id="6" name="Rectangle 6"/>
          <p:cNvSpPr>
            <a:spLocks noGrp="1" noChangeArrowheads="1"/>
          </p:cNvSpPr>
          <p:nvPr>
            <p:ph type="sldNum" sz="quarter" idx="12"/>
          </p:nvPr>
        </p:nvSpPr>
        <p:spPr>
          <a:ln/>
        </p:spPr>
        <p:txBody>
          <a:bodyPr/>
          <a:lstStyle>
            <a:lvl1pPr>
              <a:defRPr>
                <a:latin typeface="맑은 고딕" panose="020B0503020000020004" pitchFamily="50" charset="-127"/>
                <a:ea typeface="맑은 고딕" panose="020B0503020000020004" pitchFamily="50" charset="-127"/>
              </a:defRPr>
            </a:lvl1pPr>
          </a:lstStyle>
          <a:p>
            <a:pPr>
              <a:defRPr/>
            </a:pPr>
            <a:fld id="{57B83658-1765-4956-A82C-DE3358135731}" type="slidenum">
              <a:rPr lang="en-US" altLang="ko-KR" smtClean="0">
                <a:solidFill>
                  <a:srgbClr val="000000"/>
                </a:solidFill>
              </a:rPr>
              <a:pPr>
                <a:defRPr/>
              </a:pPr>
              <a:t>‹#›</a:t>
            </a:fld>
            <a:endParaRPr lang="en-US" altLang="ko-KR" dirty="0">
              <a:solidFill>
                <a:srgbClr val="000000"/>
              </a:solidFill>
            </a:endParaRPr>
          </a:p>
        </p:txBody>
      </p:sp>
    </p:spTree>
    <p:extLst>
      <p:ext uri="{BB962C8B-B14F-4D97-AF65-F5344CB8AC3E}">
        <p14:creationId xmlns:p14="http://schemas.microsoft.com/office/powerpoint/2010/main" val="283837484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Rectangle 4"/>
          <p:cNvSpPr>
            <a:spLocks noGrp="1" noChangeArrowheads="1"/>
          </p:cNvSpPr>
          <p:nvPr>
            <p:ph type="dt" sz="half" idx="10"/>
          </p:nvPr>
        </p:nvSpPr>
        <p:spPr>
          <a:ln/>
        </p:spPr>
        <p:txBody>
          <a:bodyPr/>
          <a:lstStyle>
            <a:lvl1pPr>
              <a:defRPr>
                <a:latin typeface="맑은 고딕" panose="020B0503020000020004" pitchFamily="50" charset="-127"/>
                <a:ea typeface="맑은 고딕" panose="020B0503020000020004" pitchFamily="50" charset="-127"/>
              </a:defRPr>
            </a:lvl1pPr>
          </a:lstStyle>
          <a:p>
            <a:pPr>
              <a:defRPr/>
            </a:pPr>
            <a:endParaRPr lang="en-US" altLang="ko-KR" dirty="0">
              <a:solidFill>
                <a:srgbClr val="000000"/>
              </a:solidFill>
            </a:endParaRPr>
          </a:p>
        </p:txBody>
      </p:sp>
      <p:sp>
        <p:nvSpPr>
          <p:cNvPr id="6" name="Rectangle 5"/>
          <p:cNvSpPr>
            <a:spLocks noGrp="1" noChangeArrowheads="1"/>
          </p:cNvSpPr>
          <p:nvPr>
            <p:ph type="ftr" sz="quarter" idx="11"/>
          </p:nvPr>
        </p:nvSpPr>
        <p:spPr>
          <a:ln/>
        </p:spPr>
        <p:txBody>
          <a:bodyPr/>
          <a:lstStyle>
            <a:lvl1pPr>
              <a:defRPr>
                <a:latin typeface="맑은 고딕" panose="020B0503020000020004" pitchFamily="50" charset="-127"/>
                <a:ea typeface="맑은 고딕" panose="020B0503020000020004" pitchFamily="50" charset="-127"/>
              </a:defRPr>
            </a:lvl1pPr>
          </a:lstStyle>
          <a:p>
            <a:pPr>
              <a:defRPr/>
            </a:pPr>
            <a:endParaRPr lang="en-US" altLang="ko-KR" dirty="0">
              <a:solidFill>
                <a:srgbClr val="000000"/>
              </a:solidFill>
            </a:endParaRPr>
          </a:p>
        </p:txBody>
      </p:sp>
      <p:sp>
        <p:nvSpPr>
          <p:cNvPr id="7" name="Rectangle 6"/>
          <p:cNvSpPr>
            <a:spLocks noGrp="1" noChangeArrowheads="1"/>
          </p:cNvSpPr>
          <p:nvPr>
            <p:ph type="sldNum" sz="quarter" idx="12"/>
          </p:nvPr>
        </p:nvSpPr>
        <p:spPr>
          <a:ln/>
        </p:spPr>
        <p:txBody>
          <a:bodyPr/>
          <a:lstStyle>
            <a:lvl1pPr>
              <a:defRPr>
                <a:latin typeface="맑은 고딕" panose="020B0503020000020004" pitchFamily="50" charset="-127"/>
                <a:ea typeface="맑은 고딕" panose="020B0503020000020004" pitchFamily="50" charset="-127"/>
              </a:defRPr>
            </a:lvl1pPr>
          </a:lstStyle>
          <a:p>
            <a:pPr>
              <a:defRPr/>
            </a:pPr>
            <a:fld id="{B0B49AFA-5F5E-4FE0-8D2F-25B73A7F8B20}" type="slidenum">
              <a:rPr lang="en-US" altLang="ko-KR" smtClean="0">
                <a:solidFill>
                  <a:srgbClr val="000000"/>
                </a:solidFill>
              </a:rPr>
              <a:pPr>
                <a:defRPr/>
              </a:pPr>
              <a:t>‹#›</a:t>
            </a:fld>
            <a:endParaRPr lang="en-US" altLang="ko-KR" dirty="0">
              <a:solidFill>
                <a:srgbClr val="000000"/>
              </a:solidFill>
            </a:endParaRPr>
          </a:p>
        </p:txBody>
      </p:sp>
    </p:spTree>
    <p:extLst>
      <p:ext uri="{BB962C8B-B14F-4D97-AF65-F5344CB8AC3E}">
        <p14:creationId xmlns:p14="http://schemas.microsoft.com/office/powerpoint/2010/main" val="234275408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lvl1pPr>
              <a:defRPr/>
            </a:lvl1pPr>
          </a:lstStyle>
          <a:p>
            <a:r>
              <a:rPr lang="ko-KR" altLang="en-US"/>
              <a:t>마스터 제목 스타일 편집</a:t>
            </a:r>
          </a:p>
        </p:txBody>
      </p:sp>
      <p:sp>
        <p:nvSpPr>
          <p:cNvPr id="3" name="텍스트 개체 틀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4" name="내용 개체 틀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4645033"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6" name="내용 개체 틀 5"/>
          <p:cNvSpPr>
            <a:spLocks noGrp="1"/>
          </p:cNvSpPr>
          <p:nvPr>
            <p:ph sz="quarter" idx="4"/>
          </p:nvPr>
        </p:nvSpPr>
        <p:spPr>
          <a:xfrm>
            <a:off x="4645033"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Rectangle 4"/>
          <p:cNvSpPr>
            <a:spLocks noGrp="1" noChangeArrowheads="1"/>
          </p:cNvSpPr>
          <p:nvPr>
            <p:ph type="dt" sz="half" idx="10"/>
          </p:nvPr>
        </p:nvSpPr>
        <p:spPr>
          <a:ln/>
        </p:spPr>
        <p:txBody>
          <a:bodyPr/>
          <a:lstStyle>
            <a:lvl1pPr>
              <a:defRPr>
                <a:latin typeface="맑은 고딕" panose="020B0503020000020004" pitchFamily="50" charset="-127"/>
                <a:ea typeface="맑은 고딕" panose="020B0503020000020004" pitchFamily="50" charset="-127"/>
              </a:defRPr>
            </a:lvl1pPr>
          </a:lstStyle>
          <a:p>
            <a:pPr>
              <a:defRPr/>
            </a:pPr>
            <a:endParaRPr lang="en-US" altLang="ko-KR" dirty="0">
              <a:solidFill>
                <a:srgbClr val="000000"/>
              </a:solidFill>
            </a:endParaRPr>
          </a:p>
        </p:txBody>
      </p:sp>
      <p:sp>
        <p:nvSpPr>
          <p:cNvPr id="8" name="Rectangle 5"/>
          <p:cNvSpPr>
            <a:spLocks noGrp="1" noChangeArrowheads="1"/>
          </p:cNvSpPr>
          <p:nvPr>
            <p:ph type="ftr" sz="quarter" idx="11"/>
          </p:nvPr>
        </p:nvSpPr>
        <p:spPr>
          <a:ln/>
        </p:spPr>
        <p:txBody>
          <a:bodyPr/>
          <a:lstStyle>
            <a:lvl1pPr>
              <a:defRPr>
                <a:latin typeface="맑은 고딕" panose="020B0503020000020004" pitchFamily="50" charset="-127"/>
                <a:ea typeface="맑은 고딕" panose="020B0503020000020004" pitchFamily="50" charset="-127"/>
              </a:defRPr>
            </a:lvl1pPr>
          </a:lstStyle>
          <a:p>
            <a:pPr>
              <a:defRPr/>
            </a:pPr>
            <a:endParaRPr lang="en-US" altLang="ko-KR" dirty="0">
              <a:solidFill>
                <a:srgbClr val="000000"/>
              </a:solidFill>
            </a:endParaRPr>
          </a:p>
        </p:txBody>
      </p:sp>
      <p:sp>
        <p:nvSpPr>
          <p:cNvPr id="9" name="Rectangle 6"/>
          <p:cNvSpPr>
            <a:spLocks noGrp="1" noChangeArrowheads="1"/>
          </p:cNvSpPr>
          <p:nvPr>
            <p:ph type="sldNum" sz="quarter" idx="12"/>
          </p:nvPr>
        </p:nvSpPr>
        <p:spPr>
          <a:ln/>
        </p:spPr>
        <p:txBody>
          <a:bodyPr/>
          <a:lstStyle>
            <a:lvl1pPr>
              <a:defRPr>
                <a:latin typeface="맑은 고딕" panose="020B0503020000020004" pitchFamily="50" charset="-127"/>
                <a:ea typeface="맑은 고딕" panose="020B0503020000020004" pitchFamily="50" charset="-127"/>
              </a:defRPr>
            </a:lvl1pPr>
          </a:lstStyle>
          <a:p>
            <a:pPr>
              <a:defRPr/>
            </a:pPr>
            <a:fld id="{FB676D4F-C801-424F-8E93-4F2134C4CBE2}" type="slidenum">
              <a:rPr lang="en-US" altLang="ko-KR" smtClean="0">
                <a:solidFill>
                  <a:srgbClr val="000000"/>
                </a:solidFill>
              </a:rPr>
              <a:pPr>
                <a:defRPr/>
              </a:pPr>
              <a:t>‹#›</a:t>
            </a:fld>
            <a:endParaRPr lang="en-US" altLang="ko-KR" dirty="0">
              <a:solidFill>
                <a:srgbClr val="000000"/>
              </a:solidFill>
            </a:endParaRPr>
          </a:p>
        </p:txBody>
      </p:sp>
    </p:spTree>
    <p:extLst>
      <p:ext uri="{BB962C8B-B14F-4D97-AF65-F5344CB8AC3E}">
        <p14:creationId xmlns:p14="http://schemas.microsoft.com/office/powerpoint/2010/main" val="286273992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Rectangle 4"/>
          <p:cNvSpPr>
            <a:spLocks noGrp="1" noChangeArrowheads="1"/>
          </p:cNvSpPr>
          <p:nvPr>
            <p:ph type="dt" sz="half" idx="10"/>
          </p:nvPr>
        </p:nvSpPr>
        <p:spPr>
          <a:ln/>
        </p:spPr>
        <p:txBody>
          <a:bodyPr/>
          <a:lstStyle>
            <a:lvl1pPr>
              <a:defRPr>
                <a:latin typeface="맑은 고딕" panose="020B0503020000020004" pitchFamily="50" charset="-127"/>
                <a:ea typeface="맑은 고딕" panose="020B0503020000020004" pitchFamily="50" charset="-127"/>
              </a:defRPr>
            </a:lvl1pPr>
          </a:lstStyle>
          <a:p>
            <a:pPr>
              <a:defRPr/>
            </a:pPr>
            <a:endParaRPr lang="en-US" altLang="ko-KR" dirty="0">
              <a:solidFill>
                <a:srgbClr val="000000"/>
              </a:solidFill>
            </a:endParaRPr>
          </a:p>
        </p:txBody>
      </p:sp>
      <p:sp>
        <p:nvSpPr>
          <p:cNvPr id="4" name="Rectangle 5"/>
          <p:cNvSpPr>
            <a:spLocks noGrp="1" noChangeArrowheads="1"/>
          </p:cNvSpPr>
          <p:nvPr>
            <p:ph type="ftr" sz="quarter" idx="11"/>
          </p:nvPr>
        </p:nvSpPr>
        <p:spPr>
          <a:ln/>
        </p:spPr>
        <p:txBody>
          <a:bodyPr/>
          <a:lstStyle>
            <a:lvl1pPr>
              <a:defRPr>
                <a:latin typeface="맑은 고딕" panose="020B0503020000020004" pitchFamily="50" charset="-127"/>
                <a:ea typeface="맑은 고딕" panose="020B0503020000020004" pitchFamily="50" charset="-127"/>
              </a:defRPr>
            </a:lvl1pPr>
          </a:lstStyle>
          <a:p>
            <a:pPr>
              <a:defRPr/>
            </a:pPr>
            <a:endParaRPr lang="en-US" altLang="ko-KR" dirty="0">
              <a:solidFill>
                <a:srgbClr val="000000"/>
              </a:solidFill>
            </a:endParaRPr>
          </a:p>
        </p:txBody>
      </p:sp>
      <p:sp>
        <p:nvSpPr>
          <p:cNvPr id="5" name="Rectangle 6"/>
          <p:cNvSpPr>
            <a:spLocks noGrp="1" noChangeArrowheads="1"/>
          </p:cNvSpPr>
          <p:nvPr>
            <p:ph type="sldNum" sz="quarter" idx="12"/>
          </p:nvPr>
        </p:nvSpPr>
        <p:spPr>
          <a:ln/>
        </p:spPr>
        <p:txBody>
          <a:bodyPr/>
          <a:lstStyle>
            <a:lvl1pPr>
              <a:defRPr>
                <a:latin typeface="맑은 고딕" panose="020B0503020000020004" pitchFamily="50" charset="-127"/>
                <a:ea typeface="맑은 고딕" panose="020B0503020000020004" pitchFamily="50" charset="-127"/>
              </a:defRPr>
            </a:lvl1pPr>
          </a:lstStyle>
          <a:p>
            <a:pPr>
              <a:defRPr/>
            </a:pPr>
            <a:fld id="{6E7CFDB0-EA3B-4FE7-9359-3EA40DB87F24}" type="slidenum">
              <a:rPr lang="en-US" altLang="ko-KR" smtClean="0">
                <a:solidFill>
                  <a:srgbClr val="000000"/>
                </a:solidFill>
              </a:rPr>
              <a:pPr>
                <a:defRPr/>
              </a:pPr>
              <a:t>‹#›</a:t>
            </a:fld>
            <a:endParaRPr lang="en-US" altLang="ko-KR" dirty="0">
              <a:solidFill>
                <a:srgbClr val="000000"/>
              </a:solidFill>
            </a:endParaRPr>
          </a:p>
        </p:txBody>
      </p:sp>
    </p:spTree>
    <p:extLst>
      <p:ext uri="{BB962C8B-B14F-4D97-AF65-F5344CB8AC3E}">
        <p14:creationId xmlns:p14="http://schemas.microsoft.com/office/powerpoint/2010/main" val="140671582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atin typeface="맑은 고딕" panose="020B0503020000020004" pitchFamily="50" charset="-127"/>
                <a:ea typeface="맑은 고딕" panose="020B0503020000020004" pitchFamily="50" charset="-127"/>
              </a:defRPr>
            </a:lvl1pPr>
          </a:lstStyle>
          <a:p>
            <a:pPr>
              <a:defRPr/>
            </a:pPr>
            <a:endParaRPr lang="en-US" altLang="ko-KR" dirty="0">
              <a:solidFill>
                <a:srgbClr val="000000"/>
              </a:solidFill>
            </a:endParaRPr>
          </a:p>
        </p:txBody>
      </p:sp>
      <p:sp>
        <p:nvSpPr>
          <p:cNvPr id="3" name="Rectangle 5"/>
          <p:cNvSpPr>
            <a:spLocks noGrp="1" noChangeArrowheads="1"/>
          </p:cNvSpPr>
          <p:nvPr>
            <p:ph type="ftr" sz="quarter" idx="11"/>
          </p:nvPr>
        </p:nvSpPr>
        <p:spPr>
          <a:ln/>
        </p:spPr>
        <p:txBody>
          <a:bodyPr/>
          <a:lstStyle>
            <a:lvl1pPr>
              <a:defRPr>
                <a:latin typeface="맑은 고딕" panose="020B0503020000020004" pitchFamily="50" charset="-127"/>
                <a:ea typeface="맑은 고딕" panose="020B0503020000020004" pitchFamily="50" charset="-127"/>
              </a:defRPr>
            </a:lvl1pPr>
          </a:lstStyle>
          <a:p>
            <a:pPr>
              <a:defRPr/>
            </a:pPr>
            <a:endParaRPr lang="en-US" altLang="ko-KR" dirty="0">
              <a:solidFill>
                <a:srgbClr val="000000"/>
              </a:solidFill>
            </a:endParaRPr>
          </a:p>
        </p:txBody>
      </p:sp>
      <p:sp>
        <p:nvSpPr>
          <p:cNvPr id="4" name="Rectangle 6"/>
          <p:cNvSpPr>
            <a:spLocks noGrp="1" noChangeArrowheads="1"/>
          </p:cNvSpPr>
          <p:nvPr>
            <p:ph type="sldNum" sz="quarter" idx="12"/>
          </p:nvPr>
        </p:nvSpPr>
        <p:spPr>
          <a:ln/>
        </p:spPr>
        <p:txBody>
          <a:bodyPr/>
          <a:lstStyle>
            <a:lvl1pPr>
              <a:defRPr>
                <a:latin typeface="맑은 고딕" panose="020B0503020000020004" pitchFamily="50" charset="-127"/>
                <a:ea typeface="맑은 고딕" panose="020B0503020000020004" pitchFamily="50" charset="-127"/>
              </a:defRPr>
            </a:lvl1pPr>
          </a:lstStyle>
          <a:p>
            <a:pPr>
              <a:defRPr/>
            </a:pPr>
            <a:fld id="{6AF86D96-EC4D-4776-8501-594509061023}" type="slidenum">
              <a:rPr lang="en-US" altLang="ko-KR" smtClean="0">
                <a:solidFill>
                  <a:srgbClr val="000000"/>
                </a:solidFill>
              </a:rPr>
              <a:pPr>
                <a:defRPr/>
              </a:pPr>
              <a:t>‹#›</a:t>
            </a:fld>
            <a:endParaRPr lang="en-US" altLang="ko-KR" dirty="0">
              <a:solidFill>
                <a:srgbClr val="000000"/>
              </a:solidFill>
            </a:endParaRPr>
          </a:p>
        </p:txBody>
      </p:sp>
    </p:spTree>
    <p:extLst>
      <p:ext uri="{BB962C8B-B14F-4D97-AF65-F5344CB8AC3E}">
        <p14:creationId xmlns:p14="http://schemas.microsoft.com/office/powerpoint/2010/main" val="10252466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457219" y="204787"/>
            <a:ext cx="3008313" cy="871538"/>
          </a:xfrm>
        </p:spPr>
        <p:txBody>
          <a:bodyPr anchor="b"/>
          <a:lstStyle>
            <a:lvl1pPr algn="l">
              <a:defRPr sz="2000" b="1"/>
            </a:lvl1pPr>
          </a:lstStyle>
          <a:p>
            <a:r>
              <a:rPr lang="ko-KR" altLang="en-US"/>
              <a:t>마스터 제목 스타일 편집</a:t>
            </a:r>
          </a:p>
        </p:txBody>
      </p:sp>
      <p:sp>
        <p:nvSpPr>
          <p:cNvPr id="3" name="내용 개체 틀 2"/>
          <p:cNvSpPr>
            <a:spLocks noGrp="1"/>
          </p:cNvSpPr>
          <p:nvPr>
            <p:ph idx="1"/>
          </p:nvPr>
        </p:nvSpPr>
        <p:spPr>
          <a:xfrm>
            <a:off x="3575050" y="204826"/>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457219"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Rectangle 4"/>
          <p:cNvSpPr>
            <a:spLocks noGrp="1" noChangeArrowheads="1"/>
          </p:cNvSpPr>
          <p:nvPr>
            <p:ph type="dt" sz="half" idx="10"/>
          </p:nvPr>
        </p:nvSpPr>
        <p:spPr>
          <a:ln/>
        </p:spPr>
        <p:txBody>
          <a:bodyPr/>
          <a:lstStyle>
            <a:lvl1pPr>
              <a:defRPr>
                <a:latin typeface="맑은 고딕" panose="020B0503020000020004" pitchFamily="50" charset="-127"/>
                <a:ea typeface="맑은 고딕" panose="020B0503020000020004" pitchFamily="50" charset="-127"/>
              </a:defRPr>
            </a:lvl1pPr>
          </a:lstStyle>
          <a:p>
            <a:pPr>
              <a:defRPr/>
            </a:pPr>
            <a:endParaRPr lang="en-US" altLang="ko-KR" dirty="0">
              <a:solidFill>
                <a:srgbClr val="000000"/>
              </a:solidFill>
            </a:endParaRPr>
          </a:p>
        </p:txBody>
      </p:sp>
      <p:sp>
        <p:nvSpPr>
          <p:cNvPr id="6" name="Rectangle 5"/>
          <p:cNvSpPr>
            <a:spLocks noGrp="1" noChangeArrowheads="1"/>
          </p:cNvSpPr>
          <p:nvPr>
            <p:ph type="ftr" sz="quarter" idx="11"/>
          </p:nvPr>
        </p:nvSpPr>
        <p:spPr>
          <a:ln/>
        </p:spPr>
        <p:txBody>
          <a:bodyPr/>
          <a:lstStyle>
            <a:lvl1pPr>
              <a:defRPr>
                <a:latin typeface="맑은 고딕" panose="020B0503020000020004" pitchFamily="50" charset="-127"/>
                <a:ea typeface="맑은 고딕" panose="020B0503020000020004" pitchFamily="50" charset="-127"/>
              </a:defRPr>
            </a:lvl1pPr>
          </a:lstStyle>
          <a:p>
            <a:pPr>
              <a:defRPr/>
            </a:pPr>
            <a:endParaRPr lang="en-US" altLang="ko-KR" dirty="0">
              <a:solidFill>
                <a:srgbClr val="000000"/>
              </a:solidFill>
            </a:endParaRPr>
          </a:p>
        </p:txBody>
      </p:sp>
      <p:sp>
        <p:nvSpPr>
          <p:cNvPr id="7" name="Rectangle 6"/>
          <p:cNvSpPr>
            <a:spLocks noGrp="1" noChangeArrowheads="1"/>
          </p:cNvSpPr>
          <p:nvPr>
            <p:ph type="sldNum" sz="quarter" idx="12"/>
          </p:nvPr>
        </p:nvSpPr>
        <p:spPr>
          <a:ln/>
        </p:spPr>
        <p:txBody>
          <a:bodyPr/>
          <a:lstStyle>
            <a:lvl1pPr>
              <a:defRPr>
                <a:latin typeface="맑은 고딕" panose="020B0503020000020004" pitchFamily="50" charset="-127"/>
                <a:ea typeface="맑은 고딕" panose="020B0503020000020004" pitchFamily="50" charset="-127"/>
              </a:defRPr>
            </a:lvl1pPr>
          </a:lstStyle>
          <a:p>
            <a:pPr>
              <a:defRPr/>
            </a:pPr>
            <a:fld id="{058C8504-DD5C-4D6D-A9AC-BC2623C7D3B7}" type="slidenum">
              <a:rPr lang="en-US" altLang="ko-KR" smtClean="0">
                <a:solidFill>
                  <a:srgbClr val="000000"/>
                </a:solidFill>
              </a:rPr>
              <a:pPr>
                <a:defRPr/>
              </a:pPr>
              <a:t>‹#›</a:t>
            </a:fld>
            <a:endParaRPr lang="en-US" altLang="ko-KR" dirty="0">
              <a:solidFill>
                <a:srgbClr val="000000"/>
              </a:solidFill>
            </a:endParaRPr>
          </a:p>
        </p:txBody>
      </p:sp>
    </p:spTree>
    <p:extLst>
      <p:ext uri="{BB962C8B-B14F-4D97-AF65-F5344CB8AC3E}">
        <p14:creationId xmlns:p14="http://schemas.microsoft.com/office/powerpoint/2010/main" val="352707868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792288" y="3600451"/>
            <a:ext cx="5486400" cy="425054"/>
          </a:xfrm>
        </p:spPr>
        <p:txBody>
          <a:bodyPr anchor="b"/>
          <a:lstStyle>
            <a:lvl1pPr algn="l">
              <a:defRPr sz="2000" b="1"/>
            </a:lvl1pPr>
          </a:lstStyle>
          <a:p>
            <a:r>
              <a:rPr lang="ko-KR" altLang="en-US"/>
              <a:t>마스터 제목 스타일 편집</a:t>
            </a:r>
          </a:p>
        </p:txBody>
      </p:sp>
      <p:sp>
        <p:nvSpPr>
          <p:cNvPr id="3" name="그림 개체 틀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ko-KR" altLang="en-US" noProof="0"/>
          </a:p>
        </p:txBody>
      </p:sp>
      <p:sp>
        <p:nvSpPr>
          <p:cNvPr id="4" name="텍스트 개체 틀 3"/>
          <p:cNvSpPr>
            <a:spLocks noGrp="1"/>
          </p:cNvSpPr>
          <p:nvPr>
            <p:ph type="body" sz="half" idx="2"/>
          </p:nvPr>
        </p:nvSpPr>
        <p:spPr>
          <a:xfrm>
            <a:off x="1792288" y="4025541"/>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Rectangle 4"/>
          <p:cNvSpPr>
            <a:spLocks noGrp="1" noChangeArrowheads="1"/>
          </p:cNvSpPr>
          <p:nvPr>
            <p:ph type="dt" sz="half" idx="10"/>
          </p:nvPr>
        </p:nvSpPr>
        <p:spPr>
          <a:ln/>
        </p:spPr>
        <p:txBody>
          <a:bodyPr/>
          <a:lstStyle>
            <a:lvl1pPr>
              <a:defRPr>
                <a:latin typeface="맑은 고딕" panose="020B0503020000020004" pitchFamily="50" charset="-127"/>
                <a:ea typeface="맑은 고딕" panose="020B0503020000020004" pitchFamily="50" charset="-127"/>
              </a:defRPr>
            </a:lvl1pPr>
          </a:lstStyle>
          <a:p>
            <a:pPr>
              <a:defRPr/>
            </a:pPr>
            <a:endParaRPr lang="en-US" altLang="ko-KR" dirty="0">
              <a:solidFill>
                <a:srgbClr val="000000"/>
              </a:solidFill>
            </a:endParaRPr>
          </a:p>
        </p:txBody>
      </p:sp>
      <p:sp>
        <p:nvSpPr>
          <p:cNvPr id="6" name="Rectangle 5"/>
          <p:cNvSpPr>
            <a:spLocks noGrp="1" noChangeArrowheads="1"/>
          </p:cNvSpPr>
          <p:nvPr>
            <p:ph type="ftr" sz="quarter" idx="11"/>
          </p:nvPr>
        </p:nvSpPr>
        <p:spPr>
          <a:ln/>
        </p:spPr>
        <p:txBody>
          <a:bodyPr/>
          <a:lstStyle>
            <a:lvl1pPr>
              <a:defRPr>
                <a:latin typeface="맑은 고딕" panose="020B0503020000020004" pitchFamily="50" charset="-127"/>
                <a:ea typeface="맑은 고딕" panose="020B0503020000020004" pitchFamily="50" charset="-127"/>
              </a:defRPr>
            </a:lvl1pPr>
          </a:lstStyle>
          <a:p>
            <a:pPr>
              <a:defRPr/>
            </a:pPr>
            <a:endParaRPr lang="en-US" altLang="ko-KR" dirty="0">
              <a:solidFill>
                <a:srgbClr val="000000"/>
              </a:solidFill>
            </a:endParaRPr>
          </a:p>
        </p:txBody>
      </p:sp>
      <p:sp>
        <p:nvSpPr>
          <p:cNvPr id="7" name="Rectangle 6"/>
          <p:cNvSpPr>
            <a:spLocks noGrp="1" noChangeArrowheads="1"/>
          </p:cNvSpPr>
          <p:nvPr>
            <p:ph type="sldNum" sz="quarter" idx="12"/>
          </p:nvPr>
        </p:nvSpPr>
        <p:spPr>
          <a:ln/>
        </p:spPr>
        <p:txBody>
          <a:bodyPr/>
          <a:lstStyle>
            <a:lvl1pPr>
              <a:defRPr>
                <a:latin typeface="맑은 고딕" panose="020B0503020000020004" pitchFamily="50" charset="-127"/>
                <a:ea typeface="맑은 고딕" panose="020B0503020000020004" pitchFamily="50" charset="-127"/>
              </a:defRPr>
            </a:lvl1pPr>
          </a:lstStyle>
          <a:p>
            <a:pPr>
              <a:defRPr/>
            </a:pPr>
            <a:fld id="{C26549C7-39F8-40B6-963D-4D662631D084}" type="slidenum">
              <a:rPr lang="en-US" altLang="ko-KR" smtClean="0">
                <a:solidFill>
                  <a:srgbClr val="000000"/>
                </a:solidFill>
              </a:rPr>
              <a:pPr>
                <a:defRPr/>
              </a:pPr>
              <a:t>‹#›</a:t>
            </a:fld>
            <a:endParaRPr lang="en-US" altLang="ko-KR" dirty="0">
              <a:solidFill>
                <a:srgbClr val="000000"/>
              </a:solidFill>
            </a:endParaRPr>
          </a:p>
        </p:txBody>
      </p:sp>
    </p:spTree>
    <p:extLst>
      <p:ext uri="{BB962C8B-B14F-4D97-AF65-F5344CB8AC3E}">
        <p14:creationId xmlns:p14="http://schemas.microsoft.com/office/powerpoint/2010/main" val="283067027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4"/>
          <p:cNvSpPr>
            <a:spLocks noGrp="1" noChangeArrowheads="1"/>
          </p:cNvSpPr>
          <p:nvPr>
            <p:ph type="dt" sz="half" idx="10"/>
          </p:nvPr>
        </p:nvSpPr>
        <p:spPr>
          <a:ln/>
        </p:spPr>
        <p:txBody>
          <a:bodyPr/>
          <a:lstStyle>
            <a:lvl1pPr>
              <a:defRPr>
                <a:latin typeface="맑은 고딕" panose="020B0503020000020004" pitchFamily="50" charset="-127"/>
                <a:ea typeface="맑은 고딕" panose="020B0503020000020004" pitchFamily="50" charset="-127"/>
              </a:defRPr>
            </a:lvl1pPr>
          </a:lstStyle>
          <a:p>
            <a:pPr>
              <a:defRPr/>
            </a:pPr>
            <a:endParaRPr lang="en-US" altLang="ko-KR" dirty="0">
              <a:solidFill>
                <a:srgbClr val="000000"/>
              </a:solidFill>
            </a:endParaRPr>
          </a:p>
        </p:txBody>
      </p:sp>
      <p:sp>
        <p:nvSpPr>
          <p:cNvPr id="5" name="Rectangle 5"/>
          <p:cNvSpPr>
            <a:spLocks noGrp="1" noChangeArrowheads="1"/>
          </p:cNvSpPr>
          <p:nvPr>
            <p:ph type="ftr" sz="quarter" idx="11"/>
          </p:nvPr>
        </p:nvSpPr>
        <p:spPr>
          <a:ln/>
        </p:spPr>
        <p:txBody>
          <a:bodyPr/>
          <a:lstStyle>
            <a:lvl1pPr>
              <a:defRPr>
                <a:latin typeface="맑은 고딕" panose="020B0503020000020004" pitchFamily="50" charset="-127"/>
                <a:ea typeface="맑은 고딕" panose="020B0503020000020004" pitchFamily="50" charset="-127"/>
              </a:defRPr>
            </a:lvl1pPr>
          </a:lstStyle>
          <a:p>
            <a:pPr>
              <a:defRPr/>
            </a:pPr>
            <a:endParaRPr lang="en-US" altLang="ko-KR" dirty="0">
              <a:solidFill>
                <a:srgbClr val="000000"/>
              </a:solidFill>
            </a:endParaRPr>
          </a:p>
        </p:txBody>
      </p:sp>
      <p:sp>
        <p:nvSpPr>
          <p:cNvPr id="6" name="Rectangle 6"/>
          <p:cNvSpPr>
            <a:spLocks noGrp="1" noChangeArrowheads="1"/>
          </p:cNvSpPr>
          <p:nvPr>
            <p:ph type="sldNum" sz="quarter" idx="12"/>
          </p:nvPr>
        </p:nvSpPr>
        <p:spPr>
          <a:ln/>
        </p:spPr>
        <p:txBody>
          <a:bodyPr/>
          <a:lstStyle>
            <a:lvl1pPr>
              <a:defRPr>
                <a:latin typeface="맑은 고딕" panose="020B0503020000020004" pitchFamily="50" charset="-127"/>
                <a:ea typeface="맑은 고딕" panose="020B0503020000020004" pitchFamily="50" charset="-127"/>
              </a:defRPr>
            </a:lvl1pPr>
          </a:lstStyle>
          <a:p>
            <a:pPr>
              <a:defRPr/>
            </a:pPr>
            <a:fld id="{31E5BC1A-ABC3-4DE3-9099-AD8FC8EEC735}" type="slidenum">
              <a:rPr lang="en-US" altLang="ko-KR" smtClean="0">
                <a:solidFill>
                  <a:srgbClr val="000000"/>
                </a:solidFill>
              </a:rPr>
              <a:pPr>
                <a:defRPr/>
              </a:pPr>
              <a:t>‹#›</a:t>
            </a:fld>
            <a:endParaRPr lang="en-US" altLang="ko-KR" dirty="0">
              <a:solidFill>
                <a:srgbClr val="000000"/>
              </a:solidFill>
            </a:endParaRPr>
          </a:p>
        </p:txBody>
      </p:sp>
    </p:spTree>
    <p:extLst>
      <p:ext uri="{BB962C8B-B14F-4D97-AF65-F5344CB8AC3E}">
        <p14:creationId xmlns:p14="http://schemas.microsoft.com/office/powerpoint/2010/main" val="239628002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6629400" y="205980"/>
            <a:ext cx="2057400" cy="4388644"/>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457200" y="205980"/>
            <a:ext cx="6019800" cy="4388644"/>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4"/>
          <p:cNvSpPr>
            <a:spLocks noGrp="1" noChangeArrowheads="1"/>
          </p:cNvSpPr>
          <p:nvPr>
            <p:ph type="dt" sz="half" idx="10"/>
          </p:nvPr>
        </p:nvSpPr>
        <p:spPr>
          <a:ln/>
        </p:spPr>
        <p:txBody>
          <a:bodyPr/>
          <a:lstStyle>
            <a:lvl1pPr>
              <a:defRPr>
                <a:latin typeface="맑은 고딕" panose="020B0503020000020004" pitchFamily="50" charset="-127"/>
                <a:ea typeface="맑은 고딕" panose="020B0503020000020004" pitchFamily="50" charset="-127"/>
              </a:defRPr>
            </a:lvl1pPr>
          </a:lstStyle>
          <a:p>
            <a:pPr>
              <a:defRPr/>
            </a:pPr>
            <a:endParaRPr lang="en-US" altLang="ko-KR" dirty="0">
              <a:solidFill>
                <a:srgbClr val="000000"/>
              </a:solidFill>
            </a:endParaRPr>
          </a:p>
        </p:txBody>
      </p:sp>
      <p:sp>
        <p:nvSpPr>
          <p:cNvPr id="5" name="Rectangle 5"/>
          <p:cNvSpPr>
            <a:spLocks noGrp="1" noChangeArrowheads="1"/>
          </p:cNvSpPr>
          <p:nvPr>
            <p:ph type="ftr" sz="quarter" idx="11"/>
          </p:nvPr>
        </p:nvSpPr>
        <p:spPr>
          <a:ln/>
        </p:spPr>
        <p:txBody>
          <a:bodyPr/>
          <a:lstStyle>
            <a:lvl1pPr>
              <a:defRPr>
                <a:latin typeface="맑은 고딕" panose="020B0503020000020004" pitchFamily="50" charset="-127"/>
                <a:ea typeface="맑은 고딕" panose="020B0503020000020004" pitchFamily="50" charset="-127"/>
              </a:defRPr>
            </a:lvl1pPr>
          </a:lstStyle>
          <a:p>
            <a:pPr>
              <a:defRPr/>
            </a:pPr>
            <a:endParaRPr lang="en-US" altLang="ko-KR" dirty="0">
              <a:solidFill>
                <a:srgbClr val="000000"/>
              </a:solidFill>
            </a:endParaRPr>
          </a:p>
        </p:txBody>
      </p:sp>
      <p:sp>
        <p:nvSpPr>
          <p:cNvPr id="6" name="Rectangle 6"/>
          <p:cNvSpPr>
            <a:spLocks noGrp="1" noChangeArrowheads="1"/>
          </p:cNvSpPr>
          <p:nvPr>
            <p:ph type="sldNum" sz="quarter" idx="12"/>
          </p:nvPr>
        </p:nvSpPr>
        <p:spPr>
          <a:ln/>
        </p:spPr>
        <p:txBody>
          <a:bodyPr/>
          <a:lstStyle>
            <a:lvl1pPr>
              <a:defRPr>
                <a:latin typeface="맑은 고딕" panose="020B0503020000020004" pitchFamily="50" charset="-127"/>
                <a:ea typeface="맑은 고딕" panose="020B0503020000020004" pitchFamily="50" charset="-127"/>
              </a:defRPr>
            </a:lvl1pPr>
          </a:lstStyle>
          <a:p>
            <a:pPr>
              <a:defRPr/>
            </a:pPr>
            <a:fld id="{C7900459-614A-4C61-8EF7-04B1C422C431}" type="slidenum">
              <a:rPr lang="en-US" altLang="ko-KR" smtClean="0">
                <a:solidFill>
                  <a:srgbClr val="000000"/>
                </a:solidFill>
              </a:rPr>
              <a:pPr>
                <a:defRPr/>
              </a:pPr>
              <a:t>‹#›</a:t>
            </a:fld>
            <a:endParaRPr lang="en-US" altLang="ko-KR" dirty="0">
              <a:solidFill>
                <a:srgbClr val="000000"/>
              </a:solidFill>
            </a:endParaRPr>
          </a:p>
        </p:txBody>
      </p:sp>
    </p:spTree>
    <p:extLst>
      <p:ext uri="{BB962C8B-B14F-4D97-AF65-F5344CB8AC3E}">
        <p14:creationId xmlns:p14="http://schemas.microsoft.com/office/powerpoint/2010/main" val="331607261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685800" y="1597819"/>
            <a:ext cx="7772400" cy="1102519"/>
          </a:xfrm>
        </p:spPr>
        <p:txBody>
          <a:bodyPr/>
          <a:lstStyle/>
          <a:p>
            <a:r>
              <a:rPr lang="ko-KR" altLang="en-US"/>
              <a:t>마스터 제목 스타일 편집</a:t>
            </a:r>
          </a:p>
        </p:txBody>
      </p:sp>
      <p:sp>
        <p:nvSpPr>
          <p:cNvPr id="3" name="부제목 2"/>
          <p:cNvSpPr>
            <a:spLocks noGrp="1"/>
          </p:cNvSpPr>
          <p:nvPr>
            <p:ph type="subTitle" idx="1"/>
          </p:nvPr>
        </p:nvSpPr>
        <p:spPr>
          <a:xfrm>
            <a:off x="1371600" y="2914650"/>
            <a:ext cx="6400800" cy="13144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ko-KR" altLang="en-US"/>
              <a:t>마스터 부제목 스타일 편집</a:t>
            </a:r>
          </a:p>
        </p:txBody>
      </p:sp>
      <p:sp>
        <p:nvSpPr>
          <p:cNvPr id="4" name="Rectangle 4">
            <a:extLst>
              <a:ext uri="{FF2B5EF4-FFF2-40B4-BE49-F238E27FC236}">
                <a16:creationId xmlns:a16="http://schemas.microsoft.com/office/drawing/2014/main" id="{DF7055DC-C62A-D96C-40B2-629AA3792992}"/>
              </a:ext>
            </a:extLst>
          </p:cNvPr>
          <p:cNvSpPr>
            <a:spLocks noGrp="1" noChangeArrowheads="1"/>
          </p:cNvSpPr>
          <p:nvPr>
            <p:ph type="dt" sz="half" idx="10"/>
          </p:nvPr>
        </p:nvSpPr>
        <p:spPr>
          <a:ln/>
        </p:spPr>
        <p:txBody>
          <a:bodyPr/>
          <a:lstStyle>
            <a:lvl1pPr>
              <a:defRPr/>
            </a:lvl1pPr>
          </a:lstStyle>
          <a:p>
            <a:pPr>
              <a:defRPr/>
            </a:pPr>
            <a:endParaRPr lang="en-US" altLang="ko-KR" dirty="0"/>
          </a:p>
        </p:txBody>
      </p:sp>
      <p:sp>
        <p:nvSpPr>
          <p:cNvPr id="5" name="Rectangle 5">
            <a:extLst>
              <a:ext uri="{FF2B5EF4-FFF2-40B4-BE49-F238E27FC236}">
                <a16:creationId xmlns:a16="http://schemas.microsoft.com/office/drawing/2014/main" id="{D52471BF-7AEE-4AE6-69C3-475E84BE4FED}"/>
              </a:ext>
            </a:extLst>
          </p:cNvPr>
          <p:cNvSpPr>
            <a:spLocks noGrp="1" noChangeArrowheads="1"/>
          </p:cNvSpPr>
          <p:nvPr>
            <p:ph type="ftr" sz="quarter" idx="11"/>
          </p:nvPr>
        </p:nvSpPr>
        <p:spPr>
          <a:ln/>
        </p:spPr>
        <p:txBody>
          <a:bodyPr/>
          <a:lstStyle>
            <a:lvl1pPr>
              <a:defRPr/>
            </a:lvl1pPr>
          </a:lstStyle>
          <a:p>
            <a:pPr>
              <a:defRPr/>
            </a:pPr>
            <a:endParaRPr lang="en-US" altLang="ko-KR" dirty="0"/>
          </a:p>
        </p:txBody>
      </p:sp>
      <p:sp>
        <p:nvSpPr>
          <p:cNvPr id="6" name="Rectangle 6">
            <a:extLst>
              <a:ext uri="{FF2B5EF4-FFF2-40B4-BE49-F238E27FC236}">
                <a16:creationId xmlns:a16="http://schemas.microsoft.com/office/drawing/2014/main" id="{7CA1715C-F984-8A0B-1C92-17A688BA9074}"/>
              </a:ext>
            </a:extLst>
          </p:cNvPr>
          <p:cNvSpPr>
            <a:spLocks noGrp="1" noChangeArrowheads="1"/>
          </p:cNvSpPr>
          <p:nvPr>
            <p:ph type="sldNum" sz="quarter" idx="12"/>
          </p:nvPr>
        </p:nvSpPr>
        <p:spPr>
          <a:ln/>
        </p:spPr>
        <p:txBody>
          <a:bodyPr/>
          <a:lstStyle>
            <a:lvl1pPr>
              <a:defRPr/>
            </a:lvl1pPr>
          </a:lstStyle>
          <a:p>
            <a:pPr>
              <a:defRPr/>
            </a:pPr>
            <a:fld id="{515B3333-EA5A-460D-8F40-5BDB60D7FA86}" type="slidenum">
              <a:rPr lang="en-US" altLang="ko-KR" smtClean="0"/>
              <a:pPr>
                <a:defRPr/>
              </a:pPr>
              <a:t>‹#›</a:t>
            </a:fld>
            <a:endParaRPr lang="en-US" altLang="ko-KR" dirty="0"/>
          </a:p>
        </p:txBody>
      </p:sp>
    </p:spTree>
    <p:extLst>
      <p:ext uri="{BB962C8B-B14F-4D97-AF65-F5344CB8AC3E}">
        <p14:creationId xmlns:p14="http://schemas.microsoft.com/office/powerpoint/2010/main" val="386032903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4">
            <a:extLst>
              <a:ext uri="{FF2B5EF4-FFF2-40B4-BE49-F238E27FC236}">
                <a16:creationId xmlns:a16="http://schemas.microsoft.com/office/drawing/2014/main" id="{A11CD109-6563-F43D-C153-CB64B2DD4145}"/>
              </a:ext>
            </a:extLst>
          </p:cNvPr>
          <p:cNvSpPr>
            <a:spLocks noGrp="1" noChangeArrowheads="1"/>
          </p:cNvSpPr>
          <p:nvPr>
            <p:ph type="dt" sz="half" idx="10"/>
          </p:nvPr>
        </p:nvSpPr>
        <p:spPr>
          <a:ln/>
        </p:spPr>
        <p:txBody>
          <a:bodyPr/>
          <a:lstStyle>
            <a:lvl1pPr>
              <a:defRPr/>
            </a:lvl1pPr>
          </a:lstStyle>
          <a:p>
            <a:pPr>
              <a:defRPr/>
            </a:pPr>
            <a:endParaRPr lang="en-US" altLang="ko-KR" dirty="0"/>
          </a:p>
        </p:txBody>
      </p:sp>
      <p:sp>
        <p:nvSpPr>
          <p:cNvPr id="5" name="Rectangle 5">
            <a:extLst>
              <a:ext uri="{FF2B5EF4-FFF2-40B4-BE49-F238E27FC236}">
                <a16:creationId xmlns:a16="http://schemas.microsoft.com/office/drawing/2014/main" id="{4DC58CB6-2792-11E0-2A24-2A87EBD9BFD8}"/>
              </a:ext>
            </a:extLst>
          </p:cNvPr>
          <p:cNvSpPr>
            <a:spLocks noGrp="1" noChangeArrowheads="1"/>
          </p:cNvSpPr>
          <p:nvPr>
            <p:ph type="ftr" sz="quarter" idx="11"/>
          </p:nvPr>
        </p:nvSpPr>
        <p:spPr>
          <a:ln/>
        </p:spPr>
        <p:txBody>
          <a:bodyPr/>
          <a:lstStyle>
            <a:lvl1pPr>
              <a:defRPr/>
            </a:lvl1pPr>
          </a:lstStyle>
          <a:p>
            <a:pPr>
              <a:defRPr/>
            </a:pPr>
            <a:endParaRPr lang="en-US" altLang="ko-KR" dirty="0"/>
          </a:p>
        </p:txBody>
      </p:sp>
      <p:sp>
        <p:nvSpPr>
          <p:cNvPr id="6" name="Rectangle 6">
            <a:extLst>
              <a:ext uri="{FF2B5EF4-FFF2-40B4-BE49-F238E27FC236}">
                <a16:creationId xmlns:a16="http://schemas.microsoft.com/office/drawing/2014/main" id="{943F2E19-0A81-3F85-727E-9183F09F1269}"/>
              </a:ext>
            </a:extLst>
          </p:cNvPr>
          <p:cNvSpPr>
            <a:spLocks noGrp="1" noChangeArrowheads="1"/>
          </p:cNvSpPr>
          <p:nvPr>
            <p:ph type="sldNum" sz="quarter" idx="12"/>
          </p:nvPr>
        </p:nvSpPr>
        <p:spPr>
          <a:ln/>
        </p:spPr>
        <p:txBody>
          <a:bodyPr/>
          <a:lstStyle>
            <a:lvl1pPr>
              <a:defRPr/>
            </a:lvl1pPr>
          </a:lstStyle>
          <a:p>
            <a:pPr>
              <a:defRPr/>
            </a:pPr>
            <a:fld id="{ADAA743A-E2E3-4FDB-9562-46F06E197801}" type="slidenum">
              <a:rPr lang="en-US" altLang="ko-KR" smtClean="0"/>
              <a:pPr>
                <a:defRPr/>
              </a:pPr>
              <a:t>‹#›</a:t>
            </a:fld>
            <a:endParaRPr lang="en-US" altLang="ko-KR" dirty="0"/>
          </a:p>
        </p:txBody>
      </p:sp>
    </p:spTree>
    <p:extLst>
      <p:ext uri="{BB962C8B-B14F-4D97-AF65-F5344CB8AC3E}">
        <p14:creationId xmlns:p14="http://schemas.microsoft.com/office/powerpoint/2010/main" val="118041205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722313" y="3305176"/>
            <a:ext cx="7772400" cy="1021556"/>
          </a:xfrm>
        </p:spPr>
        <p:txBody>
          <a:bodyPr anchor="t"/>
          <a:lstStyle>
            <a:lvl1pPr algn="l">
              <a:defRPr sz="4000" b="1" cap="all"/>
            </a:lvl1pPr>
          </a:lstStyle>
          <a:p>
            <a:r>
              <a:rPr lang="ko-KR" altLang="en-US"/>
              <a:t>마스터 제목 스타일 편집</a:t>
            </a:r>
          </a:p>
        </p:txBody>
      </p:sp>
      <p:sp>
        <p:nvSpPr>
          <p:cNvPr id="3" name="텍스트 개체 틀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ko-KR" altLang="en-US"/>
              <a:t>마스터 텍스트 스타일을 편집합니다</a:t>
            </a:r>
          </a:p>
        </p:txBody>
      </p:sp>
      <p:sp>
        <p:nvSpPr>
          <p:cNvPr id="4" name="Rectangle 4">
            <a:extLst>
              <a:ext uri="{FF2B5EF4-FFF2-40B4-BE49-F238E27FC236}">
                <a16:creationId xmlns:a16="http://schemas.microsoft.com/office/drawing/2014/main" id="{A9CA4BBD-3458-6428-898D-62F6E96C2027}"/>
              </a:ext>
            </a:extLst>
          </p:cNvPr>
          <p:cNvSpPr>
            <a:spLocks noGrp="1" noChangeArrowheads="1"/>
          </p:cNvSpPr>
          <p:nvPr>
            <p:ph type="dt" sz="half" idx="10"/>
          </p:nvPr>
        </p:nvSpPr>
        <p:spPr>
          <a:ln/>
        </p:spPr>
        <p:txBody>
          <a:bodyPr/>
          <a:lstStyle>
            <a:lvl1pPr>
              <a:defRPr/>
            </a:lvl1pPr>
          </a:lstStyle>
          <a:p>
            <a:pPr>
              <a:defRPr/>
            </a:pPr>
            <a:endParaRPr lang="en-US" altLang="ko-KR" dirty="0"/>
          </a:p>
        </p:txBody>
      </p:sp>
      <p:sp>
        <p:nvSpPr>
          <p:cNvPr id="5" name="Rectangle 5">
            <a:extLst>
              <a:ext uri="{FF2B5EF4-FFF2-40B4-BE49-F238E27FC236}">
                <a16:creationId xmlns:a16="http://schemas.microsoft.com/office/drawing/2014/main" id="{CB443A5A-F710-7348-2085-14F75502EA55}"/>
              </a:ext>
            </a:extLst>
          </p:cNvPr>
          <p:cNvSpPr>
            <a:spLocks noGrp="1" noChangeArrowheads="1"/>
          </p:cNvSpPr>
          <p:nvPr>
            <p:ph type="ftr" sz="quarter" idx="11"/>
          </p:nvPr>
        </p:nvSpPr>
        <p:spPr>
          <a:ln/>
        </p:spPr>
        <p:txBody>
          <a:bodyPr/>
          <a:lstStyle>
            <a:lvl1pPr>
              <a:defRPr/>
            </a:lvl1pPr>
          </a:lstStyle>
          <a:p>
            <a:pPr>
              <a:defRPr/>
            </a:pPr>
            <a:endParaRPr lang="en-US" altLang="ko-KR" dirty="0"/>
          </a:p>
        </p:txBody>
      </p:sp>
      <p:sp>
        <p:nvSpPr>
          <p:cNvPr id="6" name="Rectangle 6">
            <a:extLst>
              <a:ext uri="{FF2B5EF4-FFF2-40B4-BE49-F238E27FC236}">
                <a16:creationId xmlns:a16="http://schemas.microsoft.com/office/drawing/2014/main" id="{05F46AA8-C2BA-AE38-89CF-8D218597735C}"/>
              </a:ext>
            </a:extLst>
          </p:cNvPr>
          <p:cNvSpPr>
            <a:spLocks noGrp="1" noChangeArrowheads="1"/>
          </p:cNvSpPr>
          <p:nvPr>
            <p:ph type="sldNum" sz="quarter" idx="12"/>
          </p:nvPr>
        </p:nvSpPr>
        <p:spPr>
          <a:ln/>
        </p:spPr>
        <p:txBody>
          <a:bodyPr/>
          <a:lstStyle>
            <a:lvl1pPr>
              <a:defRPr/>
            </a:lvl1pPr>
          </a:lstStyle>
          <a:p>
            <a:pPr>
              <a:defRPr/>
            </a:pPr>
            <a:fld id="{2CBF7035-A9FB-417F-A08C-EC5A7F44BACD}" type="slidenum">
              <a:rPr lang="en-US" altLang="ko-KR" smtClean="0"/>
              <a:pPr>
                <a:defRPr/>
              </a:pPr>
              <a:t>‹#›</a:t>
            </a:fld>
            <a:endParaRPr lang="en-US" altLang="ko-KR" dirty="0"/>
          </a:p>
        </p:txBody>
      </p:sp>
    </p:spTree>
    <p:extLst>
      <p:ext uri="{BB962C8B-B14F-4D97-AF65-F5344CB8AC3E}">
        <p14:creationId xmlns:p14="http://schemas.microsoft.com/office/powerpoint/2010/main" val="230630134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Rectangle 4">
            <a:extLst>
              <a:ext uri="{FF2B5EF4-FFF2-40B4-BE49-F238E27FC236}">
                <a16:creationId xmlns:a16="http://schemas.microsoft.com/office/drawing/2014/main" id="{6766E098-F460-66E7-FA3D-89E778F3E790}"/>
              </a:ext>
            </a:extLst>
          </p:cNvPr>
          <p:cNvSpPr>
            <a:spLocks noGrp="1" noChangeArrowheads="1"/>
          </p:cNvSpPr>
          <p:nvPr>
            <p:ph type="dt" sz="half" idx="10"/>
          </p:nvPr>
        </p:nvSpPr>
        <p:spPr>
          <a:ln/>
        </p:spPr>
        <p:txBody>
          <a:bodyPr/>
          <a:lstStyle>
            <a:lvl1pPr>
              <a:defRPr/>
            </a:lvl1pPr>
          </a:lstStyle>
          <a:p>
            <a:pPr>
              <a:defRPr/>
            </a:pPr>
            <a:endParaRPr lang="en-US" altLang="ko-KR" dirty="0"/>
          </a:p>
        </p:txBody>
      </p:sp>
      <p:sp>
        <p:nvSpPr>
          <p:cNvPr id="6" name="Rectangle 5">
            <a:extLst>
              <a:ext uri="{FF2B5EF4-FFF2-40B4-BE49-F238E27FC236}">
                <a16:creationId xmlns:a16="http://schemas.microsoft.com/office/drawing/2014/main" id="{B77F168B-5C17-A9D9-4183-7CA01DDB3D98}"/>
              </a:ext>
            </a:extLst>
          </p:cNvPr>
          <p:cNvSpPr>
            <a:spLocks noGrp="1" noChangeArrowheads="1"/>
          </p:cNvSpPr>
          <p:nvPr>
            <p:ph type="ftr" sz="quarter" idx="11"/>
          </p:nvPr>
        </p:nvSpPr>
        <p:spPr>
          <a:ln/>
        </p:spPr>
        <p:txBody>
          <a:bodyPr/>
          <a:lstStyle>
            <a:lvl1pPr>
              <a:defRPr/>
            </a:lvl1pPr>
          </a:lstStyle>
          <a:p>
            <a:pPr>
              <a:defRPr/>
            </a:pPr>
            <a:endParaRPr lang="en-US" altLang="ko-KR" dirty="0"/>
          </a:p>
        </p:txBody>
      </p:sp>
      <p:sp>
        <p:nvSpPr>
          <p:cNvPr id="7" name="Rectangle 6">
            <a:extLst>
              <a:ext uri="{FF2B5EF4-FFF2-40B4-BE49-F238E27FC236}">
                <a16:creationId xmlns:a16="http://schemas.microsoft.com/office/drawing/2014/main" id="{A4C3BBD9-5A1E-B1D8-7A5C-F4B135D16B2D}"/>
              </a:ext>
            </a:extLst>
          </p:cNvPr>
          <p:cNvSpPr>
            <a:spLocks noGrp="1" noChangeArrowheads="1"/>
          </p:cNvSpPr>
          <p:nvPr>
            <p:ph type="sldNum" sz="quarter" idx="12"/>
          </p:nvPr>
        </p:nvSpPr>
        <p:spPr>
          <a:ln/>
        </p:spPr>
        <p:txBody>
          <a:bodyPr/>
          <a:lstStyle>
            <a:lvl1pPr>
              <a:defRPr/>
            </a:lvl1pPr>
          </a:lstStyle>
          <a:p>
            <a:pPr>
              <a:defRPr/>
            </a:pPr>
            <a:fld id="{1FF58354-C3FE-4CB4-8153-8C7C684FA450}" type="slidenum">
              <a:rPr lang="en-US" altLang="ko-KR" smtClean="0"/>
              <a:pPr>
                <a:defRPr/>
              </a:pPr>
              <a:t>‹#›</a:t>
            </a:fld>
            <a:endParaRPr lang="en-US" altLang="ko-KR" dirty="0"/>
          </a:p>
        </p:txBody>
      </p:sp>
    </p:spTree>
    <p:extLst>
      <p:ext uri="{BB962C8B-B14F-4D97-AF65-F5344CB8AC3E}">
        <p14:creationId xmlns:p14="http://schemas.microsoft.com/office/powerpoint/2010/main" val="307804702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lvl1pPr>
              <a:defRPr/>
            </a:lvl1pPr>
          </a:lstStyle>
          <a:p>
            <a:r>
              <a:rPr lang="ko-KR" altLang="en-US"/>
              <a:t>마스터 제목 스타일 편집</a:t>
            </a:r>
          </a:p>
        </p:txBody>
      </p:sp>
      <p:sp>
        <p:nvSpPr>
          <p:cNvPr id="3" name="텍스트 개체 틀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4" name="내용 개체 틀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6" name="내용 개체 틀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Rectangle 4">
            <a:extLst>
              <a:ext uri="{FF2B5EF4-FFF2-40B4-BE49-F238E27FC236}">
                <a16:creationId xmlns:a16="http://schemas.microsoft.com/office/drawing/2014/main" id="{A007A037-1615-76E3-67AD-D1BBF175A31D}"/>
              </a:ext>
            </a:extLst>
          </p:cNvPr>
          <p:cNvSpPr>
            <a:spLocks noGrp="1" noChangeArrowheads="1"/>
          </p:cNvSpPr>
          <p:nvPr>
            <p:ph type="dt" sz="half" idx="10"/>
          </p:nvPr>
        </p:nvSpPr>
        <p:spPr>
          <a:ln/>
        </p:spPr>
        <p:txBody>
          <a:bodyPr/>
          <a:lstStyle>
            <a:lvl1pPr>
              <a:defRPr/>
            </a:lvl1pPr>
          </a:lstStyle>
          <a:p>
            <a:pPr>
              <a:defRPr/>
            </a:pPr>
            <a:endParaRPr lang="en-US" altLang="ko-KR" dirty="0"/>
          </a:p>
        </p:txBody>
      </p:sp>
      <p:sp>
        <p:nvSpPr>
          <p:cNvPr id="8" name="Rectangle 5">
            <a:extLst>
              <a:ext uri="{FF2B5EF4-FFF2-40B4-BE49-F238E27FC236}">
                <a16:creationId xmlns:a16="http://schemas.microsoft.com/office/drawing/2014/main" id="{59F3B043-BB90-2619-4590-98F0179707C2}"/>
              </a:ext>
            </a:extLst>
          </p:cNvPr>
          <p:cNvSpPr>
            <a:spLocks noGrp="1" noChangeArrowheads="1"/>
          </p:cNvSpPr>
          <p:nvPr>
            <p:ph type="ftr" sz="quarter" idx="11"/>
          </p:nvPr>
        </p:nvSpPr>
        <p:spPr>
          <a:ln/>
        </p:spPr>
        <p:txBody>
          <a:bodyPr/>
          <a:lstStyle>
            <a:lvl1pPr>
              <a:defRPr/>
            </a:lvl1pPr>
          </a:lstStyle>
          <a:p>
            <a:pPr>
              <a:defRPr/>
            </a:pPr>
            <a:endParaRPr lang="en-US" altLang="ko-KR" dirty="0"/>
          </a:p>
        </p:txBody>
      </p:sp>
      <p:sp>
        <p:nvSpPr>
          <p:cNvPr id="9" name="Rectangle 6">
            <a:extLst>
              <a:ext uri="{FF2B5EF4-FFF2-40B4-BE49-F238E27FC236}">
                <a16:creationId xmlns:a16="http://schemas.microsoft.com/office/drawing/2014/main" id="{AE9CA410-8B86-545C-8982-033A2726AAE7}"/>
              </a:ext>
            </a:extLst>
          </p:cNvPr>
          <p:cNvSpPr>
            <a:spLocks noGrp="1" noChangeArrowheads="1"/>
          </p:cNvSpPr>
          <p:nvPr>
            <p:ph type="sldNum" sz="quarter" idx="12"/>
          </p:nvPr>
        </p:nvSpPr>
        <p:spPr>
          <a:ln/>
        </p:spPr>
        <p:txBody>
          <a:bodyPr/>
          <a:lstStyle>
            <a:lvl1pPr>
              <a:defRPr/>
            </a:lvl1pPr>
          </a:lstStyle>
          <a:p>
            <a:pPr>
              <a:defRPr/>
            </a:pPr>
            <a:fld id="{6644515D-7FB2-48A1-B26C-C3460CD2AE7F}" type="slidenum">
              <a:rPr lang="en-US" altLang="ko-KR" smtClean="0"/>
              <a:pPr>
                <a:defRPr/>
              </a:pPr>
              <a:t>‹#›</a:t>
            </a:fld>
            <a:endParaRPr lang="en-US" altLang="ko-KR" dirty="0"/>
          </a:p>
        </p:txBody>
      </p:sp>
    </p:spTree>
    <p:extLst>
      <p:ext uri="{BB962C8B-B14F-4D97-AF65-F5344CB8AC3E}">
        <p14:creationId xmlns:p14="http://schemas.microsoft.com/office/powerpoint/2010/main" val="43310419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Rectangle 4">
            <a:extLst>
              <a:ext uri="{FF2B5EF4-FFF2-40B4-BE49-F238E27FC236}">
                <a16:creationId xmlns:a16="http://schemas.microsoft.com/office/drawing/2014/main" id="{A95EE3C4-4347-BFBE-89C7-3133CFFA5806}"/>
              </a:ext>
            </a:extLst>
          </p:cNvPr>
          <p:cNvSpPr>
            <a:spLocks noGrp="1" noChangeArrowheads="1"/>
          </p:cNvSpPr>
          <p:nvPr>
            <p:ph type="dt" sz="half" idx="10"/>
          </p:nvPr>
        </p:nvSpPr>
        <p:spPr>
          <a:ln/>
        </p:spPr>
        <p:txBody>
          <a:bodyPr/>
          <a:lstStyle>
            <a:lvl1pPr>
              <a:defRPr/>
            </a:lvl1pPr>
          </a:lstStyle>
          <a:p>
            <a:pPr>
              <a:defRPr/>
            </a:pPr>
            <a:endParaRPr lang="en-US" altLang="ko-KR" dirty="0"/>
          </a:p>
        </p:txBody>
      </p:sp>
      <p:sp>
        <p:nvSpPr>
          <p:cNvPr id="4" name="Rectangle 5">
            <a:extLst>
              <a:ext uri="{FF2B5EF4-FFF2-40B4-BE49-F238E27FC236}">
                <a16:creationId xmlns:a16="http://schemas.microsoft.com/office/drawing/2014/main" id="{591F4C75-B650-03BB-9676-F644572CCC3A}"/>
              </a:ext>
            </a:extLst>
          </p:cNvPr>
          <p:cNvSpPr>
            <a:spLocks noGrp="1" noChangeArrowheads="1"/>
          </p:cNvSpPr>
          <p:nvPr>
            <p:ph type="ftr" sz="quarter" idx="11"/>
          </p:nvPr>
        </p:nvSpPr>
        <p:spPr>
          <a:ln/>
        </p:spPr>
        <p:txBody>
          <a:bodyPr/>
          <a:lstStyle>
            <a:lvl1pPr>
              <a:defRPr/>
            </a:lvl1pPr>
          </a:lstStyle>
          <a:p>
            <a:pPr>
              <a:defRPr/>
            </a:pPr>
            <a:endParaRPr lang="en-US" altLang="ko-KR" dirty="0"/>
          </a:p>
        </p:txBody>
      </p:sp>
      <p:sp>
        <p:nvSpPr>
          <p:cNvPr id="5" name="Rectangle 6">
            <a:extLst>
              <a:ext uri="{FF2B5EF4-FFF2-40B4-BE49-F238E27FC236}">
                <a16:creationId xmlns:a16="http://schemas.microsoft.com/office/drawing/2014/main" id="{2EB99CE2-2DE0-53C2-C2AA-F324BD0C9C0F}"/>
              </a:ext>
            </a:extLst>
          </p:cNvPr>
          <p:cNvSpPr>
            <a:spLocks noGrp="1" noChangeArrowheads="1"/>
          </p:cNvSpPr>
          <p:nvPr>
            <p:ph type="sldNum" sz="quarter" idx="12"/>
          </p:nvPr>
        </p:nvSpPr>
        <p:spPr>
          <a:ln/>
        </p:spPr>
        <p:txBody>
          <a:bodyPr/>
          <a:lstStyle>
            <a:lvl1pPr>
              <a:defRPr/>
            </a:lvl1pPr>
          </a:lstStyle>
          <a:p>
            <a:pPr>
              <a:defRPr/>
            </a:pPr>
            <a:fld id="{76EF7638-AD0A-4C47-9579-005AB67AEF33}" type="slidenum">
              <a:rPr lang="en-US" altLang="ko-KR" smtClean="0"/>
              <a:pPr>
                <a:defRPr/>
              </a:pPr>
              <a:t>‹#›</a:t>
            </a:fld>
            <a:endParaRPr lang="en-US" altLang="ko-KR" dirty="0"/>
          </a:p>
        </p:txBody>
      </p:sp>
    </p:spTree>
    <p:extLst>
      <p:ext uri="{BB962C8B-B14F-4D97-AF65-F5344CB8AC3E}">
        <p14:creationId xmlns:p14="http://schemas.microsoft.com/office/powerpoint/2010/main" val="397219887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4FE18C60-2951-75CE-FADF-5DC5B75C4876}"/>
              </a:ext>
            </a:extLst>
          </p:cNvPr>
          <p:cNvSpPr>
            <a:spLocks noGrp="1" noChangeArrowheads="1"/>
          </p:cNvSpPr>
          <p:nvPr>
            <p:ph type="dt" sz="half" idx="10"/>
          </p:nvPr>
        </p:nvSpPr>
        <p:spPr>
          <a:ln/>
        </p:spPr>
        <p:txBody>
          <a:bodyPr/>
          <a:lstStyle>
            <a:lvl1pPr>
              <a:defRPr/>
            </a:lvl1pPr>
          </a:lstStyle>
          <a:p>
            <a:pPr>
              <a:defRPr/>
            </a:pPr>
            <a:endParaRPr lang="en-US" altLang="ko-KR" dirty="0"/>
          </a:p>
        </p:txBody>
      </p:sp>
      <p:sp>
        <p:nvSpPr>
          <p:cNvPr id="3" name="Rectangle 5">
            <a:extLst>
              <a:ext uri="{FF2B5EF4-FFF2-40B4-BE49-F238E27FC236}">
                <a16:creationId xmlns:a16="http://schemas.microsoft.com/office/drawing/2014/main" id="{6EA5BD8F-4973-46AF-BD5B-B05195C24F0B}"/>
              </a:ext>
            </a:extLst>
          </p:cNvPr>
          <p:cNvSpPr>
            <a:spLocks noGrp="1" noChangeArrowheads="1"/>
          </p:cNvSpPr>
          <p:nvPr>
            <p:ph type="ftr" sz="quarter" idx="11"/>
          </p:nvPr>
        </p:nvSpPr>
        <p:spPr>
          <a:ln/>
        </p:spPr>
        <p:txBody>
          <a:bodyPr/>
          <a:lstStyle>
            <a:lvl1pPr>
              <a:defRPr/>
            </a:lvl1pPr>
          </a:lstStyle>
          <a:p>
            <a:pPr>
              <a:defRPr/>
            </a:pPr>
            <a:endParaRPr lang="en-US" altLang="ko-KR" dirty="0"/>
          </a:p>
        </p:txBody>
      </p:sp>
      <p:sp>
        <p:nvSpPr>
          <p:cNvPr id="4" name="Rectangle 6">
            <a:extLst>
              <a:ext uri="{FF2B5EF4-FFF2-40B4-BE49-F238E27FC236}">
                <a16:creationId xmlns:a16="http://schemas.microsoft.com/office/drawing/2014/main" id="{59C8CCCF-FEA5-6781-36ED-DBBB93A7FBB3}"/>
              </a:ext>
            </a:extLst>
          </p:cNvPr>
          <p:cNvSpPr>
            <a:spLocks noGrp="1" noChangeArrowheads="1"/>
          </p:cNvSpPr>
          <p:nvPr>
            <p:ph type="sldNum" sz="quarter" idx="12"/>
          </p:nvPr>
        </p:nvSpPr>
        <p:spPr>
          <a:ln/>
        </p:spPr>
        <p:txBody>
          <a:bodyPr/>
          <a:lstStyle>
            <a:lvl1pPr>
              <a:defRPr/>
            </a:lvl1pPr>
          </a:lstStyle>
          <a:p>
            <a:pPr>
              <a:defRPr/>
            </a:pPr>
            <a:fld id="{DD066EBA-4268-4301-9036-28A7819E785C}" type="slidenum">
              <a:rPr lang="en-US" altLang="ko-KR" smtClean="0"/>
              <a:pPr>
                <a:defRPr/>
              </a:pPr>
              <a:t>‹#›</a:t>
            </a:fld>
            <a:endParaRPr lang="en-US" altLang="ko-KR" dirty="0"/>
          </a:p>
        </p:txBody>
      </p:sp>
    </p:spTree>
    <p:extLst>
      <p:ext uri="{BB962C8B-B14F-4D97-AF65-F5344CB8AC3E}">
        <p14:creationId xmlns:p14="http://schemas.microsoft.com/office/powerpoint/2010/main" val="49575699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457201" y="204787"/>
            <a:ext cx="3008313" cy="871538"/>
          </a:xfrm>
        </p:spPr>
        <p:txBody>
          <a:bodyPr anchor="b"/>
          <a:lstStyle>
            <a:lvl1pPr algn="l">
              <a:defRPr sz="2000" b="1"/>
            </a:lvl1pPr>
          </a:lstStyle>
          <a:p>
            <a:r>
              <a:rPr lang="ko-KR" altLang="en-US"/>
              <a:t>마스터 제목 스타일 편집</a:t>
            </a:r>
          </a:p>
        </p:txBody>
      </p:sp>
      <p:sp>
        <p:nvSpPr>
          <p:cNvPr id="3" name="내용 개체 틀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Rectangle 4">
            <a:extLst>
              <a:ext uri="{FF2B5EF4-FFF2-40B4-BE49-F238E27FC236}">
                <a16:creationId xmlns:a16="http://schemas.microsoft.com/office/drawing/2014/main" id="{550DF36A-5A3F-AFEB-2683-761727218224}"/>
              </a:ext>
            </a:extLst>
          </p:cNvPr>
          <p:cNvSpPr>
            <a:spLocks noGrp="1" noChangeArrowheads="1"/>
          </p:cNvSpPr>
          <p:nvPr>
            <p:ph type="dt" sz="half" idx="10"/>
          </p:nvPr>
        </p:nvSpPr>
        <p:spPr>
          <a:ln/>
        </p:spPr>
        <p:txBody>
          <a:bodyPr/>
          <a:lstStyle>
            <a:lvl1pPr>
              <a:defRPr/>
            </a:lvl1pPr>
          </a:lstStyle>
          <a:p>
            <a:pPr>
              <a:defRPr/>
            </a:pPr>
            <a:endParaRPr lang="en-US" altLang="ko-KR" dirty="0"/>
          </a:p>
        </p:txBody>
      </p:sp>
      <p:sp>
        <p:nvSpPr>
          <p:cNvPr id="6" name="Rectangle 5">
            <a:extLst>
              <a:ext uri="{FF2B5EF4-FFF2-40B4-BE49-F238E27FC236}">
                <a16:creationId xmlns:a16="http://schemas.microsoft.com/office/drawing/2014/main" id="{0648F2E9-0DB8-CAE8-FD43-378E8B6866D6}"/>
              </a:ext>
            </a:extLst>
          </p:cNvPr>
          <p:cNvSpPr>
            <a:spLocks noGrp="1" noChangeArrowheads="1"/>
          </p:cNvSpPr>
          <p:nvPr>
            <p:ph type="ftr" sz="quarter" idx="11"/>
          </p:nvPr>
        </p:nvSpPr>
        <p:spPr>
          <a:ln/>
        </p:spPr>
        <p:txBody>
          <a:bodyPr/>
          <a:lstStyle>
            <a:lvl1pPr>
              <a:defRPr/>
            </a:lvl1pPr>
          </a:lstStyle>
          <a:p>
            <a:pPr>
              <a:defRPr/>
            </a:pPr>
            <a:endParaRPr lang="en-US" altLang="ko-KR" dirty="0"/>
          </a:p>
        </p:txBody>
      </p:sp>
      <p:sp>
        <p:nvSpPr>
          <p:cNvPr id="7" name="Rectangle 6">
            <a:extLst>
              <a:ext uri="{FF2B5EF4-FFF2-40B4-BE49-F238E27FC236}">
                <a16:creationId xmlns:a16="http://schemas.microsoft.com/office/drawing/2014/main" id="{95E5F58F-DC6F-A992-0990-120268B2FBA6}"/>
              </a:ext>
            </a:extLst>
          </p:cNvPr>
          <p:cNvSpPr>
            <a:spLocks noGrp="1" noChangeArrowheads="1"/>
          </p:cNvSpPr>
          <p:nvPr>
            <p:ph type="sldNum" sz="quarter" idx="12"/>
          </p:nvPr>
        </p:nvSpPr>
        <p:spPr>
          <a:ln/>
        </p:spPr>
        <p:txBody>
          <a:bodyPr/>
          <a:lstStyle>
            <a:lvl1pPr>
              <a:defRPr/>
            </a:lvl1pPr>
          </a:lstStyle>
          <a:p>
            <a:pPr>
              <a:defRPr/>
            </a:pPr>
            <a:fld id="{C020A46F-046F-4A43-AFF9-2F7F3E5CEC0B}" type="slidenum">
              <a:rPr lang="en-US" altLang="ko-KR" smtClean="0"/>
              <a:pPr>
                <a:defRPr/>
              </a:pPr>
              <a:t>‹#›</a:t>
            </a:fld>
            <a:endParaRPr lang="en-US" altLang="ko-KR" dirty="0"/>
          </a:p>
        </p:txBody>
      </p:sp>
    </p:spTree>
    <p:extLst>
      <p:ext uri="{BB962C8B-B14F-4D97-AF65-F5344CB8AC3E}">
        <p14:creationId xmlns:p14="http://schemas.microsoft.com/office/powerpoint/2010/main" val="289697522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792288" y="3600450"/>
            <a:ext cx="5486400" cy="425054"/>
          </a:xfrm>
        </p:spPr>
        <p:txBody>
          <a:bodyPr anchor="b"/>
          <a:lstStyle>
            <a:lvl1pPr algn="l">
              <a:defRPr sz="2000" b="1"/>
            </a:lvl1pPr>
          </a:lstStyle>
          <a:p>
            <a:r>
              <a:rPr lang="ko-KR" altLang="en-US"/>
              <a:t>마스터 제목 스타일 편집</a:t>
            </a:r>
          </a:p>
        </p:txBody>
      </p:sp>
      <p:sp>
        <p:nvSpPr>
          <p:cNvPr id="3" name="그림 개체 틀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ko-KR" altLang="en-US" noProof="0"/>
          </a:p>
        </p:txBody>
      </p:sp>
      <p:sp>
        <p:nvSpPr>
          <p:cNvPr id="4" name="텍스트 개체 틀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Rectangle 4">
            <a:extLst>
              <a:ext uri="{FF2B5EF4-FFF2-40B4-BE49-F238E27FC236}">
                <a16:creationId xmlns:a16="http://schemas.microsoft.com/office/drawing/2014/main" id="{E6F0D2DB-5C9F-1156-A347-1EA13E4CA209}"/>
              </a:ext>
            </a:extLst>
          </p:cNvPr>
          <p:cNvSpPr>
            <a:spLocks noGrp="1" noChangeArrowheads="1"/>
          </p:cNvSpPr>
          <p:nvPr>
            <p:ph type="dt" sz="half" idx="10"/>
          </p:nvPr>
        </p:nvSpPr>
        <p:spPr>
          <a:ln/>
        </p:spPr>
        <p:txBody>
          <a:bodyPr/>
          <a:lstStyle>
            <a:lvl1pPr>
              <a:defRPr/>
            </a:lvl1pPr>
          </a:lstStyle>
          <a:p>
            <a:pPr>
              <a:defRPr/>
            </a:pPr>
            <a:endParaRPr lang="en-US" altLang="ko-KR" dirty="0"/>
          </a:p>
        </p:txBody>
      </p:sp>
      <p:sp>
        <p:nvSpPr>
          <p:cNvPr id="6" name="Rectangle 5">
            <a:extLst>
              <a:ext uri="{FF2B5EF4-FFF2-40B4-BE49-F238E27FC236}">
                <a16:creationId xmlns:a16="http://schemas.microsoft.com/office/drawing/2014/main" id="{EDF05607-2318-3861-6A15-DDB9A50A3259}"/>
              </a:ext>
            </a:extLst>
          </p:cNvPr>
          <p:cNvSpPr>
            <a:spLocks noGrp="1" noChangeArrowheads="1"/>
          </p:cNvSpPr>
          <p:nvPr>
            <p:ph type="ftr" sz="quarter" idx="11"/>
          </p:nvPr>
        </p:nvSpPr>
        <p:spPr>
          <a:ln/>
        </p:spPr>
        <p:txBody>
          <a:bodyPr/>
          <a:lstStyle>
            <a:lvl1pPr>
              <a:defRPr/>
            </a:lvl1pPr>
          </a:lstStyle>
          <a:p>
            <a:pPr>
              <a:defRPr/>
            </a:pPr>
            <a:endParaRPr lang="en-US" altLang="ko-KR" dirty="0"/>
          </a:p>
        </p:txBody>
      </p:sp>
      <p:sp>
        <p:nvSpPr>
          <p:cNvPr id="7" name="Rectangle 6">
            <a:extLst>
              <a:ext uri="{FF2B5EF4-FFF2-40B4-BE49-F238E27FC236}">
                <a16:creationId xmlns:a16="http://schemas.microsoft.com/office/drawing/2014/main" id="{057329D5-6DA9-AE87-D37D-A15A05808531}"/>
              </a:ext>
            </a:extLst>
          </p:cNvPr>
          <p:cNvSpPr>
            <a:spLocks noGrp="1" noChangeArrowheads="1"/>
          </p:cNvSpPr>
          <p:nvPr>
            <p:ph type="sldNum" sz="quarter" idx="12"/>
          </p:nvPr>
        </p:nvSpPr>
        <p:spPr>
          <a:ln/>
        </p:spPr>
        <p:txBody>
          <a:bodyPr/>
          <a:lstStyle>
            <a:lvl1pPr>
              <a:defRPr/>
            </a:lvl1pPr>
          </a:lstStyle>
          <a:p>
            <a:pPr>
              <a:defRPr/>
            </a:pPr>
            <a:fld id="{86A0F9AD-A42E-4CE3-A214-1BE1D9E35ADA}" type="slidenum">
              <a:rPr lang="en-US" altLang="ko-KR" smtClean="0"/>
              <a:pPr>
                <a:defRPr/>
              </a:pPr>
              <a:t>‹#›</a:t>
            </a:fld>
            <a:endParaRPr lang="en-US" altLang="ko-KR" dirty="0"/>
          </a:p>
        </p:txBody>
      </p:sp>
    </p:spTree>
    <p:extLst>
      <p:ext uri="{BB962C8B-B14F-4D97-AF65-F5344CB8AC3E}">
        <p14:creationId xmlns:p14="http://schemas.microsoft.com/office/powerpoint/2010/main" val="376551917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4">
            <a:extLst>
              <a:ext uri="{FF2B5EF4-FFF2-40B4-BE49-F238E27FC236}">
                <a16:creationId xmlns:a16="http://schemas.microsoft.com/office/drawing/2014/main" id="{07BF16B8-528F-7D92-FE36-9527537DA7FF}"/>
              </a:ext>
            </a:extLst>
          </p:cNvPr>
          <p:cNvSpPr>
            <a:spLocks noGrp="1" noChangeArrowheads="1"/>
          </p:cNvSpPr>
          <p:nvPr>
            <p:ph type="dt" sz="half" idx="10"/>
          </p:nvPr>
        </p:nvSpPr>
        <p:spPr>
          <a:ln/>
        </p:spPr>
        <p:txBody>
          <a:bodyPr/>
          <a:lstStyle>
            <a:lvl1pPr>
              <a:defRPr/>
            </a:lvl1pPr>
          </a:lstStyle>
          <a:p>
            <a:pPr>
              <a:defRPr/>
            </a:pPr>
            <a:endParaRPr lang="en-US" altLang="ko-KR" dirty="0"/>
          </a:p>
        </p:txBody>
      </p:sp>
      <p:sp>
        <p:nvSpPr>
          <p:cNvPr id="5" name="Rectangle 5">
            <a:extLst>
              <a:ext uri="{FF2B5EF4-FFF2-40B4-BE49-F238E27FC236}">
                <a16:creationId xmlns:a16="http://schemas.microsoft.com/office/drawing/2014/main" id="{5CED8D97-3509-6D71-903F-F1E7BB1EFF37}"/>
              </a:ext>
            </a:extLst>
          </p:cNvPr>
          <p:cNvSpPr>
            <a:spLocks noGrp="1" noChangeArrowheads="1"/>
          </p:cNvSpPr>
          <p:nvPr>
            <p:ph type="ftr" sz="quarter" idx="11"/>
          </p:nvPr>
        </p:nvSpPr>
        <p:spPr>
          <a:ln/>
        </p:spPr>
        <p:txBody>
          <a:bodyPr/>
          <a:lstStyle>
            <a:lvl1pPr>
              <a:defRPr/>
            </a:lvl1pPr>
          </a:lstStyle>
          <a:p>
            <a:pPr>
              <a:defRPr/>
            </a:pPr>
            <a:endParaRPr lang="en-US" altLang="ko-KR" dirty="0"/>
          </a:p>
        </p:txBody>
      </p:sp>
      <p:sp>
        <p:nvSpPr>
          <p:cNvPr id="6" name="Rectangle 6">
            <a:extLst>
              <a:ext uri="{FF2B5EF4-FFF2-40B4-BE49-F238E27FC236}">
                <a16:creationId xmlns:a16="http://schemas.microsoft.com/office/drawing/2014/main" id="{3243A4B8-5AC1-93FB-601D-763080619DB3}"/>
              </a:ext>
            </a:extLst>
          </p:cNvPr>
          <p:cNvSpPr>
            <a:spLocks noGrp="1" noChangeArrowheads="1"/>
          </p:cNvSpPr>
          <p:nvPr>
            <p:ph type="sldNum" sz="quarter" idx="12"/>
          </p:nvPr>
        </p:nvSpPr>
        <p:spPr>
          <a:ln/>
        </p:spPr>
        <p:txBody>
          <a:bodyPr/>
          <a:lstStyle>
            <a:lvl1pPr>
              <a:defRPr/>
            </a:lvl1pPr>
          </a:lstStyle>
          <a:p>
            <a:pPr>
              <a:defRPr/>
            </a:pPr>
            <a:fld id="{F504BB39-D849-4A14-A228-D5586ECA02EB}" type="slidenum">
              <a:rPr lang="en-US" altLang="ko-KR" smtClean="0"/>
              <a:pPr>
                <a:defRPr/>
              </a:pPr>
              <a:t>‹#›</a:t>
            </a:fld>
            <a:endParaRPr lang="en-US" altLang="ko-KR" dirty="0"/>
          </a:p>
        </p:txBody>
      </p:sp>
    </p:spTree>
    <p:extLst>
      <p:ext uri="{BB962C8B-B14F-4D97-AF65-F5344CB8AC3E}">
        <p14:creationId xmlns:p14="http://schemas.microsoft.com/office/powerpoint/2010/main" val="71860089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6629400" y="205979"/>
            <a:ext cx="2057400" cy="4388644"/>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457200" y="205979"/>
            <a:ext cx="6019800" cy="4388644"/>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4">
            <a:extLst>
              <a:ext uri="{FF2B5EF4-FFF2-40B4-BE49-F238E27FC236}">
                <a16:creationId xmlns:a16="http://schemas.microsoft.com/office/drawing/2014/main" id="{344110A9-60FB-4A34-F217-E369ADBAC266}"/>
              </a:ext>
            </a:extLst>
          </p:cNvPr>
          <p:cNvSpPr>
            <a:spLocks noGrp="1" noChangeArrowheads="1"/>
          </p:cNvSpPr>
          <p:nvPr>
            <p:ph type="dt" sz="half" idx="10"/>
          </p:nvPr>
        </p:nvSpPr>
        <p:spPr>
          <a:ln/>
        </p:spPr>
        <p:txBody>
          <a:bodyPr/>
          <a:lstStyle>
            <a:lvl1pPr>
              <a:defRPr/>
            </a:lvl1pPr>
          </a:lstStyle>
          <a:p>
            <a:pPr>
              <a:defRPr/>
            </a:pPr>
            <a:endParaRPr lang="en-US" altLang="ko-KR" dirty="0"/>
          </a:p>
        </p:txBody>
      </p:sp>
      <p:sp>
        <p:nvSpPr>
          <p:cNvPr id="5" name="Rectangle 5">
            <a:extLst>
              <a:ext uri="{FF2B5EF4-FFF2-40B4-BE49-F238E27FC236}">
                <a16:creationId xmlns:a16="http://schemas.microsoft.com/office/drawing/2014/main" id="{EB640722-4EB9-744C-6F18-E59DB900E0C4}"/>
              </a:ext>
            </a:extLst>
          </p:cNvPr>
          <p:cNvSpPr>
            <a:spLocks noGrp="1" noChangeArrowheads="1"/>
          </p:cNvSpPr>
          <p:nvPr>
            <p:ph type="ftr" sz="quarter" idx="11"/>
          </p:nvPr>
        </p:nvSpPr>
        <p:spPr>
          <a:ln/>
        </p:spPr>
        <p:txBody>
          <a:bodyPr/>
          <a:lstStyle>
            <a:lvl1pPr>
              <a:defRPr/>
            </a:lvl1pPr>
          </a:lstStyle>
          <a:p>
            <a:pPr>
              <a:defRPr/>
            </a:pPr>
            <a:endParaRPr lang="en-US" altLang="ko-KR" dirty="0"/>
          </a:p>
        </p:txBody>
      </p:sp>
      <p:sp>
        <p:nvSpPr>
          <p:cNvPr id="6" name="Rectangle 6">
            <a:extLst>
              <a:ext uri="{FF2B5EF4-FFF2-40B4-BE49-F238E27FC236}">
                <a16:creationId xmlns:a16="http://schemas.microsoft.com/office/drawing/2014/main" id="{AF6176DF-5DAE-1A8D-D46B-5730F32744A3}"/>
              </a:ext>
            </a:extLst>
          </p:cNvPr>
          <p:cNvSpPr>
            <a:spLocks noGrp="1" noChangeArrowheads="1"/>
          </p:cNvSpPr>
          <p:nvPr>
            <p:ph type="sldNum" sz="quarter" idx="12"/>
          </p:nvPr>
        </p:nvSpPr>
        <p:spPr>
          <a:ln/>
        </p:spPr>
        <p:txBody>
          <a:bodyPr/>
          <a:lstStyle>
            <a:lvl1pPr>
              <a:defRPr/>
            </a:lvl1pPr>
          </a:lstStyle>
          <a:p>
            <a:pPr>
              <a:defRPr/>
            </a:pPr>
            <a:fld id="{170EB8C6-CB5B-437A-9A22-B0E7BC7865AF}" type="slidenum">
              <a:rPr lang="en-US" altLang="ko-KR" smtClean="0"/>
              <a:pPr>
                <a:defRPr/>
              </a:pPr>
              <a:t>‹#›</a:t>
            </a:fld>
            <a:endParaRPr lang="en-US" altLang="ko-KR" dirty="0"/>
          </a:p>
        </p:txBody>
      </p:sp>
    </p:spTree>
    <p:extLst>
      <p:ext uri="{BB962C8B-B14F-4D97-AF65-F5344CB8AC3E}">
        <p14:creationId xmlns:p14="http://schemas.microsoft.com/office/powerpoint/2010/main" val="25978342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685800" y="1597819"/>
            <a:ext cx="7772400" cy="1102519"/>
          </a:xfrm>
        </p:spPr>
        <p:txBody>
          <a:bodyPr/>
          <a:lstStyle/>
          <a:p>
            <a:r>
              <a:rPr lang="ko-KR" altLang="en-US"/>
              <a:t>마스터 제목 스타일 편집</a:t>
            </a:r>
          </a:p>
        </p:txBody>
      </p:sp>
      <p:sp>
        <p:nvSpPr>
          <p:cNvPr id="3" name="부제목 2"/>
          <p:cNvSpPr>
            <a:spLocks noGrp="1"/>
          </p:cNvSpPr>
          <p:nvPr>
            <p:ph type="subTitle" idx="1"/>
          </p:nvPr>
        </p:nvSpPr>
        <p:spPr>
          <a:xfrm>
            <a:off x="1371600" y="2914650"/>
            <a:ext cx="6400800" cy="13144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ko-KR" altLang="en-US"/>
              <a:t>마스터 부제목 스타일 편집</a:t>
            </a:r>
          </a:p>
        </p:txBody>
      </p:sp>
      <p:sp>
        <p:nvSpPr>
          <p:cNvPr id="4" name="Rectangle 4">
            <a:extLst>
              <a:ext uri="{FF2B5EF4-FFF2-40B4-BE49-F238E27FC236}">
                <a16:creationId xmlns:a16="http://schemas.microsoft.com/office/drawing/2014/main" id="{96F01A72-5EF2-4734-F8CA-1F219482B171}"/>
              </a:ext>
            </a:extLst>
          </p:cNvPr>
          <p:cNvSpPr>
            <a:spLocks noGrp="1" noChangeArrowheads="1"/>
          </p:cNvSpPr>
          <p:nvPr>
            <p:ph type="dt" sz="half" idx="10"/>
          </p:nvPr>
        </p:nvSpPr>
        <p:spPr>
          <a:ln/>
        </p:spPr>
        <p:txBody>
          <a:bodyPr/>
          <a:lstStyle>
            <a:lvl1pPr>
              <a:defRPr/>
            </a:lvl1pPr>
          </a:lstStyle>
          <a:p>
            <a:pPr>
              <a:defRPr/>
            </a:pPr>
            <a:endParaRPr lang="en-US" altLang="ko-KR" dirty="0"/>
          </a:p>
        </p:txBody>
      </p:sp>
      <p:sp>
        <p:nvSpPr>
          <p:cNvPr id="5" name="Rectangle 5">
            <a:extLst>
              <a:ext uri="{FF2B5EF4-FFF2-40B4-BE49-F238E27FC236}">
                <a16:creationId xmlns:a16="http://schemas.microsoft.com/office/drawing/2014/main" id="{D9C1B51B-6F71-478C-D0EB-57FA38899C3B}"/>
              </a:ext>
            </a:extLst>
          </p:cNvPr>
          <p:cNvSpPr>
            <a:spLocks noGrp="1" noChangeArrowheads="1"/>
          </p:cNvSpPr>
          <p:nvPr>
            <p:ph type="ftr" sz="quarter" idx="11"/>
          </p:nvPr>
        </p:nvSpPr>
        <p:spPr>
          <a:ln/>
        </p:spPr>
        <p:txBody>
          <a:bodyPr/>
          <a:lstStyle>
            <a:lvl1pPr>
              <a:defRPr/>
            </a:lvl1pPr>
          </a:lstStyle>
          <a:p>
            <a:pPr>
              <a:defRPr/>
            </a:pPr>
            <a:endParaRPr lang="en-US" altLang="ko-KR" dirty="0"/>
          </a:p>
        </p:txBody>
      </p:sp>
      <p:sp>
        <p:nvSpPr>
          <p:cNvPr id="6" name="Rectangle 6">
            <a:extLst>
              <a:ext uri="{FF2B5EF4-FFF2-40B4-BE49-F238E27FC236}">
                <a16:creationId xmlns:a16="http://schemas.microsoft.com/office/drawing/2014/main" id="{2FED906B-F8D1-AA7A-A0B5-02A006094112}"/>
              </a:ext>
            </a:extLst>
          </p:cNvPr>
          <p:cNvSpPr>
            <a:spLocks noGrp="1" noChangeArrowheads="1"/>
          </p:cNvSpPr>
          <p:nvPr>
            <p:ph type="sldNum" sz="quarter" idx="12"/>
          </p:nvPr>
        </p:nvSpPr>
        <p:spPr>
          <a:ln/>
        </p:spPr>
        <p:txBody>
          <a:bodyPr/>
          <a:lstStyle>
            <a:lvl1pPr>
              <a:defRPr/>
            </a:lvl1pPr>
          </a:lstStyle>
          <a:p>
            <a:pPr>
              <a:defRPr/>
            </a:pPr>
            <a:fld id="{6F318971-4E76-4154-80A1-A3DDC821B339}" type="slidenum">
              <a:rPr lang="en-US" altLang="ko-KR" smtClean="0"/>
              <a:pPr>
                <a:defRPr/>
              </a:pPr>
              <a:t>‹#›</a:t>
            </a:fld>
            <a:endParaRPr lang="en-US" altLang="ko-KR" dirty="0"/>
          </a:p>
        </p:txBody>
      </p:sp>
    </p:spTree>
    <p:extLst>
      <p:ext uri="{BB962C8B-B14F-4D97-AF65-F5344CB8AC3E}">
        <p14:creationId xmlns:p14="http://schemas.microsoft.com/office/powerpoint/2010/main" val="248509902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4">
            <a:extLst>
              <a:ext uri="{FF2B5EF4-FFF2-40B4-BE49-F238E27FC236}">
                <a16:creationId xmlns:a16="http://schemas.microsoft.com/office/drawing/2014/main" id="{EA09D268-9E76-7D50-7479-5946507197CD}"/>
              </a:ext>
            </a:extLst>
          </p:cNvPr>
          <p:cNvSpPr>
            <a:spLocks noGrp="1" noChangeArrowheads="1"/>
          </p:cNvSpPr>
          <p:nvPr>
            <p:ph type="dt" sz="half" idx="10"/>
          </p:nvPr>
        </p:nvSpPr>
        <p:spPr>
          <a:ln/>
        </p:spPr>
        <p:txBody>
          <a:bodyPr/>
          <a:lstStyle>
            <a:lvl1pPr>
              <a:defRPr/>
            </a:lvl1pPr>
          </a:lstStyle>
          <a:p>
            <a:pPr>
              <a:defRPr/>
            </a:pPr>
            <a:endParaRPr lang="en-US" altLang="ko-KR" dirty="0"/>
          </a:p>
        </p:txBody>
      </p:sp>
      <p:sp>
        <p:nvSpPr>
          <p:cNvPr id="5" name="Rectangle 5">
            <a:extLst>
              <a:ext uri="{FF2B5EF4-FFF2-40B4-BE49-F238E27FC236}">
                <a16:creationId xmlns:a16="http://schemas.microsoft.com/office/drawing/2014/main" id="{A2D2B877-FDFE-AF91-E308-5742818665B5}"/>
              </a:ext>
            </a:extLst>
          </p:cNvPr>
          <p:cNvSpPr>
            <a:spLocks noGrp="1" noChangeArrowheads="1"/>
          </p:cNvSpPr>
          <p:nvPr>
            <p:ph type="ftr" sz="quarter" idx="11"/>
          </p:nvPr>
        </p:nvSpPr>
        <p:spPr>
          <a:ln/>
        </p:spPr>
        <p:txBody>
          <a:bodyPr/>
          <a:lstStyle>
            <a:lvl1pPr>
              <a:defRPr/>
            </a:lvl1pPr>
          </a:lstStyle>
          <a:p>
            <a:pPr>
              <a:defRPr/>
            </a:pPr>
            <a:endParaRPr lang="en-US" altLang="ko-KR" dirty="0"/>
          </a:p>
        </p:txBody>
      </p:sp>
      <p:sp>
        <p:nvSpPr>
          <p:cNvPr id="6" name="Rectangle 6">
            <a:extLst>
              <a:ext uri="{FF2B5EF4-FFF2-40B4-BE49-F238E27FC236}">
                <a16:creationId xmlns:a16="http://schemas.microsoft.com/office/drawing/2014/main" id="{CAAB1E7E-7849-C26A-C4EA-9A049D95B286}"/>
              </a:ext>
            </a:extLst>
          </p:cNvPr>
          <p:cNvSpPr>
            <a:spLocks noGrp="1" noChangeArrowheads="1"/>
          </p:cNvSpPr>
          <p:nvPr>
            <p:ph type="sldNum" sz="quarter" idx="12"/>
          </p:nvPr>
        </p:nvSpPr>
        <p:spPr>
          <a:ln/>
        </p:spPr>
        <p:txBody>
          <a:bodyPr/>
          <a:lstStyle>
            <a:lvl1pPr>
              <a:defRPr/>
            </a:lvl1pPr>
          </a:lstStyle>
          <a:p>
            <a:pPr>
              <a:defRPr/>
            </a:pPr>
            <a:fld id="{1331969E-F26E-4F8C-B9DF-CC0370684D58}" type="slidenum">
              <a:rPr lang="en-US" altLang="ko-KR" smtClean="0"/>
              <a:pPr>
                <a:defRPr/>
              </a:pPr>
              <a:t>‹#›</a:t>
            </a:fld>
            <a:endParaRPr lang="en-US" altLang="ko-KR" dirty="0"/>
          </a:p>
        </p:txBody>
      </p:sp>
    </p:spTree>
    <p:extLst>
      <p:ext uri="{BB962C8B-B14F-4D97-AF65-F5344CB8AC3E}">
        <p14:creationId xmlns:p14="http://schemas.microsoft.com/office/powerpoint/2010/main" val="293837710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722313" y="3305176"/>
            <a:ext cx="7772400" cy="1021556"/>
          </a:xfrm>
        </p:spPr>
        <p:txBody>
          <a:bodyPr anchor="t"/>
          <a:lstStyle>
            <a:lvl1pPr algn="l">
              <a:defRPr sz="4000" b="1" cap="all"/>
            </a:lvl1pPr>
          </a:lstStyle>
          <a:p>
            <a:r>
              <a:rPr lang="ko-KR" altLang="en-US"/>
              <a:t>마스터 제목 스타일 편집</a:t>
            </a:r>
          </a:p>
        </p:txBody>
      </p:sp>
      <p:sp>
        <p:nvSpPr>
          <p:cNvPr id="3" name="텍스트 개체 틀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ko-KR" altLang="en-US"/>
              <a:t>마스터 텍스트 스타일을 편집합니다</a:t>
            </a:r>
          </a:p>
        </p:txBody>
      </p:sp>
      <p:sp>
        <p:nvSpPr>
          <p:cNvPr id="4" name="Rectangle 4">
            <a:extLst>
              <a:ext uri="{FF2B5EF4-FFF2-40B4-BE49-F238E27FC236}">
                <a16:creationId xmlns:a16="http://schemas.microsoft.com/office/drawing/2014/main" id="{367A89FF-7BD1-2937-583C-FBF2302DDDA2}"/>
              </a:ext>
            </a:extLst>
          </p:cNvPr>
          <p:cNvSpPr>
            <a:spLocks noGrp="1" noChangeArrowheads="1"/>
          </p:cNvSpPr>
          <p:nvPr>
            <p:ph type="dt" sz="half" idx="10"/>
          </p:nvPr>
        </p:nvSpPr>
        <p:spPr>
          <a:ln/>
        </p:spPr>
        <p:txBody>
          <a:bodyPr/>
          <a:lstStyle>
            <a:lvl1pPr>
              <a:defRPr/>
            </a:lvl1pPr>
          </a:lstStyle>
          <a:p>
            <a:pPr>
              <a:defRPr/>
            </a:pPr>
            <a:endParaRPr lang="en-US" altLang="ko-KR" dirty="0"/>
          </a:p>
        </p:txBody>
      </p:sp>
      <p:sp>
        <p:nvSpPr>
          <p:cNvPr id="5" name="Rectangle 5">
            <a:extLst>
              <a:ext uri="{FF2B5EF4-FFF2-40B4-BE49-F238E27FC236}">
                <a16:creationId xmlns:a16="http://schemas.microsoft.com/office/drawing/2014/main" id="{32F2770E-33F0-BE2C-3B1A-7C21C1FB3B44}"/>
              </a:ext>
            </a:extLst>
          </p:cNvPr>
          <p:cNvSpPr>
            <a:spLocks noGrp="1" noChangeArrowheads="1"/>
          </p:cNvSpPr>
          <p:nvPr>
            <p:ph type="ftr" sz="quarter" idx="11"/>
          </p:nvPr>
        </p:nvSpPr>
        <p:spPr>
          <a:ln/>
        </p:spPr>
        <p:txBody>
          <a:bodyPr/>
          <a:lstStyle>
            <a:lvl1pPr>
              <a:defRPr/>
            </a:lvl1pPr>
          </a:lstStyle>
          <a:p>
            <a:pPr>
              <a:defRPr/>
            </a:pPr>
            <a:endParaRPr lang="en-US" altLang="ko-KR" dirty="0"/>
          </a:p>
        </p:txBody>
      </p:sp>
      <p:sp>
        <p:nvSpPr>
          <p:cNvPr id="6" name="Rectangle 6">
            <a:extLst>
              <a:ext uri="{FF2B5EF4-FFF2-40B4-BE49-F238E27FC236}">
                <a16:creationId xmlns:a16="http://schemas.microsoft.com/office/drawing/2014/main" id="{D4308376-F395-E140-76C5-8C76F64A21D2}"/>
              </a:ext>
            </a:extLst>
          </p:cNvPr>
          <p:cNvSpPr>
            <a:spLocks noGrp="1" noChangeArrowheads="1"/>
          </p:cNvSpPr>
          <p:nvPr>
            <p:ph type="sldNum" sz="quarter" idx="12"/>
          </p:nvPr>
        </p:nvSpPr>
        <p:spPr>
          <a:ln/>
        </p:spPr>
        <p:txBody>
          <a:bodyPr/>
          <a:lstStyle>
            <a:lvl1pPr>
              <a:defRPr/>
            </a:lvl1pPr>
          </a:lstStyle>
          <a:p>
            <a:pPr>
              <a:defRPr/>
            </a:pPr>
            <a:fld id="{06D4C483-8DDF-4523-BD99-940559EC6BB3}" type="slidenum">
              <a:rPr lang="en-US" altLang="ko-KR" smtClean="0"/>
              <a:pPr>
                <a:defRPr/>
              </a:pPr>
              <a:t>‹#›</a:t>
            </a:fld>
            <a:endParaRPr lang="en-US" altLang="ko-KR" dirty="0"/>
          </a:p>
        </p:txBody>
      </p:sp>
    </p:spTree>
    <p:extLst>
      <p:ext uri="{BB962C8B-B14F-4D97-AF65-F5344CB8AC3E}">
        <p14:creationId xmlns:p14="http://schemas.microsoft.com/office/powerpoint/2010/main" val="269411311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Rectangle 4">
            <a:extLst>
              <a:ext uri="{FF2B5EF4-FFF2-40B4-BE49-F238E27FC236}">
                <a16:creationId xmlns:a16="http://schemas.microsoft.com/office/drawing/2014/main" id="{58867794-C921-8771-2F77-AACB4897F16E}"/>
              </a:ext>
            </a:extLst>
          </p:cNvPr>
          <p:cNvSpPr>
            <a:spLocks noGrp="1" noChangeArrowheads="1"/>
          </p:cNvSpPr>
          <p:nvPr>
            <p:ph type="dt" sz="half" idx="10"/>
          </p:nvPr>
        </p:nvSpPr>
        <p:spPr>
          <a:ln/>
        </p:spPr>
        <p:txBody>
          <a:bodyPr/>
          <a:lstStyle>
            <a:lvl1pPr>
              <a:defRPr/>
            </a:lvl1pPr>
          </a:lstStyle>
          <a:p>
            <a:pPr>
              <a:defRPr/>
            </a:pPr>
            <a:endParaRPr lang="en-US" altLang="ko-KR" dirty="0"/>
          </a:p>
        </p:txBody>
      </p:sp>
      <p:sp>
        <p:nvSpPr>
          <p:cNvPr id="6" name="Rectangle 5">
            <a:extLst>
              <a:ext uri="{FF2B5EF4-FFF2-40B4-BE49-F238E27FC236}">
                <a16:creationId xmlns:a16="http://schemas.microsoft.com/office/drawing/2014/main" id="{8B8D22B7-49E8-85EA-443C-6739573EA554}"/>
              </a:ext>
            </a:extLst>
          </p:cNvPr>
          <p:cNvSpPr>
            <a:spLocks noGrp="1" noChangeArrowheads="1"/>
          </p:cNvSpPr>
          <p:nvPr>
            <p:ph type="ftr" sz="quarter" idx="11"/>
          </p:nvPr>
        </p:nvSpPr>
        <p:spPr>
          <a:ln/>
        </p:spPr>
        <p:txBody>
          <a:bodyPr/>
          <a:lstStyle>
            <a:lvl1pPr>
              <a:defRPr/>
            </a:lvl1pPr>
          </a:lstStyle>
          <a:p>
            <a:pPr>
              <a:defRPr/>
            </a:pPr>
            <a:endParaRPr lang="en-US" altLang="ko-KR" dirty="0"/>
          </a:p>
        </p:txBody>
      </p:sp>
      <p:sp>
        <p:nvSpPr>
          <p:cNvPr id="7" name="Rectangle 6">
            <a:extLst>
              <a:ext uri="{FF2B5EF4-FFF2-40B4-BE49-F238E27FC236}">
                <a16:creationId xmlns:a16="http://schemas.microsoft.com/office/drawing/2014/main" id="{4391AA22-A198-D29A-3B57-9A4ECF59C34D}"/>
              </a:ext>
            </a:extLst>
          </p:cNvPr>
          <p:cNvSpPr>
            <a:spLocks noGrp="1" noChangeArrowheads="1"/>
          </p:cNvSpPr>
          <p:nvPr>
            <p:ph type="sldNum" sz="quarter" idx="12"/>
          </p:nvPr>
        </p:nvSpPr>
        <p:spPr>
          <a:ln/>
        </p:spPr>
        <p:txBody>
          <a:bodyPr/>
          <a:lstStyle>
            <a:lvl1pPr>
              <a:defRPr/>
            </a:lvl1pPr>
          </a:lstStyle>
          <a:p>
            <a:pPr>
              <a:defRPr/>
            </a:pPr>
            <a:fld id="{86AF8932-8A80-40D1-80C3-3BCB4738FB18}" type="slidenum">
              <a:rPr lang="en-US" altLang="ko-KR" smtClean="0"/>
              <a:pPr>
                <a:defRPr/>
              </a:pPr>
              <a:t>‹#›</a:t>
            </a:fld>
            <a:endParaRPr lang="en-US" altLang="ko-KR" dirty="0"/>
          </a:p>
        </p:txBody>
      </p:sp>
    </p:spTree>
    <p:extLst>
      <p:ext uri="{BB962C8B-B14F-4D97-AF65-F5344CB8AC3E}">
        <p14:creationId xmlns:p14="http://schemas.microsoft.com/office/powerpoint/2010/main" val="318647599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lvl1pPr>
              <a:defRPr/>
            </a:lvl1pPr>
          </a:lstStyle>
          <a:p>
            <a:r>
              <a:rPr lang="ko-KR" altLang="en-US"/>
              <a:t>마스터 제목 스타일 편집</a:t>
            </a:r>
          </a:p>
        </p:txBody>
      </p:sp>
      <p:sp>
        <p:nvSpPr>
          <p:cNvPr id="3" name="텍스트 개체 틀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4" name="내용 개체 틀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6" name="내용 개체 틀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Rectangle 4">
            <a:extLst>
              <a:ext uri="{FF2B5EF4-FFF2-40B4-BE49-F238E27FC236}">
                <a16:creationId xmlns:a16="http://schemas.microsoft.com/office/drawing/2014/main" id="{EABF5C9D-96FD-2BD5-3DA8-CA11CEA3332C}"/>
              </a:ext>
            </a:extLst>
          </p:cNvPr>
          <p:cNvSpPr>
            <a:spLocks noGrp="1" noChangeArrowheads="1"/>
          </p:cNvSpPr>
          <p:nvPr>
            <p:ph type="dt" sz="half" idx="10"/>
          </p:nvPr>
        </p:nvSpPr>
        <p:spPr>
          <a:ln/>
        </p:spPr>
        <p:txBody>
          <a:bodyPr/>
          <a:lstStyle>
            <a:lvl1pPr>
              <a:defRPr/>
            </a:lvl1pPr>
          </a:lstStyle>
          <a:p>
            <a:pPr>
              <a:defRPr/>
            </a:pPr>
            <a:endParaRPr lang="en-US" altLang="ko-KR" dirty="0"/>
          </a:p>
        </p:txBody>
      </p:sp>
      <p:sp>
        <p:nvSpPr>
          <p:cNvPr id="8" name="Rectangle 5">
            <a:extLst>
              <a:ext uri="{FF2B5EF4-FFF2-40B4-BE49-F238E27FC236}">
                <a16:creationId xmlns:a16="http://schemas.microsoft.com/office/drawing/2014/main" id="{2028FA65-2172-4F06-734C-66B896DC6C6C}"/>
              </a:ext>
            </a:extLst>
          </p:cNvPr>
          <p:cNvSpPr>
            <a:spLocks noGrp="1" noChangeArrowheads="1"/>
          </p:cNvSpPr>
          <p:nvPr>
            <p:ph type="ftr" sz="quarter" idx="11"/>
          </p:nvPr>
        </p:nvSpPr>
        <p:spPr>
          <a:ln/>
        </p:spPr>
        <p:txBody>
          <a:bodyPr/>
          <a:lstStyle>
            <a:lvl1pPr>
              <a:defRPr/>
            </a:lvl1pPr>
          </a:lstStyle>
          <a:p>
            <a:pPr>
              <a:defRPr/>
            </a:pPr>
            <a:endParaRPr lang="en-US" altLang="ko-KR" dirty="0"/>
          </a:p>
        </p:txBody>
      </p:sp>
      <p:sp>
        <p:nvSpPr>
          <p:cNvPr id="9" name="Rectangle 6">
            <a:extLst>
              <a:ext uri="{FF2B5EF4-FFF2-40B4-BE49-F238E27FC236}">
                <a16:creationId xmlns:a16="http://schemas.microsoft.com/office/drawing/2014/main" id="{296AE2A2-35B9-F42E-5D86-CCB333B32333}"/>
              </a:ext>
            </a:extLst>
          </p:cNvPr>
          <p:cNvSpPr>
            <a:spLocks noGrp="1" noChangeArrowheads="1"/>
          </p:cNvSpPr>
          <p:nvPr>
            <p:ph type="sldNum" sz="quarter" idx="12"/>
          </p:nvPr>
        </p:nvSpPr>
        <p:spPr>
          <a:ln/>
        </p:spPr>
        <p:txBody>
          <a:bodyPr/>
          <a:lstStyle>
            <a:lvl1pPr>
              <a:defRPr/>
            </a:lvl1pPr>
          </a:lstStyle>
          <a:p>
            <a:pPr>
              <a:defRPr/>
            </a:pPr>
            <a:fld id="{F67A5366-325B-49AA-B92A-B5273D9F3FAC}" type="slidenum">
              <a:rPr lang="en-US" altLang="ko-KR" smtClean="0"/>
              <a:pPr>
                <a:defRPr/>
              </a:pPr>
              <a:t>‹#›</a:t>
            </a:fld>
            <a:endParaRPr lang="en-US" altLang="ko-KR" dirty="0"/>
          </a:p>
        </p:txBody>
      </p:sp>
    </p:spTree>
    <p:extLst>
      <p:ext uri="{BB962C8B-B14F-4D97-AF65-F5344CB8AC3E}">
        <p14:creationId xmlns:p14="http://schemas.microsoft.com/office/powerpoint/2010/main" val="26034227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Rectangle 4">
            <a:extLst>
              <a:ext uri="{FF2B5EF4-FFF2-40B4-BE49-F238E27FC236}">
                <a16:creationId xmlns:a16="http://schemas.microsoft.com/office/drawing/2014/main" id="{425A16C7-6D71-F9F8-52EE-07E3A90B0A5B}"/>
              </a:ext>
            </a:extLst>
          </p:cNvPr>
          <p:cNvSpPr>
            <a:spLocks noGrp="1" noChangeArrowheads="1"/>
          </p:cNvSpPr>
          <p:nvPr>
            <p:ph type="dt" sz="half" idx="10"/>
          </p:nvPr>
        </p:nvSpPr>
        <p:spPr>
          <a:ln/>
        </p:spPr>
        <p:txBody>
          <a:bodyPr/>
          <a:lstStyle>
            <a:lvl1pPr>
              <a:defRPr/>
            </a:lvl1pPr>
          </a:lstStyle>
          <a:p>
            <a:pPr>
              <a:defRPr/>
            </a:pPr>
            <a:endParaRPr lang="en-US" altLang="ko-KR" dirty="0"/>
          </a:p>
        </p:txBody>
      </p:sp>
      <p:sp>
        <p:nvSpPr>
          <p:cNvPr id="4" name="Rectangle 5">
            <a:extLst>
              <a:ext uri="{FF2B5EF4-FFF2-40B4-BE49-F238E27FC236}">
                <a16:creationId xmlns:a16="http://schemas.microsoft.com/office/drawing/2014/main" id="{D2A173EE-9DE6-6E93-3EA0-84F74F4D4228}"/>
              </a:ext>
            </a:extLst>
          </p:cNvPr>
          <p:cNvSpPr>
            <a:spLocks noGrp="1" noChangeArrowheads="1"/>
          </p:cNvSpPr>
          <p:nvPr>
            <p:ph type="ftr" sz="quarter" idx="11"/>
          </p:nvPr>
        </p:nvSpPr>
        <p:spPr>
          <a:ln/>
        </p:spPr>
        <p:txBody>
          <a:bodyPr/>
          <a:lstStyle>
            <a:lvl1pPr>
              <a:defRPr/>
            </a:lvl1pPr>
          </a:lstStyle>
          <a:p>
            <a:pPr>
              <a:defRPr/>
            </a:pPr>
            <a:endParaRPr lang="en-US" altLang="ko-KR" dirty="0"/>
          </a:p>
        </p:txBody>
      </p:sp>
      <p:sp>
        <p:nvSpPr>
          <p:cNvPr id="5" name="Rectangle 6">
            <a:extLst>
              <a:ext uri="{FF2B5EF4-FFF2-40B4-BE49-F238E27FC236}">
                <a16:creationId xmlns:a16="http://schemas.microsoft.com/office/drawing/2014/main" id="{FD3229A2-2FDE-2EFB-9173-28B270E47BC5}"/>
              </a:ext>
            </a:extLst>
          </p:cNvPr>
          <p:cNvSpPr>
            <a:spLocks noGrp="1" noChangeArrowheads="1"/>
          </p:cNvSpPr>
          <p:nvPr>
            <p:ph type="sldNum" sz="quarter" idx="12"/>
          </p:nvPr>
        </p:nvSpPr>
        <p:spPr>
          <a:ln/>
        </p:spPr>
        <p:txBody>
          <a:bodyPr/>
          <a:lstStyle>
            <a:lvl1pPr>
              <a:defRPr/>
            </a:lvl1pPr>
          </a:lstStyle>
          <a:p>
            <a:pPr>
              <a:defRPr/>
            </a:pPr>
            <a:fld id="{B52A0B5B-1146-4756-8075-3F85EC67C987}" type="slidenum">
              <a:rPr lang="en-US" altLang="ko-KR" smtClean="0"/>
              <a:pPr>
                <a:defRPr/>
              </a:pPr>
              <a:t>‹#›</a:t>
            </a:fld>
            <a:endParaRPr lang="en-US" altLang="ko-KR" dirty="0"/>
          </a:p>
        </p:txBody>
      </p:sp>
    </p:spTree>
    <p:extLst>
      <p:ext uri="{BB962C8B-B14F-4D97-AF65-F5344CB8AC3E}">
        <p14:creationId xmlns:p14="http://schemas.microsoft.com/office/powerpoint/2010/main" val="281048434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24194FCD-2CD7-E8B1-E33D-DD551A9A21C6}"/>
              </a:ext>
            </a:extLst>
          </p:cNvPr>
          <p:cNvSpPr>
            <a:spLocks noGrp="1" noChangeArrowheads="1"/>
          </p:cNvSpPr>
          <p:nvPr>
            <p:ph type="dt" sz="half" idx="10"/>
          </p:nvPr>
        </p:nvSpPr>
        <p:spPr>
          <a:ln/>
        </p:spPr>
        <p:txBody>
          <a:bodyPr/>
          <a:lstStyle>
            <a:lvl1pPr>
              <a:defRPr/>
            </a:lvl1pPr>
          </a:lstStyle>
          <a:p>
            <a:pPr>
              <a:defRPr/>
            </a:pPr>
            <a:endParaRPr lang="en-US" altLang="ko-KR" dirty="0"/>
          </a:p>
        </p:txBody>
      </p:sp>
      <p:sp>
        <p:nvSpPr>
          <p:cNvPr id="3" name="Rectangle 5">
            <a:extLst>
              <a:ext uri="{FF2B5EF4-FFF2-40B4-BE49-F238E27FC236}">
                <a16:creationId xmlns:a16="http://schemas.microsoft.com/office/drawing/2014/main" id="{1653DDAF-7214-E1E8-F3A3-E8357A92A9E5}"/>
              </a:ext>
            </a:extLst>
          </p:cNvPr>
          <p:cNvSpPr>
            <a:spLocks noGrp="1" noChangeArrowheads="1"/>
          </p:cNvSpPr>
          <p:nvPr>
            <p:ph type="ftr" sz="quarter" idx="11"/>
          </p:nvPr>
        </p:nvSpPr>
        <p:spPr>
          <a:ln/>
        </p:spPr>
        <p:txBody>
          <a:bodyPr/>
          <a:lstStyle>
            <a:lvl1pPr>
              <a:defRPr/>
            </a:lvl1pPr>
          </a:lstStyle>
          <a:p>
            <a:pPr>
              <a:defRPr/>
            </a:pPr>
            <a:endParaRPr lang="en-US" altLang="ko-KR" dirty="0"/>
          </a:p>
        </p:txBody>
      </p:sp>
      <p:sp>
        <p:nvSpPr>
          <p:cNvPr id="4" name="Rectangle 6">
            <a:extLst>
              <a:ext uri="{FF2B5EF4-FFF2-40B4-BE49-F238E27FC236}">
                <a16:creationId xmlns:a16="http://schemas.microsoft.com/office/drawing/2014/main" id="{187C6C99-C5CC-6B6F-0059-7CDC3E339344}"/>
              </a:ext>
            </a:extLst>
          </p:cNvPr>
          <p:cNvSpPr>
            <a:spLocks noGrp="1" noChangeArrowheads="1"/>
          </p:cNvSpPr>
          <p:nvPr>
            <p:ph type="sldNum" sz="quarter" idx="12"/>
          </p:nvPr>
        </p:nvSpPr>
        <p:spPr>
          <a:ln/>
        </p:spPr>
        <p:txBody>
          <a:bodyPr/>
          <a:lstStyle>
            <a:lvl1pPr>
              <a:defRPr/>
            </a:lvl1pPr>
          </a:lstStyle>
          <a:p>
            <a:pPr>
              <a:defRPr/>
            </a:pPr>
            <a:fld id="{DA105FB1-FFAB-49B4-BD99-507B0685736F}" type="slidenum">
              <a:rPr lang="en-US" altLang="ko-KR" smtClean="0"/>
              <a:pPr>
                <a:defRPr/>
              </a:pPr>
              <a:t>‹#›</a:t>
            </a:fld>
            <a:endParaRPr lang="en-US" altLang="ko-KR" dirty="0"/>
          </a:p>
        </p:txBody>
      </p:sp>
    </p:spTree>
    <p:extLst>
      <p:ext uri="{BB962C8B-B14F-4D97-AF65-F5344CB8AC3E}">
        <p14:creationId xmlns:p14="http://schemas.microsoft.com/office/powerpoint/2010/main" val="420803583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457201" y="204787"/>
            <a:ext cx="3008313" cy="871538"/>
          </a:xfrm>
        </p:spPr>
        <p:txBody>
          <a:bodyPr anchor="b"/>
          <a:lstStyle>
            <a:lvl1pPr algn="l">
              <a:defRPr sz="2000" b="1"/>
            </a:lvl1pPr>
          </a:lstStyle>
          <a:p>
            <a:r>
              <a:rPr lang="ko-KR" altLang="en-US"/>
              <a:t>마스터 제목 스타일 편집</a:t>
            </a:r>
          </a:p>
        </p:txBody>
      </p:sp>
      <p:sp>
        <p:nvSpPr>
          <p:cNvPr id="3" name="내용 개체 틀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Rectangle 4">
            <a:extLst>
              <a:ext uri="{FF2B5EF4-FFF2-40B4-BE49-F238E27FC236}">
                <a16:creationId xmlns:a16="http://schemas.microsoft.com/office/drawing/2014/main" id="{FC2265A6-75DB-9B22-6C1E-A95DF8396631}"/>
              </a:ext>
            </a:extLst>
          </p:cNvPr>
          <p:cNvSpPr>
            <a:spLocks noGrp="1" noChangeArrowheads="1"/>
          </p:cNvSpPr>
          <p:nvPr>
            <p:ph type="dt" sz="half" idx="10"/>
          </p:nvPr>
        </p:nvSpPr>
        <p:spPr>
          <a:ln/>
        </p:spPr>
        <p:txBody>
          <a:bodyPr/>
          <a:lstStyle>
            <a:lvl1pPr>
              <a:defRPr/>
            </a:lvl1pPr>
          </a:lstStyle>
          <a:p>
            <a:pPr>
              <a:defRPr/>
            </a:pPr>
            <a:endParaRPr lang="en-US" altLang="ko-KR" dirty="0"/>
          </a:p>
        </p:txBody>
      </p:sp>
      <p:sp>
        <p:nvSpPr>
          <p:cNvPr id="6" name="Rectangle 5">
            <a:extLst>
              <a:ext uri="{FF2B5EF4-FFF2-40B4-BE49-F238E27FC236}">
                <a16:creationId xmlns:a16="http://schemas.microsoft.com/office/drawing/2014/main" id="{76EAC318-5F6E-FB97-E5D4-D95B8AAE0C3F}"/>
              </a:ext>
            </a:extLst>
          </p:cNvPr>
          <p:cNvSpPr>
            <a:spLocks noGrp="1" noChangeArrowheads="1"/>
          </p:cNvSpPr>
          <p:nvPr>
            <p:ph type="ftr" sz="quarter" idx="11"/>
          </p:nvPr>
        </p:nvSpPr>
        <p:spPr>
          <a:ln/>
        </p:spPr>
        <p:txBody>
          <a:bodyPr/>
          <a:lstStyle>
            <a:lvl1pPr>
              <a:defRPr/>
            </a:lvl1pPr>
          </a:lstStyle>
          <a:p>
            <a:pPr>
              <a:defRPr/>
            </a:pPr>
            <a:endParaRPr lang="en-US" altLang="ko-KR" dirty="0"/>
          </a:p>
        </p:txBody>
      </p:sp>
      <p:sp>
        <p:nvSpPr>
          <p:cNvPr id="7" name="Rectangle 6">
            <a:extLst>
              <a:ext uri="{FF2B5EF4-FFF2-40B4-BE49-F238E27FC236}">
                <a16:creationId xmlns:a16="http://schemas.microsoft.com/office/drawing/2014/main" id="{D93C59F8-219D-7514-73B7-858F915DC96A}"/>
              </a:ext>
            </a:extLst>
          </p:cNvPr>
          <p:cNvSpPr>
            <a:spLocks noGrp="1" noChangeArrowheads="1"/>
          </p:cNvSpPr>
          <p:nvPr>
            <p:ph type="sldNum" sz="quarter" idx="12"/>
          </p:nvPr>
        </p:nvSpPr>
        <p:spPr>
          <a:ln/>
        </p:spPr>
        <p:txBody>
          <a:bodyPr/>
          <a:lstStyle>
            <a:lvl1pPr>
              <a:defRPr/>
            </a:lvl1pPr>
          </a:lstStyle>
          <a:p>
            <a:pPr>
              <a:defRPr/>
            </a:pPr>
            <a:fld id="{39380AE0-FB7E-4C09-9C8D-1510518982AF}" type="slidenum">
              <a:rPr lang="en-US" altLang="ko-KR" smtClean="0"/>
              <a:pPr>
                <a:defRPr/>
              </a:pPr>
              <a:t>‹#›</a:t>
            </a:fld>
            <a:endParaRPr lang="en-US" altLang="ko-KR" dirty="0"/>
          </a:p>
        </p:txBody>
      </p:sp>
    </p:spTree>
    <p:extLst>
      <p:ext uri="{BB962C8B-B14F-4D97-AF65-F5344CB8AC3E}">
        <p14:creationId xmlns:p14="http://schemas.microsoft.com/office/powerpoint/2010/main" val="141049941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792288" y="3600450"/>
            <a:ext cx="5486400" cy="425054"/>
          </a:xfrm>
        </p:spPr>
        <p:txBody>
          <a:bodyPr anchor="b"/>
          <a:lstStyle>
            <a:lvl1pPr algn="l">
              <a:defRPr sz="2000" b="1"/>
            </a:lvl1pPr>
          </a:lstStyle>
          <a:p>
            <a:r>
              <a:rPr lang="ko-KR" altLang="en-US"/>
              <a:t>마스터 제목 스타일 편집</a:t>
            </a:r>
          </a:p>
        </p:txBody>
      </p:sp>
      <p:sp>
        <p:nvSpPr>
          <p:cNvPr id="3" name="그림 개체 틀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ko-KR" altLang="en-US" noProof="0"/>
          </a:p>
        </p:txBody>
      </p:sp>
      <p:sp>
        <p:nvSpPr>
          <p:cNvPr id="4" name="텍스트 개체 틀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Rectangle 4">
            <a:extLst>
              <a:ext uri="{FF2B5EF4-FFF2-40B4-BE49-F238E27FC236}">
                <a16:creationId xmlns:a16="http://schemas.microsoft.com/office/drawing/2014/main" id="{C2BBE2C4-C402-7DE2-2F47-0CE02A71EDE4}"/>
              </a:ext>
            </a:extLst>
          </p:cNvPr>
          <p:cNvSpPr>
            <a:spLocks noGrp="1" noChangeArrowheads="1"/>
          </p:cNvSpPr>
          <p:nvPr>
            <p:ph type="dt" sz="half" idx="10"/>
          </p:nvPr>
        </p:nvSpPr>
        <p:spPr>
          <a:ln/>
        </p:spPr>
        <p:txBody>
          <a:bodyPr/>
          <a:lstStyle>
            <a:lvl1pPr>
              <a:defRPr/>
            </a:lvl1pPr>
          </a:lstStyle>
          <a:p>
            <a:pPr>
              <a:defRPr/>
            </a:pPr>
            <a:endParaRPr lang="en-US" altLang="ko-KR" dirty="0"/>
          </a:p>
        </p:txBody>
      </p:sp>
      <p:sp>
        <p:nvSpPr>
          <p:cNvPr id="6" name="Rectangle 5">
            <a:extLst>
              <a:ext uri="{FF2B5EF4-FFF2-40B4-BE49-F238E27FC236}">
                <a16:creationId xmlns:a16="http://schemas.microsoft.com/office/drawing/2014/main" id="{92F94C59-8C33-93F6-A642-8598B1F8A855}"/>
              </a:ext>
            </a:extLst>
          </p:cNvPr>
          <p:cNvSpPr>
            <a:spLocks noGrp="1" noChangeArrowheads="1"/>
          </p:cNvSpPr>
          <p:nvPr>
            <p:ph type="ftr" sz="quarter" idx="11"/>
          </p:nvPr>
        </p:nvSpPr>
        <p:spPr>
          <a:ln/>
        </p:spPr>
        <p:txBody>
          <a:bodyPr/>
          <a:lstStyle>
            <a:lvl1pPr>
              <a:defRPr/>
            </a:lvl1pPr>
          </a:lstStyle>
          <a:p>
            <a:pPr>
              <a:defRPr/>
            </a:pPr>
            <a:endParaRPr lang="en-US" altLang="ko-KR" dirty="0"/>
          </a:p>
        </p:txBody>
      </p:sp>
      <p:sp>
        <p:nvSpPr>
          <p:cNvPr id="7" name="Rectangle 6">
            <a:extLst>
              <a:ext uri="{FF2B5EF4-FFF2-40B4-BE49-F238E27FC236}">
                <a16:creationId xmlns:a16="http://schemas.microsoft.com/office/drawing/2014/main" id="{BF10928A-C35E-B582-6987-4C83D8D986C9}"/>
              </a:ext>
            </a:extLst>
          </p:cNvPr>
          <p:cNvSpPr>
            <a:spLocks noGrp="1" noChangeArrowheads="1"/>
          </p:cNvSpPr>
          <p:nvPr>
            <p:ph type="sldNum" sz="quarter" idx="12"/>
          </p:nvPr>
        </p:nvSpPr>
        <p:spPr>
          <a:ln/>
        </p:spPr>
        <p:txBody>
          <a:bodyPr/>
          <a:lstStyle>
            <a:lvl1pPr>
              <a:defRPr/>
            </a:lvl1pPr>
          </a:lstStyle>
          <a:p>
            <a:pPr>
              <a:defRPr/>
            </a:pPr>
            <a:fld id="{7B6D8E15-A094-4920-B3B5-769174DC5821}" type="slidenum">
              <a:rPr lang="en-US" altLang="ko-KR" smtClean="0"/>
              <a:pPr>
                <a:defRPr/>
              </a:pPr>
              <a:t>‹#›</a:t>
            </a:fld>
            <a:endParaRPr lang="en-US" altLang="ko-KR" dirty="0"/>
          </a:p>
        </p:txBody>
      </p:sp>
    </p:spTree>
    <p:extLst>
      <p:ext uri="{BB962C8B-B14F-4D97-AF65-F5344CB8AC3E}">
        <p14:creationId xmlns:p14="http://schemas.microsoft.com/office/powerpoint/2010/main" val="414916089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4">
            <a:extLst>
              <a:ext uri="{FF2B5EF4-FFF2-40B4-BE49-F238E27FC236}">
                <a16:creationId xmlns:a16="http://schemas.microsoft.com/office/drawing/2014/main" id="{826C3CDE-F8B6-7CC3-46E3-E4581F592CD6}"/>
              </a:ext>
            </a:extLst>
          </p:cNvPr>
          <p:cNvSpPr>
            <a:spLocks noGrp="1" noChangeArrowheads="1"/>
          </p:cNvSpPr>
          <p:nvPr>
            <p:ph type="dt" sz="half" idx="10"/>
          </p:nvPr>
        </p:nvSpPr>
        <p:spPr>
          <a:ln/>
        </p:spPr>
        <p:txBody>
          <a:bodyPr/>
          <a:lstStyle>
            <a:lvl1pPr>
              <a:defRPr/>
            </a:lvl1pPr>
          </a:lstStyle>
          <a:p>
            <a:pPr>
              <a:defRPr/>
            </a:pPr>
            <a:endParaRPr lang="en-US" altLang="ko-KR" dirty="0"/>
          </a:p>
        </p:txBody>
      </p:sp>
      <p:sp>
        <p:nvSpPr>
          <p:cNvPr id="5" name="Rectangle 5">
            <a:extLst>
              <a:ext uri="{FF2B5EF4-FFF2-40B4-BE49-F238E27FC236}">
                <a16:creationId xmlns:a16="http://schemas.microsoft.com/office/drawing/2014/main" id="{999D9952-6D89-B2C8-C048-8992A25BBB43}"/>
              </a:ext>
            </a:extLst>
          </p:cNvPr>
          <p:cNvSpPr>
            <a:spLocks noGrp="1" noChangeArrowheads="1"/>
          </p:cNvSpPr>
          <p:nvPr>
            <p:ph type="ftr" sz="quarter" idx="11"/>
          </p:nvPr>
        </p:nvSpPr>
        <p:spPr>
          <a:ln/>
        </p:spPr>
        <p:txBody>
          <a:bodyPr/>
          <a:lstStyle>
            <a:lvl1pPr>
              <a:defRPr/>
            </a:lvl1pPr>
          </a:lstStyle>
          <a:p>
            <a:pPr>
              <a:defRPr/>
            </a:pPr>
            <a:endParaRPr lang="en-US" altLang="ko-KR" dirty="0"/>
          </a:p>
        </p:txBody>
      </p:sp>
      <p:sp>
        <p:nvSpPr>
          <p:cNvPr id="6" name="Rectangle 6">
            <a:extLst>
              <a:ext uri="{FF2B5EF4-FFF2-40B4-BE49-F238E27FC236}">
                <a16:creationId xmlns:a16="http://schemas.microsoft.com/office/drawing/2014/main" id="{BC14F175-903F-4B51-FED6-228AE555939F}"/>
              </a:ext>
            </a:extLst>
          </p:cNvPr>
          <p:cNvSpPr>
            <a:spLocks noGrp="1" noChangeArrowheads="1"/>
          </p:cNvSpPr>
          <p:nvPr>
            <p:ph type="sldNum" sz="quarter" idx="12"/>
          </p:nvPr>
        </p:nvSpPr>
        <p:spPr>
          <a:ln/>
        </p:spPr>
        <p:txBody>
          <a:bodyPr/>
          <a:lstStyle>
            <a:lvl1pPr>
              <a:defRPr/>
            </a:lvl1pPr>
          </a:lstStyle>
          <a:p>
            <a:pPr>
              <a:defRPr/>
            </a:pPr>
            <a:fld id="{87F03C22-91D1-4F0E-BD27-510D2E7B2D4B}" type="slidenum">
              <a:rPr lang="en-US" altLang="ko-KR" smtClean="0"/>
              <a:pPr>
                <a:defRPr/>
              </a:pPr>
              <a:t>‹#›</a:t>
            </a:fld>
            <a:endParaRPr lang="en-US" altLang="ko-KR" dirty="0"/>
          </a:p>
        </p:txBody>
      </p:sp>
    </p:spTree>
    <p:extLst>
      <p:ext uri="{BB962C8B-B14F-4D97-AF65-F5344CB8AC3E}">
        <p14:creationId xmlns:p14="http://schemas.microsoft.com/office/powerpoint/2010/main" val="395566016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6629400" y="205979"/>
            <a:ext cx="2057400" cy="4388644"/>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457200" y="205979"/>
            <a:ext cx="6019800" cy="4388644"/>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4">
            <a:extLst>
              <a:ext uri="{FF2B5EF4-FFF2-40B4-BE49-F238E27FC236}">
                <a16:creationId xmlns:a16="http://schemas.microsoft.com/office/drawing/2014/main" id="{E734B31D-104B-A4F7-7B43-575BD1A74CC7}"/>
              </a:ext>
            </a:extLst>
          </p:cNvPr>
          <p:cNvSpPr>
            <a:spLocks noGrp="1" noChangeArrowheads="1"/>
          </p:cNvSpPr>
          <p:nvPr>
            <p:ph type="dt" sz="half" idx="10"/>
          </p:nvPr>
        </p:nvSpPr>
        <p:spPr>
          <a:ln/>
        </p:spPr>
        <p:txBody>
          <a:bodyPr/>
          <a:lstStyle>
            <a:lvl1pPr>
              <a:defRPr/>
            </a:lvl1pPr>
          </a:lstStyle>
          <a:p>
            <a:pPr>
              <a:defRPr/>
            </a:pPr>
            <a:endParaRPr lang="en-US" altLang="ko-KR" dirty="0"/>
          </a:p>
        </p:txBody>
      </p:sp>
      <p:sp>
        <p:nvSpPr>
          <p:cNvPr id="5" name="Rectangle 5">
            <a:extLst>
              <a:ext uri="{FF2B5EF4-FFF2-40B4-BE49-F238E27FC236}">
                <a16:creationId xmlns:a16="http://schemas.microsoft.com/office/drawing/2014/main" id="{25954747-6CAD-0D37-7AF8-FD53C4175F7C}"/>
              </a:ext>
            </a:extLst>
          </p:cNvPr>
          <p:cNvSpPr>
            <a:spLocks noGrp="1" noChangeArrowheads="1"/>
          </p:cNvSpPr>
          <p:nvPr>
            <p:ph type="ftr" sz="quarter" idx="11"/>
          </p:nvPr>
        </p:nvSpPr>
        <p:spPr>
          <a:ln/>
        </p:spPr>
        <p:txBody>
          <a:bodyPr/>
          <a:lstStyle>
            <a:lvl1pPr>
              <a:defRPr/>
            </a:lvl1pPr>
          </a:lstStyle>
          <a:p>
            <a:pPr>
              <a:defRPr/>
            </a:pPr>
            <a:endParaRPr lang="en-US" altLang="ko-KR" dirty="0"/>
          </a:p>
        </p:txBody>
      </p:sp>
      <p:sp>
        <p:nvSpPr>
          <p:cNvPr id="6" name="Rectangle 6">
            <a:extLst>
              <a:ext uri="{FF2B5EF4-FFF2-40B4-BE49-F238E27FC236}">
                <a16:creationId xmlns:a16="http://schemas.microsoft.com/office/drawing/2014/main" id="{FAAEF5E9-5D3B-744E-694C-A0984C027E29}"/>
              </a:ext>
            </a:extLst>
          </p:cNvPr>
          <p:cNvSpPr>
            <a:spLocks noGrp="1" noChangeArrowheads="1"/>
          </p:cNvSpPr>
          <p:nvPr>
            <p:ph type="sldNum" sz="quarter" idx="12"/>
          </p:nvPr>
        </p:nvSpPr>
        <p:spPr>
          <a:ln/>
        </p:spPr>
        <p:txBody>
          <a:bodyPr/>
          <a:lstStyle>
            <a:lvl1pPr>
              <a:defRPr/>
            </a:lvl1pPr>
          </a:lstStyle>
          <a:p>
            <a:pPr>
              <a:defRPr/>
            </a:pPr>
            <a:fld id="{F90E0111-0FA2-485D-967A-B71AEA64BB20}" type="slidenum">
              <a:rPr lang="en-US" altLang="ko-KR" smtClean="0"/>
              <a:pPr>
                <a:defRPr/>
              </a:pPr>
              <a:t>‹#›</a:t>
            </a:fld>
            <a:endParaRPr lang="en-US" altLang="ko-KR" dirty="0"/>
          </a:p>
        </p:txBody>
      </p:sp>
    </p:spTree>
    <p:extLst>
      <p:ext uri="{BB962C8B-B14F-4D97-AF65-F5344CB8AC3E}">
        <p14:creationId xmlns:p14="http://schemas.microsoft.com/office/powerpoint/2010/main" val="10363895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2.jpe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image" Target="../media/image2.jpeg"/><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3.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theme" Target="../theme/theme5.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4.xml"/><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theme" Target="../theme/theme6.xml"/><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2" y="457200"/>
            <a:ext cx="77724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3492" tIns="31746" rIns="63492" bIns="31746" numCol="1" anchor="ctr" anchorCtr="0" compatLnSpc="1">
            <a:prstTxWarp prst="textNoShape">
              <a:avLst/>
            </a:prstTxWarp>
          </a:bodyPr>
          <a:lstStyle/>
          <a:p>
            <a:pPr lvl="0"/>
            <a:r>
              <a:rPr lang="ko-KR" altLang="en-US" dirty="0"/>
              <a:t>마스터 제목 스타일 편집</a:t>
            </a:r>
          </a:p>
        </p:txBody>
      </p:sp>
      <p:sp>
        <p:nvSpPr>
          <p:cNvPr id="1027" name="Rectangle 3"/>
          <p:cNvSpPr>
            <a:spLocks noGrp="1" noChangeArrowheads="1"/>
          </p:cNvSpPr>
          <p:nvPr>
            <p:ph type="body" idx="1"/>
          </p:nvPr>
        </p:nvSpPr>
        <p:spPr bwMode="auto">
          <a:xfrm>
            <a:off x="685802" y="1485900"/>
            <a:ext cx="7772400"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3492" tIns="31746" rIns="63492" bIns="31746" numCol="1" anchor="t" anchorCtr="0" compatLnSpc="1">
            <a:prstTxWarp prst="textNoShape">
              <a:avLst/>
            </a:prstTxWarp>
          </a:body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1028" name="Rectangle 4"/>
          <p:cNvSpPr>
            <a:spLocks noGrp="1" noChangeArrowheads="1"/>
          </p:cNvSpPr>
          <p:nvPr>
            <p:ph type="dt" sz="half" idx="2"/>
          </p:nvPr>
        </p:nvSpPr>
        <p:spPr bwMode="auto">
          <a:xfrm>
            <a:off x="685827" y="4686300"/>
            <a:ext cx="1905001" cy="342900"/>
          </a:xfrm>
          <a:prstGeom prst="rect">
            <a:avLst/>
          </a:prstGeom>
          <a:noFill/>
          <a:ln w="9525">
            <a:noFill/>
            <a:miter lim="800000"/>
            <a:headEnd/>
            <a:tailEnd/>
          </a:ln>
          <a:effectLst/>
        </p:spPr>
        <p:txBody>
          <a:bodyPr vert="horz" wrap="square" lIns="63492" tIns="31746" rIns="63492" bIns="31746" numCol="1" anchor="t" anchorCtr="0" compatLnSpc="1">
            <a:prstTxWarp prst="textNoShape">
              <a:avLst/>
            </a:prstTxWarp>
          </a:bodyPr>
          <a:lstStyle>
            <a:lvl1pPr>
              <a:defRPr sz="1000">
                <a:solidFill>
                  <a:srgbClr val="000000"/>
                </a:solidFill>
                <a:latin typeface="맑은 고딕" panose="020B0503020000020004" pitchFamily="50" charset="-127"/>
                <a:ea typeface="맑은 고딕" panose="020B0503020000020004" pitchFamily="50" charset="-127"/>
              </a:defRPr>
            </a:lvl1pPr>
          </a:lstStyle>
          <a:p>
            <a:pPr>
              <a:defRPr/>
            </a:pPr>
            <a:endParaRPr lang="en-US" altLang="ko-KR" dirty="0"/>
          </a:p>
        </p:txBody>
      </p:sp>
      <p:sp>
        <p:nvSpPr>
          <p:cNvPr id="1029" name="Rectangle 5"/>
          <p:cNvSpPr>
            <a:spLocks noGrp="1" noChangeArrowheads="1"/>
          </p:cNvSpPr>
          <p:nvPr>
            <p:ph type="ftr" sz="quarter" idx="3"/>
          </p:nvPr>
        </p:nvSpPr>
        <p:spPr bwMode="auto">
          <a:xfrm>
            <a:off x="3124202" y="4686300"/>
            <a:ext cx="2895600" cy="342900"/>
          </a:xfrm>
          <a:prstGeom prst="rect">
            <a:avLst/>
          </a:prstGeom>
          <a:noFill/>
          <a:ln w="9525">
            <a:noFill/>
            <a:miter lim="800000"/>
            <a:headEnd/>
            <a:tailEnd/>
          </a:ln>
          <a:effectLst/>
        </p:spPr>
        <p:txBody>
          <a:bodyPr vert="horz" wrap="square" lIns="63492" tIns="31746" rIns="63492" bIns="31746" numCol="1" anchor="t" anchorCtr="0" compatLnSpc="1">
            <a:prstTxWarp prst="textNoShape">
              <a:avLst/>
            </a:prstTxWarp>
          </a:bodyPr>
          <a:lstStyle>
            <a:lvl1pPr algn="ctr">
              <a:defRPr sz="1000">
                <a:solidFill>
                  <a:srgbClr val="000000"/>
                </a:solidFill>
                <a:latin typeface="맑은 고딕" panose="020B0503020000020004" pitchFamily="50" charset="-127"/>
                <a:ea typeface="맑은 고딕" panose="020B0503020000020004" pitchFamily="50" charset="-127"/>
              </a:defRPr>
            </a:lvl1pPr>
          </a:lstStyle>
          <a:p>
            <a:pPr>
              <a:defRPr/>
            </a:pPr>
            <a:endParaRPr lang="en-US" altLang="ko-KR" dirty="0"/>
          </a:p>
        </p:txBody>
      </p:sp>
      <p:sp>
        <p:nvSpPr>
          <p:cNvPr id="1030" name="Rectangle 6"/>
          <p:cNvSpPr>
            <a:spLocks noGrp="1" noChangeArrowheads="1"/>
          </p:cNvSpPr>
          <p:nvPr>
            <p:ph type="sldNum" sz="quarter" idx="4"/>
          </p:nvPr>
        </p:nvSpPr>
        <p:spPr bwMode="auto">
          <a:xfrm>
            <a:off x="6553215" y="4686300"/>
            <a:ext cx="1905001" cy="342900"/>
          </a:xfrm>
          <a:prstGeom prst="rect">
            <a:avLst/>
          </a:prstGeom>
          <a:noFill/>
          <a:ln w="9525">
            <a:noFill/>
            <a:miter lim="800000"/>
            <a:headEnd/>
            <a:tailEnd/>
          </a:ln>
          <a:effectLst/>
        </p:spPr>
        <p:txBody>
          <a:bodyPr vert="horz" wrap="square" lIns="63492" tIns="31746" rIns="63492" bIns="31746" numCol="1" anchor="t" anchorCtr="0" compatLnSpc="1">
            <a:prstTxWarp prst="textNoShape">
              <a:avLst/>
            </a:prstTxWarp>
          </a:bodyPr>
          <a:lstStyle>
            <a:lvl1pPr algn="r">
              <a:defRPr sz="1000">
                <a:solidFill>
                  <a:srgbClr val="000000"/>
                </a:solidFill>
                <a:latin typeface="맑은 고딕" panose="020B0503020000020004" pitchFamily="50" charset="-127"/>
                <a:ea typeface="맑은 고딕" panose="020B0503020000020004" pitchFamily="50" charset="-127"/>
              </a:defRPr>
            </a:lvl1pPr>
          </a:lstStyle>
          <a:p>
            <a:pPr>
              <a:defRPr/>
            </a:pPr>
            <a:fld id="{EBAFC596-B36E-41BE-9EC4-BA2F29C53DFC}" type="slidenum">
              <a:rPr lang="en-US" altLang="ko-KR" smtClean="0"/>
              <a:pPr>
                <a:defRPr/>
              </a:pPr>
              <a:t>‹#›</a:t>
            </a:fld>
            <a:endParaRPr lang="en-US" altLang="ko-KR" dirty="0"/>
          </a:p>
        </p:txBody>
      </p:sp>
    </p:spTree>
  </p:cSld>
  <p:clrMap bg1="lt1" tx1="dk1" bg2="lt2" tx2="dk2" accent1="accent1" accent2="accent2" accent3="accent3" accent4="accent4" accent5="accent5" accent6="accent6" hlink="hlink" folHlink="folHlink"/>
  <p:sldLayoutIdLst>
    <p:sldLayoutId id="2147632287" r:id="rId1"/>
    <p:sldLayoutId id="2147632288" r:id="rId2"/>
    <p:sldLayoutId id="2147632289" r:id="rId3"/>
    <p:sldLayoutId id="2147632290" r:id="rId4"/>
    <p:sldLayoutId id="2147632291" r:id="rId5"/>
    <p:sldLayoutId id="2147632292" r:id="rId6"/>
    <p:sldLayoutId id="2147632293" r:id="rId7"/>
    <p:sldLayoutId id="2147632294" r:id="rId8"/>
    <p:sldLayoutId id="2147632295" r:id="rId9"/>
    <p:sldLayoutId id="2147632296" r:id="rId10"/>
    <p:sldLayoutId id="2147632297" r:id="rId11"/>
    <p:sldLayoutId id="2147632298" r:id="rId12"/>
  </p:sldLayoutIdLst>
  <p:transition>
    <p:cover dir="d"/>
  </p:transition>
  <p:txStyles>
    <p:titleStyle>
      <a:lvl1pPr algn="ctr" rtl="0" eaLnBrk="0" fontAlgn="base" latinLnBrk="1" hangingPunct="0">
        <a:spcBef>
          <a:spcPct val="0"/>
        </a:spcBef>
        <a:spcAft>
          <a:spcPct val="0"/>
        </a:spcAft>
        <a:defRPr kumimoji="1" sz="3100">
          <a:solidFill>
            <a:schemeClr val="tx2"/>
          </a:solidFill>
          <a:latin typeface="맑은 고딕" panose="020B0503020000020004" pitchFamily="50" charset="-127"/>
          <a:ea typeface="맑은 고딕" panose="020B0503020000020004" pitchFamily="50" charset="-127"/>
          <a:cs typeface="+mj-cs"/>
        </a:defRPr>
      </a:lvl1pPr>
      <a:lvl2pPr algn="ctr" rtl="0" eaLnBrk="0" fontAlgn="base" latinLnBrk="1" hangingPunct="0">
        <a:spcBef>
          <a:spcPct val="0"/>
        </a:spcBef>
        <a:spcAft>
          <a:spcPct val="0"/>
        </a:spcAft>
        <a:defRPr kumimoji="1" sz="3100">
          <a:solidFill>
            <a:schemeClr val="tx2"/>
          </a:solidFill>
          <a:latin typeface="Gulim" pitchFamily="34" charset="-127"/>
          <a:ea typeface="Gulim" pitchFamily="34" charset="-127"/>
        </a:defRPr>
      </a:lvl2pPr>
      <a:lvl3pPr algn="ctr" rtl="0" eaLnBrk="0" fontAlgn="base" latinLnBrk="1" hangingPunct="0">
        <a:spcBef>
          <a:spcPct val="0"/>
        </a:spcBef>
        <a:spcAft>
          <a:spcPct val="0"/>
        </a:spcAft>
        <a:defRPr kumimoji="1" sz="3100">
          <a:solidFill>
            <a:schemeClr val="tx2"/>
          </a:solidFill>
          <a:latin typeface="Gulim" pitchFamily="34" charset="-127"/>
          <a:ea typeface="Gulim" pitchFamily="34" charset="-127"/>
        </a:defRPr>
      </a:lvl3pPr>
      <a:lvl4pPr algn="ctr" rtl="0" eaLnBrk="0" fontAlgn="base" latinLnBrk="1" hangingPunct="0">
        <a:spcBef>
          <a:spcPct val="0"/>
        </a:spcBef>
        <a:spcAft>
          <a:spcPct val="0"/>
        </a:spcAft>
        <a:defRPr kumimoji="1" sz="3100">
          <a:solidFill>
            <a:schemeClr val="tx2"/>
          </a:solidFill>
          <a:latin typeface="Gulim" pitchFamily="34" charset="-127"/>
          <a:ea typeface="Gulim" pitchFamily="34" charset="-127"/>
        </a:defRPr>
      </a:lvl4pPr>
      <a:lvl5pPr algn="ctr" rtl="0" eaLnBrk="0" fontAlgn="base" latinLnBrk="1" hangingPunct="0">
        <a:spcBef>
          <a:spcPct val="0"/>
        </a:spcBef>
        <a:spcAft>
          <a:spcPct val="0"/>
        </a:spcAft>
        <a:defRPr kumimoji="1" sz="3100">
          <a:solidFill>
            <a:schemeClr val="tx2"/>
          </a:solidFill>
          <a:latin typeface="Gulim" pitchFamily="34" charset="-127"/>
          <a:ea typeface="Gulim" pitchFamily="34" charset="-127"/>
        </a:defRPr>
      </a:lvl5pPr>
      <a:lvl6pPr marL="317456" algn="ctr" rtl="0" fontAlgn="base" latinLnBrk="1">
        <a:spcBef>
          <a:spcPct val="0"/>
        </a:spcBef>
        <a:spcAft>
          <a:spcPct val="0"/>
        </a:spcAft>
        <a:defRPr kumimoji="1" sz="3100">
          <a:solidFill>
            <a:schemeClr val="tx2"/>
          </a:solidFill>
          <a:latin typeface="굴림" pitchFamily="50" charset="-127"/>
          <a:ea typeface="굴림" pitchFamily="50" charset="-127"/>
        </a:defRPr>
      </a:lvl6pPr>
      <a:lvl7pPr marL="634913" algn="ctr" rtl="0" fontAlgn="base" latinLnBrk="1">
        <a:spcBef>
          <a:spcPct val="0"/>
        </a:spcBef>
        <a:spcAft>
          <a:spcPct val="0"/>
        </a:spcAft>
        <a:defRPr kumimoji="1" sz="3100">
          <a:solidFill>
            <a:schemeClr val="tx2"/>
          </a:solidFill>
          <a:latin typeface="굴림" pitchFamily="50" charset="-127"/>
          <a:ea typeface="굴림" pitchFamily="50" charset="-127"/>
        </a:defRPr>
      </a:lvl7pPr>
      <a:lvl8pPr marL="952369" algn="ctr" rtl="0" fontAlgn="base" latinLnBrk="1">
        <a:spcBef>
          <a:spcPct val="0"/>
        </a:spcBef>
        <a:spcAft>
          <a:spcPct val="0"/>
        </a:spcAft>
        <a:defRPr kumimoji="1" sz="3100">
          <a:solidFill>
            <a:schemeClr val="tx2"/>
          </a:solidFill>
          <a:latin typeface="굴림" pitchFamily="50" charset="-127"/>
          <a:ea typeface="굴림" pitchFamily="50" charset="-127"/>
        </a:defRPr>
      </a:lvl8pPr>
      <a:lvl9pPr marL="1269825" algn="ctr" rtl="0" fontAlgn="base" latinLnBrk="1">
        <a:spcBef>
          <a:spcPct val="0"/>
        </a:spcBef>
        <a:spcAft>
          <a:spcPct val="0"/>
        </a:spcAft>
        <a:defRPr kumimoji="1" sz="3100">
          <a:solidFill>
            <a:schemeClr val="tx2"/>
          </a:solidFill>
          <a:latin typeface="굴림" pitchFamily="50" charset="-127"/>
          <a:ea typeface="굴림" pitchFamily="50" charset="-127"/>
        </a:defRPr>
      </a:lvl9pPr>
    </p:titleStyle>
    <p:bodyStyle>
      <a:lvl1pPr marL="238092" indent="-238092" algn="l" rtl="0" eaLnBrk="0" fontAlgn="base" latinLnBrk="1" hangingPunct="0">
        <a:spcBef>
          <a:spcPct val="20000"/>
        </a:spcBef>
        <a:spcAft>
          <a:spcPct val="0"/>
        </a:spcAft>
        <a:buChar char="•"/>
        <a:defRPr kumimoji="1" sz="2300">
          <a:solidFill>
            <a:schemeClr val="tx1"/>
          </a:solidFill>
          <a:latin typeface="맑은 고딕" panose="020B0503020000020004" pitchFamily="50" charset="-127"/>
          <a:ea typeface="맑은 고딕" panose="020B0503020000020004" pitchFamily="50" charset="-127"/>
          <a:cs typeface="+mn-cs"/>
        </a:defRPr>
      </a:lvl1pPr>
      <a:lvl2pPr marL="515866" indent="-198410" algn="l" rtl="0" eaLnBrk="0" fontAlgn="base" latinLnBrk="1" hangingPunct="0">
        <a:spcBef>
          <a:spcPct val="20000"/>
        </a:spcBef>
        <a:spcAft>
          <a:spcPct val="0"/>
        </a:spcAft>
        <a:buChar char="–"/>
        <a:defRPr kumimoji="1" sz="1900">
          <a:solidFill>
            <a:schemeClr val="tx1"/>
          </a:solidFill>
          <a:latin typeface="맑은 고딕" panose="020B0503020000020004" pitchFamily="50" charset="-127"/>
          <a:ea typeface="맑은 고딕" panose="020B0503020000020004" pitchFamily="50" charset="-127"/>
        </a:defRPr>
      </a:lvl2pPr>
      <a:lvl3pPr marL="793642" indent="-158729" algn="l" rtl="0" eaLnBrk="0" fontAlgn="base" latinLnBrk="1" hangingPunct="0">
        <a:spcBef>
          <a:spcPct val="20000"/>
        </a:spcBef>
        <a:spcAft>
          <a:spcPct val="0"/>
        </a:spcAft>
        <a:buChar char="•"/>
        <a:defRPr kumimoji="1" sz="1700">
          <a:solidFill>
            <a:schemeClr val="tx1"/>
          </a:solidFill>
          <a:latin typeface="맑은 고딕" panose="020B0503020000020004" pitchFamily="50" charset="-127"/>
          <a:ea typeface="맑은 고딕" panose="020B0503020000020004" pitchFamily="50" charset="-127"/>
        </a:defRPr>
      </a:lvl3pPr>
      <a:lvl4pPr marL="1111098" indent="-158729" algn="l" rtl="0" eaLnBrk="0" fontAlgn="base" latinLnBrk="1" hangingPunct="0">
        <a:spcBef>
          <a:spcPct val="20000"/>
        </a:spcBef>
        <a:spcAft>
          <a:spcPct val="0"/>
        </a:spcAft>
        <a:buChar char="–"/>
        <a:defRPr kumimoji="1" sz="1400">
          <a:solidFill>
            <a:schemeClr val="tx1"/>
          </a:solidFill>
          <a:latin typeface="맑은 고딕" panose="020B0503020000020004" pitchFamily="50" charset="-127"/>
          <a:ea typeface="맑은 고딕" panose="020B0503020000020004" pitchFamily="50" charset="-127"/>
        </a:defRPr>
      </a:lvl4pPr>
      <a:lvl5pPr marL="1428554" indent="-158729" algn="l" rtl="0" eaLnBrk="0" fontAlgn="base" latinLnBrk="1" hangingPunct="0">
        <a:spcBef>
          <a:spcPct val="20000"/>
        </a:spcBef>
        <a:spcAft>
          <a:spcPct val="0"/>
        </a:spcAft>
        <a:buChar char="»"/>
        <a:defRPr kumimoji="1" sz="1400">
          <a:solidFill>
            <a:schemeClr val="tx1"/>
          </a:solidFill>
          <a:latin typeface="맑은 고딕" panose="020B0503020000020004" pitchFamily="50" charset="-127"/>
          <a:ea typeface="맑은 고딕" panose="020B0503020000020004" pitchFamily="50" charset="-127"/>
        </a:defRPr>
      </a:lvl5pPr>
      <a:lvl6pPr marL="1746010" indent="-158729" algn="l" rtl="0" fontAlgn="base" latinLnBrk="1">
        <a:spcBef>
          <a:spcPct val="20000"/>
        </a:spcBef>
        <a:spcAft>
          <a:spcPct val="0"/>
        </a:spcAft>
        <a:buChar char="»"/>
        <a:defRPr kumimoji="1" sz="1400">
          <a:solidFill>
            <a:schemeClr val="tx1"/>
          </a:solidFill>
          <a:latin typeface="+mn-lt"/>
          <a:ea typeface="+mn-ea"/>
        </a:defRPr>
      </a:lvl6pPr>
      <a:lvl7pPr marL="2063467" indent="-158729" algn="l" rtl="0" fontAlgn="base" latinLnBrk="1">
        <a:spcBef>
          <a:spcPct val="20000"/>
        </a:spcBef>
        <a:spcAft>
          <a:spcPct val="0"/>
        </a:spcAft>
        <a:buChar char="»"/>
        <a:defRPr kumimoji="1" sz="1400">
          <a:solidFill>
            <a:schemeClr val="tx1"/>
          </a:solidFill>
          <a:latin typeface="+mn-lt"/>
          <a:ea typeface="+mn-ea"/>
        </a:defRPr>
      </a:lvl7pPr>
      <a:lvl8pPr marL="2380923" indent="-158729" algn="l" rtl="0" fontAlgn="base" latinLnBrk="1">
        <a:spcBef>
          <a:spcPct val="20000"/>
        </a:spcBef>
        <a:spcAft>
          <a:spcPct val="0"/>
        </a:spcAft>
        <a:buChar char="»"/>
        <a:defRPr kumimoji="1" sz="1400">
          <a:solidFill>
            <a:schemeClr val="tx1"/>
          </a:solidFill>
          <a:latin typeface="+mn-lt"/>
          <a:ea typeface="+mn-ea"/>
        </a:defRPr>
      </a:lvl8pPr>
      <a:lvl9pPr marL="2698381" indent="-158729" algn="l" rtl="0" fontAlgn="base" latinLnBrk="1">
        <a:spcBef>
          <a:spcPct val="20000"/>
        </a:spcBef>
        <a:spcAft>
          <a:spcPct val="0"/>
        </a:spcAft>
        <a:buChar char="»"/>
        <a:defRPr kumimoji="1" sz="1400">
          <a:solidFill>
            <a:schemeClr val="tx1"/>
          </a:solidFill>
          <a:latin typeface="+mn-lt"/>
          <a:ea typeface="+mn-ea"/>
        </a:defRPr>
      </a:lvl9pPr>
    </p:bodyStyle>
    <p:otherStyle>
      <a:defPPr>
        <a:defRPr lang="ko-KR"/>
      </a:defPPr>
      <a:lvl1pPr marL="0" algn="l" defTabSz="634913" rtl="0" eaLnBrk="1" latinLnBrk="1" hangingPunct="1">
        <a:defRPr sz="1200" kern="1200">
          <a:solidFill>
            <a:schemeClr val="tx1"/>
          </a:solidFill>
          <a:latin typeface="+mn-lt"/>
          <a:ea typeface="+mn-ea"/>
          <a:cs typeface="+mn-cs"/>
        </a:defRPr>
      </a:lvl1pPr>
      <a:lvl2pPr marL="317456" algn="l" defTabSz="634913" rtl="0" eaLnBrk="1" latinLnBrk="1" hangingPunct="1">
        <a:defRPr sz="1200" kern="1200">
          <a:solidFill>
            <a:schemeClr val="tx1"/>
          </a:solidFill>
          <a:latin typeface="+mn-lt"/>
          <a:ea typeface="+mn-ea"/>
          <a:cs typeface="+mn-cs"/>
        </a:defRPr>
      </a:lvl2pPr>
      <a:lvl3pPr marL="634913" algn="l" defTabSz="634913" rtl="0" eaLnBrk="1" latinLnBrk="1" hangingPunct="1">
        <a:defRPr sz="1200" kern="1200">
          <a:solidFill>
            <a:schemeClr val="tx1"/>
          </a:solidFill>
          <a:latin typeface="+mn-lt"/>
          <a:ea typeface="+mn-ea"/>
          <a:cs typeface="+mn-cs"/>
        </a:defRPr>
      </a:lvl3pPr>
      <a:lvl4pPr marL="952369" algn="l" defTabSz="634913" rtl="0" eaLnBrk="1" latinLnBrk="1" hangingPunct="1">
        <a:defRPr sz="1200" kern="1200">
          <a:solidFill>
            <a:schemeClr val="tx1"/>
          </a:solidFill>
          <a:latin typeface="+mn-lt"/>
          <a:ea typeface="+mn-ea"/>
          <a:cs typeface="+mn-cs"/>
        </a:defRPr>
      </a:lvl4pPr>
      <a:lvl5pPr marL="1269825" algn="l" defTabSz="634913" rtl="0" eaLnBrk="1" latinLnBrk="1" hangingPunct="1">
        <a:defRPr sz="1200" kern="1200">
          <a:solidFill>
            <a:schemeClr val="tx1"/>
          </a:solidFill>
          <a:latin typeface="+mn-lt"/>
          <a:ea typeface="+mn-ea"/>
          <a:cs typeface="+mn-cs"/>
        </a:defRPr>
      </a:lvl5pPr>
      <a:lvl6pPr marL="1587283" algn="l" defTabSz="634913" rtl="0" eaLnBrk="1" latinLnBrk="1" hangingPunct="1">
        <a:defRPr sz="1200" kern="1200">
          <a:solidFill>
            <a:schemeClr val="tx1"/>
          </a:solidFill>
          <a:latin typeface="+mn-lt"/>
          <a:ea typeface="+mn-ea"/>
          <a:cs typeface="+mn-cs"/>
        </a:defRPr>
      </a:lvl6pPr>
      <a:lvl7pPr marL="1904739" algn="l" defTabSz="634913" rtl="0" eaLnBrk="1" latinLnBrk="1" hangingPunct="1">
        <a:defRPr sz="1200" kern="1200">
          <a:solidFill>
            <a:schemeClr val="tx1"/>
          </a:solidFill>
          <a:latin typeface="+mn-lt"/>
          <a:ea typeface="+mn-ea"/>
          <a:cs typeface="+mn-cs"/>
        </a:defRPr>
      </a:lvl7pPr>
      <a:lvl8pPr marL="2222195" algn="l" defTabSz="634913" rtl="0" eaLnBrk="1" latinLnBrk="1" hangingPunct="1">
        <a:defRPr sz="1200" kern="1200">
          <a:solidFill>
            <a:schemeClr val="tx1"/>
          </a:solidFill>
          <a:latin typeface="+mn-lt"/>
          <a:ea typeface="+mn-ea"/>
          <a:cs typeface="+mn-cs"/>
        </a:defRPr>
      </a:lvl8pPr>
      <a:lvl9pPr marL="2539652" algn="l" defTabSz="634913" rtl="0" eaLnBrk="1" latinLnBrk="1" hangingPunct="1">
        <a:defRPr sz="12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bwMode="auto">
          <a:xfrm>
            <a:off x="685802" y="457200"/>
            <a:ext cx="77724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3492" tIns="31746" rIns="63492" bIns="31746" numCol="1" anchor="ctr" anchorCtr="0" compatLnSpc="1">
            <a:prstTxWarp prst="textNoShape">
              <a:avLst/>
            </a:prstTxWarp>
          </a:bodyPr>
          <a:lstStyle/>
          <a:p>
            <a:pPr lvl="0"/>
            <a:r>
              <a:rPr lang="ko-KR" altLang="en-US" dirty="0"/>
              <a:t>마스터 제목 스타일 편집</a:t>
            </a:r>
          </a:p>
        </p:txBody>
      </p:sp>
      <p:sp>
        <p:nvSpPr>
          <p:cNvPr id="20483" name="Rectangle 3"/>
          <p:cNvSpPr>
            <a:spLocks noGrp="1" noChangeArrowheads="1"/>
          </p:cNvSpPr>
          <p:nvPr>
            <p:ph type="body" idx="1"/>
          </p:nvPr>
        </p:nvSpPr>
        <p:spPr bwMode="auto">
          <a:xfrm>
            <a:off x="685802" y="1485900"/>
            <a:ext cx="7772400"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3492" tIns="31746" rIns="63492" bIns="31746" numCol="1" anchor="t" anchorCtr="0" compatLnSpc="1">
            <a:prstTxWarp prst="textNoShape">
              <a:avLst/>
            </a:prstTxWarp>
          </a:body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1028" name="Rectangle 4"/>
          <p:cNvSpPr>
            <a:spLocks noGrp="1" noChangeArrowheads="1"/>
          </p:cNvSpPr>
          <p:nvPr>
            <p:ph type="dt" sz="half" idx="2"/>
          </p:nvPr>
        </p:nvSpPr>
        <p:spPr bwMode="auto">
          <a:xfrm>
            <a:off x="685827" y="4686300"/>
            <a:ext cx="1905001" cy="342900"/>
          </a:xfrm>
          <a:prstGeom prst="rect">
            <a:avLst/>
          </a:prstGeom>
          <a:noFill/>
          <a:ln w="9525">
            <a:noFill/>
            <a:miter lim="800000"/>
            <a:headEnd/>
            <a:tailEnd/>
          </a:ln>
          <a:effectLst/>
        </p:spPr>
        <p:txBody>
          <a:bodyPr vert="horz" wrap="square" lIns="63492" tIns="31746" rIns="63492" bIns="31746" numCol="1" anchor="t" anchorCtr="0" compatLnSpc="1">
            <a:prstTxWarp prst="textNoShape">
              <a:avLst/>
            </a:prstTxWarp>
          </a:bodyPr>
          <a:lstStyle>
            <a:lvl1pPr>
              <a:defRPr sz="1000" smtClean="0">
                <a:solidFill>
                  <a:srgbClr val="000000"/>
                </a:solidFill>
                <a:latin typeface="맑은 고딕" panose="020B0503020000020004" pitchFamily="50" charset="-127"/>
                <a:ea typeface="맑은 고딕" panose="020B0503020000020004" pitchFamily="50" charset="-127"/>
                <a:cs typeface="+mn-cs"/>
              </a:defRPr>
            </a:lvl1pPr>
          </a:lstStyle>
          <a:p>
            <a:pPr>
              <a:defRPr/>
            </a:pPr>
            <a:endParaRPr lang="en-US" altLang="ko-KR" dirty="0"/>
          </a:p>
        </p:txBody>
      </p:sp>
      <p:sp>
        <p:nvSpPr>
          <p:cNvPr id="1029" name="Rectangle 5"/>
          <p:cNvSpPr>
            <a:spLocks noGrp="1" noChangeArrowheads="1"/>
          </p:cNvSpPr>
          <p:nvPr>
            <p:ph type="ftr" sz="quarter" idx="3"/>
          </p:nvPr>
        </p:nvSpPr>
        <p:spPr bwMode="auto">
          <a:xfrm>
            <a:off x="3124202" y="4686300"/>
            <a:ext cx="2895600" cy="342900"/>
          </a:xfrm>
          <a:prstGeom prst="rect">
            <a:avLst/>
          </a:prstGeom>
          <a:noFill/>
          <a:ln w="9525">
            <a:noFill/>
            <a:miter lim="800000"/>
            <a:headEnd/>
            <a:tailEnd/>
          </a:ln>
          <a:effectLst/>
        </p:spPr>
        <p:txBody>
          <a:bodyPr vert="horz" wrap="square" lIns="63492" tIns="31746" rIns="63492" bIns="31746" numCol="1" anchor="t" anchorCtr="0" compatLnSpc="1">
            <a:prstTxWarp prst="textNoShape">
              <a:avLst/>
            </a:prstTxWarp>
          </a:bodyPr>
          <a:lstStyle>
            <a:lvl1pPr algn="ctr">
              <a:defRPr sz="1000" smtClean="0">
                <a:solidFill>
                  <a:srgbClr val="000000"/>
                </a:solidFill>
                <a:latin typeface="맑은 고딕" panose="020B0503020000020004" pitchFamily="50" charset="-127"/>
                <a:ea typeface="맑은 고딕" panose="020B0503020000020004" pitchFamily="50" charset="-127"/>
                <a:cs typeface="+mn-cs"/>
              </a:defRPr>
            </a:lvl1pPr>
          </a:lstStyle>
          <a:p>
            <a:pPr>
              <a:defRPr/>
            </a:pPr>
            <a:endParaRPr lang="en-US" altLang="ko-KR" dirty="0"/>
          </a:p>
        </p:txBody>
      </p:sp>
      <p:sp>
        <p:nvSpPr>
          <p:cNvPr id="1030" name="Rectangle 6"/>
          <p:cNvSpPr>
            <a:spLocks noGrp="1" noChangeArrowheads="1"/>
          </p:cNvSpPr>
          <p:nvPr>
            <p:ph type="sldNum" sz="quarter" idx="4"/>
          </p:nvPr>
        </p:nvSpPr>
        <p:spPr bwMode="auto">
          <a:xfrm>
            <a:off x="6553215" y="4686300"/>
            <a:ext cx="1905001" cy="342900"/>
          </a:xfrm>
          <a:prstGeom prst="rect">
            <a:avLst/>
          </a:prstGeom>
          <a:noFill/>
          <a:ln w="9525">
            <a:noFill/>
            <a:miter lim="800000"/>
            <a:headEnd/>
            <a:tailEnd/>
          </a:ln>
          <a:effectLst/>
        </p:spPr>
        <p:txBody>
          <a:bodyPr vert="horz" wrap="square" lIns="63492" tIns="31746" rIns="63492" bIns="31746" numCol="1" anchor="t" anchorCtr="0" compatLnSpc="1">
            <a:prstTxWarp prst="textNoShape">
              <a:avLst/>
            </a:prstTxWarp>
          </a:bodyPr>
          <a:lstStyle>
            <a:lvl1pPr algn="r">
              <a:defRPr sz="1000" smtClean="0">
                <a:solidFill>
                  <a:srgbClr val="000000"/>
                </a:solidFill>
                <a:latin typeface="맑은 고딕" panose="020B0503020000020004" pitchFamily="50" charset="-127"/>
                <a:ea typeface="맑은 고딕" panose="020B0503020000020004" pitchFamily="50" charset="-127"/>
                <a:cs typeface="+mn-cs"/>
              </a:defRPr>
            </a:lvl1pPr>
          </a:lstStyle>
          <a:p>
            <a:pPr>
              <a:defRPr/>
            </a:pPr>
            <a:fld id="{69D3861D-84D1-4336-97F5-CC8C3F3FAC2E}" type="slidenum">
              <a:rPr lang="en-US" altLang="ko-KR" smtClean="0"/>
              <a:pPr>
                <a:defRPr/>
              </a:pPr>
              <a:t>‹#›</a:t>
            </a:fld>
            <a:endParaRPr lang="en-US" altLang="ko-KR" dirty="0"/>
          </a:p>
        </p:txBody>
      </p:sp>
    </p:spTree>
  </p:cSld>
  <p:clrMap bg1="lt1" tx1="dk1" bg2="lt2" tx2="dk2" accent1="accent1" accent2="accent2" accent3="accent3" accent4="accent4" accent5="accent5" accent6="accent6" hlink="hlink" folHlink="folHlink"/>
  <p:sldLayoutIdLst>
    <p:sldLayoutId id="2147632503" r:id="rId1"/>
    <p:sldLayoutId id="2147632504" r:id="rId2"/>
    <p:sldLayoutId id="2147632505" r:id="rId3"/>
    <p:sldLayoutId id="2147632506" r:id="rId4"/>
    <p:sldLayoutId id="2147632507" r:id="rId5"/>
    <p:sldLayoutId id="2147632508" r:id="rId6"/>
    <p:sldLayoutId id="2147632509" r:id="rId7"/>
    <p:sldLayoutId id="2147632510" r:id="rId8"/>
    <p:sldLayoutId id="2147632511" r:id="rId9"/>
    <p:sldLayoutId id="2147632512" r:id="rId10"/>
    <p:sldLayoutId id="2147632513" r:id="rId11"/>
  </p:sldLayoutIdLst>
  <p:transition>
    <p:cover dir="d"/>
  </p:transition>
  <p:txStyles>
    <p:titleStyle>
      <a:lvl1pPr algn="ctr" rtl="0" eaLnBrk="0" fontAlgn="base" latinLnBrk="1" hangingPunct="0">
        <a:spcBef>
          <a:spcPct val="0"/>
        </a:spcBef>
        <a:spcAft>
          <a:spcPct val="0"/>
        </a:spcAft>
        <a:defRPr kumimoji="1" sz="3100">
          <a:solidFill>
            <a:schemeClr val="tx2"/>
          </a:solidFill>
          <a:latin typeface="맑은 고딕" panose="020B0503020000020004" pitchFamily="50" charset="-127"/>
          <a:ea typeface="맑은 고딕" panose="020B0503020000020004" pitchFamily="50" charset="-127"/>
          <a:cs typeface="+mj-cs"/>
        </a:defRPr>
      </a:lvl1pPr>
      <a:lvl2pPr algn="ctr" rtl="0" eaLnBrk="0" fontAlgn="base" latinLnBrk="1" hangingPunct="0">
        <a:spcBef>
          <a:spcPct val="0"/>
        </a:spcBef>
        <a:spcAft>
          <a:spcPct val="0"/>
        </a:spcAft>
        <a:defRPr kumimoji="1" sz="3100">
          <a:solidFill>
            <a:schemeClr val="tx2"/>
          </a:solidFill>
          <a:latin typeface="Gulim" pitchFamily="34" charset="-127"/>
          <a:ea typeface="Gulim" pitchFamily="34" charset="-127"/>
        </a:defRPr>
      </a:lvl2pPr>
      <a:lvl3pPr algn="ctr" rtl="0" eaLnBrk="0" fontAlgn="base" latinLnBrk="1" hangingPunct="0">
        <a:spcBef>
          <a:spcPct val="0"/>
        </a:spcBef>
        <a:spcAft>
          <a:spcPct val="0"/>
        </a:spcAft>
        <a:defRPr kumimoji="1" sz="3100">
          <a:solidFill>
            <a:schemeClr val="tx2"/>
          </a:solidFill>
          <a:latin typeface="Gulim" pitchFamily="34" charset="-127"/>
          <a:ea typeface="Gulim" pitchFamily="34" charset="-127"/>
        </a:defRPr>
      </a:lvl3pPr>
      <a:lvl4pPr algn="ctr" rtl="0" eaLnBrk="0" fontAlgn="base" latinLnBrk="1" hangingPunct="0">
        <a:spcBef>
          <a:spcPct val="0"/>
        </a:spcBef>
        <a:spcAft>
          <a:spcPct val="0"/>
        </a:spcAft>
        <a:defRPr kumimoji="1" sz="3100">
          <a:solidFill>
            <a:schemeClr val="tx2"/>
          </a:solidFill>
          <a:latin typeface="Gulim" pitchFamily="34" charset="-127"/>
          <a:ea typeface="Gulim" pitchFamily="34" charset="-127"/>
        </a:defRPr>
      </a:lvl4pPr>
      <a:lvl5pPr algn="ctr" rtl="0" eaLnBrk="0" fontAlgn="base" latinLnBrk="1" hangingPunct="0">
        <a:spcBef>
          <a:spcPct val="0"/>
        </a:spcBef>
        <a:spcAft>
          <a:spcPct val="0"/>
        </a:spcAft>
        <a:defRPr kumimoji="1" sz="3100">
          <a:solidFill>
            <a:schemeClr val="tx2"/>
          </a:solidFill>
          <a:latin typeface="Gulim" pitchFamily="34" charset="-127"/>
          <a:ea typeface="Gulim" pitchFamily="34" charset="-127"/>
        </a:defRPr>
      </a:lvl5pPr>
      <a:lvl6pPr marL="317456" algn="ctr" rtl="0" fontAlgn="base" latinLnBrk="1">
        <a:spcBef>
          <a:spcPct val="0"/>
        </a:spcBef>
        <a:spcAft>
          <a:spcPct val="0"/>
        </a:spcAft>
        <a:defRPr kumimoji="1" sz="3100">
          <a:solidFill>
            <a:schemeClr val="tx2"/>
          </a:solidFill>
          <a:latin typeface="굴림" pitchFamily="50" charset="-127"/>
          <a:ea typeface="굴림" pitchFamily="50" charset="-127"/>
        </a:defRPr>
      </a:lvl6pPr>
      <a:lvl7pPr marL="634913" algn="ctr" rtl="0" fontAlgn="base" latinLnBrk="1">
        <a:spcBef>
          <a:spcPct val="0"/>
        </a:spcBef>
        <a:spcAft>
          <a:spcPct val="0"/>
        </a:spcAft>
        <a:defRPr kumimoji="1" sz="3100">
          <a:solidFill>
            <a:schemeClr val="tx2"/>
          </a:solidFill>
          <a:latin typeface="굴림" pitchFamily="50" charset="-127"/>
          <a:ea typeface="굴림" pitchFamily="50" charset="-127"/>
        </a:defRPr>
      </a:lvl7pPr>
      <a:lvl8pPr marL="952369" algn="ctr" rtl="0" fontAlgn="base" latinLnBrk="1">
        <a:spcBef>
          <a:spcPct val="0"/>
        </a:spcBef>
        <a:spcAft>
          <a:spcPct val="0"/>
        </a:spcAft>
        <a:defRPr kumimoji="1" sz="3100">
          <a:solidFill>
            <a:schemeClr val="tx2"/>
          </a:solidFill>
          <a:latin typeface="굴림" pitchFamily="50" charset="-127"/>
          <a:ea typeface="굴림" pitchFamily="50" charset="-127"/>
        </a:defRPr>
      </a:lvl8pPr>
      <a:lvl9pPr marL="1269825" algn="ctr" rtl="0" fontAlgn="base" latinLnBrk="1">
        <a:spcBef>
          <a:spcPct val="0"/>
        </a:spcBef>
        <a:spcAft>
          <a:spcPct val="0"/>
        </a:spcAft>
        <a:defRPr kumimoji="1" sz="3100">
          <a:solidFill>
            <a:schemeClr val="tx2"/>
          </a:solidFill>
          <a:latin typeface="굴림" pitchFamily="50" charset="-127"/>
          <a:ea typeface="굴림" pitchFamily="50" charset="-127"/>
        </a:defRPr>
      </a:lvl9pPr>
    </p:titleStyle>
    <p:bodyStyle>
      <a:lvl1pPr marL="238092" indent="-238092" algn="l" rtl="0" eaLnBrk="0" fontAlgn="base" latinLnBrk="1" hangingPunct="0">
        <a:spcBef>
          <a:spcPct val="20000"/>
        </a:spcBef>
        <a:spcAft>
          <a:spcPct val="0"/>
        </a:spcAft>
        <a:buChar char="•"/>
        <a:defRPr kumimoji="1" sz="2300">
          <a:solidFill>
            <a:schemeClr val="tx1"/>
          </a:solidFill>
          <a:latin typeface="맑은 고딕" panose="020B0503020000020004" pitchFamily="50" charset="-127"/>
          <a:ea typeface="맑은 고딕" panose="020B0503020000020004" pitchFamily="50" charset="-127"/>
          <a:cs typeface="+mn-cs"/>
        </a:defRPr>
      </a:lvl1pPr>
      <a:lvl2pPr marL="515866" indent="-198410" algn="l" rtl="0" eaLnBrk="0" fontAlgn="base" latinLnBrk="1" hangingPunct="0">
        <a:spcBef>
          <a:spcPct val="20000"/>
        </a:spcBef>
        <a:spcAft>
          <a:spcPct val="0"/>
        </a:spcAft>
        <a:buChar char="–"/>
        <a:defRPr kumimoji="1" sz="1900">
          <a:solidFill>
            <a:schemeClr val="tx1"/>
          </a:solidFill>
          <a:latin typeface="맑은 고딕" panose="020B0503020000020004" pitchFamily="50" charset="-127"/>
          <a:ea typeface="맑은 고딕" panose="020B0503020000020004" pitchFamily="50" charset="-127"/>
        </a:defRPr>
      </a:lvl2pPr>
      <a:lvl3pPr marL="793642" indent="-158729" algn="l" rtl="0" eaLnBrk="0" fontAlgn="base" latinLnBrk="1" hangingPunct="0">
        <a:spcBef>
          <a:spcPct val="20000"/>
        </a:spcBef>
        <a:spcAft>
          <a:spcPct val="0"/>
        </a:spcAft>
        <a:buChar char="•"/>
        <a:defRPr kumimoji="1" sz="1700">
          <a:solidFill>
            <a:schemeClr val="tx1"/>
          </a:solidFill>
          <a:latin typeface="맑은 고딕" panose="020B0503020000020004" pitchFamily="50" charset="-127"/>
          <a:ea typeface="맑은 고딕" panose="020B0503020000020004" pitchFamily="50" charset="-127"/>
        </a:defRPr>
      </a:lvl3pPr>
      <a:lvl4pPr marL="1111098" indent="-158729" algn="l" rtl="0" eaLnBrk="0" fontAlgn="base" latinLnBrk="1" hangingPunct="0">
        <a:spcBef>
          <a:spcPct val="20000"/>
        </a:spcBef>
        <a:spcAft>
          <a:spcPct val="0"/>
        </a:spcAft>
        <a:buChar char="–"/>
        <a:defRPr kumimoji="1" sz="1400">
          <a:solidFill>
            <a:schemeClr val="tx1"/>
          </a:solidFill>
          <a:latin typeface="맑은 고딕" panose="020B0503020000020004" pitchFamily="50" charset="-127"/>
          <a:ea typeface="맑은 고딕" panose="020B0503020000020004" pitchFamily="50" charset="-127"/>
        </a:defRPr>
      </a:lvl4pPr>
      <a:lvl5pPr marL="1428554" indent="-158729" algn="l" rtl="0" eaLnBrk="0" fontAlgn="base" latinLnBrk="1" hangingPunct="0">
        <a:spcBef>
          <a:spcPct val="20000"/>
        </a:spcBef>
        <a:spcAft>
          <a:spcPct val="0"/>
        </a:spcAft>
        <a:buChar char="»"/>
        <a:defRPr kumimoji="1" sz="1400">
          <a:solidFill>
            <a:schemeClr val="tx1"/>
          </a:solidFill>
          <a:latin typeface="맑은 고딕" panose="020B0503020000020004" pitchFamily="50" charset="-127"/>
          <a:ea typeface="맑은 고딕" panose="020B0503020000020004" pitchFamily="50" charset="-127"/>
        </a:defRPr>
      </a:lvl5pPr>
      <a:lvl6pPr marL="1746010" indent="-158729" algn="l" rtl="0" fontAlgn="base" latinLnBrk="1">
        <a:spcBef>
          <a:spcPct val="20000"/>
        </a:spcBef>
        <a:spcAft>
          <a:spcPct val="0"/>
        </a:spcAft>
        <a:buChar char="»"/>
        <a:defRPr kumimoji="1" sz="1400">
          <a:solidFill>
            <a:schemeClr val="tx1"/>
          </a:solidFill>
          <a:latin typeface="+mn-lt"/>
          <a:ea typeface="+mn-ea"/>
        </a:defRPr>
      </a:lvl6pPr>
      <a:lvl7pPr marL="2063467" indent="-158729" algn="l" rtl="0" fontAlgn="base" latinLnBrk="1">
        <a:spcBef>
          <a:spcPct val="20000"/>
        </a:spcBef>
        <a:spcAft>
          <a:spcPct val="0"/>
        </a:spcAft>
        <a:buChar char="»"/>
        <a:defRPr kumimoji="1" sz="1400">
          <a:solidFill>
            <a:schemeClr val="tx1"/>
          </a:solidFill>
          <a:latin typeface="+mn-lt"/>
          <a:ea typeface="+mn-ea"/>
        </a:defRPr>
      </a:lvl7pPr>
      <a:lvl8pPr marL="2380923" indent="-158729" algn="l" rtl="0" fontAlgn="base" latinLnBrk="1">
        <a:spcBef>
          <a:spcPct val="20000"/>
        </a:spcBef>
        <a:spcAft>
          <a:spcPct val="0"/>
        </a:spcAft>
        <a:buChar char="»"/>
        <a:defRPr kumimoji="1" sz="1400">
          <a:solidFill>
            <a:schemeClr val="tx1"/>
          </a:solidFill>
          <a:latin typeface="+mn-lt"/>
          <a:ea typeface="+mn-ea"/>
        </a:defRPr>
      </a:lvl8pPr>
      <a:lvl9pPr marL="2698381" indent="-158729" algn="l" rtl="0" fontAlgn="base" latinLnBrk="1">
        <a:spcBef>
          <a:spcPct val="20000"/>
        </a:spcBef>
        <a:spcAft>
          <a:spcPct val="0"/>
        </a:spcAft>
        <a:buChar char="»"/>
        <a:defRPr kumimoji="1" sz="1400">
          <a:solidFill>
            <a:schemeClr val="tx1"/>
          </a:solidFill>
          <a:latin typeface="+mn-lt"/>
          <a:ea typeface="+mn-ea"/>
        </a:defRPr>
      </a:lvl9pPr>
    </p:bodyStyle>
    <p:otherStyle>
      <a:defPPr>
        <a:defRPr lang="en-US"/>
      </a:defPPr>
      <a:lvl1pPr marL="0" algn="l" defTabSz="634913" rtl="0" eaLnBrk="1" latinLnBrk="0" hangingPunct="1">
        <a:defRPr sz="1200" kern="1200">
          <a:solidFill>
            <a:schemeClr val="tx1"/>
          </a:solidFill>
          <a:latin typeface="+mn-lt"/>
          <a:ea typeface="+mn-ea"/>
          <a:cs typeface="+mn-cs"/>
        </a:defRPr>
      </a:lvl1pPr>
      <a:lvl2pPr marL="317456" algn="l" defTabSz="634913" rtl="0" eaLnBrk="1" latinLnBrk="0" hangingPunct="1">
        <a:defRPr sz="1200" kern="1200">
          <a:solidFill>
            <a:schemeClr val="tx1"/>
          </a:solidFill>
          <a:latin typeface="+mn-lt"/>
          <a:ea typeface="+mn-ea"/>
          <a:cs typeface="+mn-cs"/>
        </a:defRPr>
      </a:lvl2pPr>
      <a:lvl3pPr marL="634913" algn="l" defTabSz="634913" rtl="0" eaLnBrk="1" latinLnBrk="0" hangingPunct="1">
        <a:defRPr sz="1200" kern="1200">
          <a:solidFill>
            <a:schemeClr val="tx1"/>
          </a:solidFill>
          <a:latin typeface="+mn-lt"/>
          <a:ea typeface="+mn-ea"/>
          <a:cs typeface="+mn-cs"/>
        </a:defRPr>
      </a:lvl3pPr>
      <a:lvl4pPr marL="952369" algn="l" defTabSz="634913" rtl="0" eaLnBrk="1" latinLnBrk="0" hangingPunct="1">
        <a:defRPr sz="1200" kern="1200">
          <a:solidFill>
            <a:schemeClr val="tx1"/>
          </a:solidFill>
          <a:latin typeface="+mn-lt"/>
          <a:ea typeface="+mn-ea"/>
          <a:cs typeface="+mn-cs"/>
        </a:defRPr>
      </a:lvl4pPr>
      <a:lvl5pPr marL="1269825" algn="l" defTabSz="634913" rtl="0" eaLnBrk="1" latinLnBrk="0" hangingPunct="1">
        <a:defRPr sz="1200" kern="1200">
          <a:solidFill>
            <a:schemeClr val="tx1"/>
          </a:solidFill>
          <a:latin typeface="+mn-lt"/>
          <a:ea typeface="+mn-ea"/>
          <a:cs typeface="+mn-cs"/>
        </a:defRPr>
      </a:lvl5pPr>
      <a:lvl6pPr marL="1587283" algn="l" defTabSz="634913" rtl="0" eaLnBrk="1" latinLnBrk="0" hangingPunct="1">
        <a:defRPr sz="1200" kern="1200">
          <a:solidFill>
            <a:schemeClr val="tx1"/>
          </a:solidFill>
          <a:latin typeface="+mn-lt"/>
          <a:ea typeface="+mn-ea"/>
          <a:cs typeface="+mn-cs"/>
        </a:defRPr>
      </a:lvl6pPr>
      <a:lvl7pPr marL="1904739" algn="l" defTabSz="634913" rtl="0" eaLnBrk="1" latinLnBrk="0" hangingPunct="1">
        <a:defRPr sz="1200" kern="1200">
          <a:solidFill>
            <a:schemeClr val="tx1"/>
          </a:solidFill>
          <a:latin typeface="+mn-lt"/>
          <a:ea typeface="+mn-ea"/>
          <a:cs typeface="+mn-cs"/>
        </a:defRPr>
      </a:lvl7pPr>
      <a:lvl8pPr marL="2222195" algn="l" defTabSz="634913" rtl="0" eaLnBrk="1" latinLnBrk="0" hangingPunct="1">
        <a:defRPr sz="1200" kern="1200">
          <a:solidFill>
            <a:schemeClr val="tx1"/>
          </a:solidFill>
          <a:latin typeface="+mn-lt"/>
          <a:ea typeface="+mn-ea"/>
          <a:cs typeface="+mn-cs"/>
        </a:defRPr>
      </a:lvl8pPr>
      <a:lvl9pPr marL="2539652" algn="l" defTabSz="634913" rtl="0" eaLnBrk="1" latinLnBrk="0" hangingPunct="1">
        <a:defRPr sz="12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685800" y="457200"/>
            <a:ext cx="77724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3492" tIns="31746" rIns="63492" bIns="31746" numCol="1" anchor="ctr" anchorCtr="0" compatLnSpc="1">
            <a:prstTxWarp prst="textNoShape">
              <a:avLst/>
            </a:prstTxWarp>
          </a:bodyPr>
          <a:lstStyle/>
          <a:p>
            <a:pPr lvl="0"/>
            <a:r>
              <a:rPr lang="ko-KR" altLang="en-US" dirty="0"/>
              <a:t>마스터 제목 스타일 편집</a:t>
            </a:r>
          </a:p>
        </p:txBody>
      </p:sp>
      <p:sp>
        <p:nvSpPr>
          <p:cNvPr id="3075" name="Rectangle 3"/>
          <p:cNvSpPr>
            <a:spLocks noGrp="1" noChangeArrowheads="1"/>
          </p:cNvSpPr>
          <p:nvPr>
            <p:ph type="body" idx="1"/>
          </p:nvPr>
        </p:nvSpPr>
        <p:spPr bwMode="auto">
          <a:xfrm>
            <a:off x="685800" y="1485900"/>
            <a:ext cx="7772400"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3492" tIns="31746" rIns="63492" bIns="31746" numCol="1" anchor="t" anchorCtr="0" compatLnSpc="1">
            <a:prstTxWarp prst="textNoShape">
              <a:avLst/>
            </a:prstTxWarp>
          </a:body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1028" name="Rectangle 4"/>
          <p:cNvSpPr>
            <a:spLocks noGrp="1" noChangeArrowheads="1"/>
          </p:cNvSpPr>
          <p:nvPr>
            <p:ph type="dt" sz="half" idx="2"/>
          </p:nvPr>
        </p:nvSpPr>
        <p:spPr bwMode="auto">
          <a:xfrm>
            <a:off x="685800" y="4686300"/>
            <a:ext cx="1905000" cy="342900"/>
          </a:xfrm>
          <a:prstGeom prst="rect">
            <a:avLst/>
          </a:prstGeom>
          <a:noFill/>
          <a:ln w="9525">
            <a:noFill/>
            <a:miter lim="800000"/>
            <a:headEnd/>
            <a:tailEnd/>
          </a:ln>
          <a:effectLst/>
        </p:spPr>
        <p:txBody>
          <a:bodyPr vert="horz" wrap="square" lIns="63492" tIns="31746" rIns="63492" bIns="31746" numCol="1" anchor="t" anchorCtr="0" compatLnSpc="1">
            <a:prstTxWarp prst="textNoShape">
              <a:avLst/>
            </a:prstTxWarp>
          </a:bodyPr>
          <a:lstStyle>
            <a:lvl1pPr>
              <a:defRPr sz="1000">
                <a:solidFill>
                  <a:srgbClr val="000000"/>
                </a:solidFill>
                <a:latin typeface="맑은 고딕" panose="020B0503020000020004" pitchFamily="50" charset="-127"/>
                <a:ea typeface="맑은 고딕" panose="020B0503020000020004" pitchFamily="50" charset="-127"/>
                <a:cs typeface="+mn-cs"/>
              </a:defRPr>
            </a:lvl1pPr>
          </a:lstStyle>
          <a:p>
            <a:pPr>
              <a:defRPr/>
            </a:pPr>
            <a:endParaRPr lang="en-US" altLang="ko-KR" dirty="0"/>
          </a:p>
        </p:txBody>
      </p:sp>
      <p:sp>
        <p:nvSpPr>
          <p:cNvPr id="1029" name="Rectangle 5"/>
          <p:cNvSpPr>
            <a:spLocks noGrp="1" noChangeArrowheads="1"/>
          </p:cNvSpPr>
          <p:nvPr>
            <p:ph type="ftr" sz="quarter" idx="3"/>
          </p:nvPr>
        </p:nvSpPr>
        <p:spPr bwMode="auto">
          <a:xfrm>
            <a:off x="3124200" y="4686300"/>
            <a:ext cx="2895600" cy="342900"/>
          </a:xfrm>
          <a:prstGeom prst="rect">
            <a:avLst/>
          </a:prstGeom>
          <a:noFill/>
          <a:ln w="9525">
            <a:noFill/>
            <a:miter lim="800000"/>
            <a:headEnd/>
            <a:tailEnd/>
          </a:ln>
          <a:effectLst/>
        </p:spPr>
        <p:txBody>
          <a:bodyPr vert="horz" wrap="square" lIns="63492" tIns="31746" rIns="63492" bIns="31746" numCol="1" anchor="t" anchorCtr="0" compatLnSpc="1">
            <a:prstTxWarp prst="textNoShape">
              <a:avLst/>
            </a:prstTxWarp>
          </a:bodyPr>
          <a:lstStyle>
            <a:lvl1pPr algn="ctr">
              <a:defRPr sz="1000">
                <a:solidFill>
                  <a:srgbClr val="000000"/>
                </a:solidFill>
                <a:latin typeface="맑은 고딕" panose="020B0503020000020004" pitchFamily="50" charset="-127"/>
                <a:ea typeface="맑은 고딕" panose="020B0503020000020004" pitchFamily="50" charset="-127"/>
                <a:cs typeface="+mn-cs"/>
              </a:defRPr>
            </a:lvl1pPr>
          </a:lstStyle>
          <a:p>
            <a:pPr>
              <a:defRPr/>
            </a:pPr>
            <a:endParaRPr lang="en-US" altLang="ko-KR" dirty="0"/>
          </a:p>
        </p:txBody>
      </p:sp>
      <p:sp>
        <p:nvSpPr>
          <p:cNvPr id="1030" name="Rectangle 6"/>
          <p:cNvSpPr>
            <a:spLocks noGrp="1" noChangeArrowheads="1"/>
          </p:cNvSpPr>
          <p:nvPr>
            <p:ph type="sldNum" sz="quarter" idx="4"/>
          </p:nvPr>
        </p:nvSpPr>
        <p:spPr bwMode="auto">
          <a:xfrm>
            <a:off x="6553200" y="4686300"/>
            <a:ext cx="1905000" cy="342900"/>
          </a:xfrm>
          <a:prstGeom prst="rect">
            <a:avLst/>
          </a:prstGeom>
          <a:noFill/>
          <a:ln w="9525">
            <a:noFill/>
            <a:miter lim="800000"/>
            <a:headEnd/>
            <a:tailEnd/>
          </a:ln>
          <a:effectLst/>
        </p:spPr>
        <p:txBody>
          <a:bodyPr vert="horz" wrap="square" lIns="63492" tIns="31746" rIns="63492" bIns="31746" numCol="1" anchor="t" anchorCtr="0" compatLnSpc="1">
            <a:prstTxWarp prst="textNoShape">
              <a:avLst/>
            </a:prstTxWarp>
          </a:bodyPr>
          <a:lstStyle>
            <a:lvl1pPr algn="r">
              <a:defRPr sz="1000">
                <a:solidFill>
                  <a:srgbClr val="000000"/>
                </a:solidFill>
                <a:latin typeface="맑은 고딕" panose="020B0503020000020004" pitchFamily="50" charset="-127"/>
                <a:ea typeface="맑은 고딕" panose="020B0503020000020004" pitchFamily="50" charset="-127"/>
                <a:cs typeface="+mn-cs"/>
              </a:defRPr>
            </a:lvl1pPr>
          </a:lstStyle>
          <a:p>
            <a:pPr>
              <a:defRPr/>
            </a:pPr>
            <a:fld id="{7D9C6FB0-F2AB-4F5E-B20C-1C21D9CD014E}" type="slidenum">
              <a:rPr lang="en-US" altLang="ko-KR" smtClean="0"/>
              <a:pPr>
                <a:defRPr/>
              </a:pPr>
              <a:t>‹#›</a:t>
            </a:fld>
            <a:endParaRPr lang="en-US" altLang="ko-KR" dirty="0"/>
          </a:p>
        </p:txBody>
      </p:sp>
    </p:spTree>
    <p:extLst>
      <p:ext uri="{BB962C8B-B14F-4D97-AF65-F5344CB8AC3E}">
        <p14:creationId xmlns:p14="http://schemas.microsoft.com/office/powerpoint/2010/main" val="3133919631"/>
      </p:ext>
    </p:extLst>
  </p:cSld>
  <p:clrMap bg1="lt1" tx1="dk1" bg2="lt2" tx2="dk2" accent1="accent1" accent2="accent2" accent3="accent3" accent4="accent4" accent5="accent5" accent6="accent6" hlink="hlink" folHlink="folHlink"/>
  <p:sldLayoutIdLst>
    <p:sldLayoutId id="2147634633" r:id="rId1"/>
    <p:sldLayoutId id="2147634634" r:id="rId2"/>
    <p:sldLayoutId id="2147634635" r:id="rId3"/>
    <p:sldLayoutId id="2147634636" r:id="rId4"/>
    <p:sldLayoutId id="2147634637" r:id="rId5"/>
    <p:sldLayoutId id="2147634638" r:id="rId6"/>
    <p:sldLayoutId id="2147634639" r:id="rId7"/>
    <p:sldLayoutId id="2147634640" r:id="rId8"/>
    <p:sldLayoutId id="2147634641" r:id="rId9"/>
    <p:sldLayoutId id="2147634642" r:id="rId10"/>
    <p:sldLayoutId id="2147634643" r:id="rId11"/>
  </p:sldLayoutIdLst>
  <p:transition>
    <p:cover dir="d"/>
  </p:transition>
  <p:txStyles>
    <p:titleStyle>
      <a:lvl1pPr algn="ctr" rtl="0" eaLnBrk="0" fontAlgn="base" latinLnBrk="1" hangingPunct="0">
        <a:spcBef>
          <a:spcPct val="0"/>
        </a:spcBef>
        <a:spcAft>
          <a:spcPct val="0"/>
        </a:spcAft>
        <a:defRPr kumimoji="1" sz="3100">
          <a:solidFill>
            <a:schemeClr val="tx2"/>
          </a:solidFill>
          <a:latin typeface="맑은 고딕" panose="020B0503020000020004" pitchFamily="50" charset="-127"/>
          <a:ea typeface="맑은 고딕" panose="020B0503020000020004" pitchFamily="50" charset="-127"/>
          <a:cs typeface="+mj-cs"/>
        </a:defRPr>
      </a:lvl1pPr>
      <a:lvl2pPr algn="ctr" rtl="0" eaLnBrk="0" fontAlgn="base" latinLnBrk="1" hangingPunct="0">
        <a:spcBef>
          <a:spcPct val="0"/>
        </a:spcBef>
        <a:spcAft>
          <a:spcPct val="0"/>
        </a:spcAft>
        <a:defRPr kumimoji="1" sz="3100">
          <a:solidFill>
            <a:schemeClr val="tx2"/>
          </a:solidFill>
          <a:latin typeface="굴림" pitchFamily="34" charset="-127"/>
          <a:ea typeface="굴림" pitchFamily="34" charset="-127"/>
        </a:defRPr>
      </a:lvl2pPr>
      <a:lvl3pPr algn="ctr" rtl="0" eaLnBrk="0" fontAlgn="base" latinLnBrk="1" hangingPunct="0">
        <a:spcBef>
          <a:spcPct val="0"/>
        </a:spcBef>
        <a:spcAft>
          <a:spcPct val="0"/>
        </a:spcAft>
        <a:defRPr kumimoji="1" sz="3100">
          <a:solidFill>
            <a:schemeClr val="tx2"/>
          </a:solidFill>
          <a:latin typeface="굴림" pitchFamily="34" charset="-127"/>
          <a:ea typeface="굴림" pitchFamily="34" charset="-127"/>
        </a:defRPr>
      </a:lvl3pPr>
      <a:lvl4pPr algn="ctr" rtl="0" eaLnBrk="0" fontAlgn="base" latinLnBrk="1" hangingPunct="0">
        <a:spcBef>
          <a:spcPct val="0"/>
        </a:spcBef>
        <a:spcAft>
          <a:spcPct val="0"/>
        </a:spcAft>
        <a:defRPr kumimoji="1" sz="3100">
          <a:solidFill>
            <a:schemeClr val="tx2"/>
          </a:solidFill>
          <a:latin typeface="굴림" pitchFamily="34" charset="-127"/>
          <a:ea typeface="굴림" pitchFamily="34" charset="-127"/>
        </a:defRPr>
      </a:lvl4pPr>
      <a:lvl5pPr algn="ctr" rtl="0" eaLnBrk="0" fontAlgn="base" latinLnBrk="1" hangingPunct="0">
        <a:spcBef>
          <a:spcPct val="0"/>
        </a:spcBef>
        <a:spcAft>
          <a:spcPct val="0"/>
        </a:spcAft>
        <a:defRPr kumimoji="1" sz="3100">
          <a:solidFill>
            <a:schemeClr val="tx2"/>
          </a:solidFill>
          <a:latin typeface="굴림" pitchFamily="34" charset="-127"/>
          <a:ea typeface="굴림" pitchFamily="34" charset="-127"/>
        </a:defRPr>
      </a:lvl5pPr>
      <a:lvl6pPr marL="317456" algn="ctr" rtl="0" fontAlgn="base" latinLnBrk="1">
        <a:spcBef>
          <a:spcPct val="0"/>
        </a:spcBef>
        <a:spcAft>
          <a:spcPct val="0"/>
        </a:spcAft>
        <a:defRPr kumimoji="1" sz="3100">
          <a:solidFill>
            <a:schemeClr val="tx2"/>
          </a:solidFill>
          <a:latin typeface="굴림" pitchFamily="50" charset="-127"/>
          <a:ea typeface="굴림" pitchFamily="50" charset="-127"/>
        </a:defRPr>
      </a:lvl6pPr>
      <a:lvl7pPr marL="634913" algn="ctr" rtl="0" fontAlgn="base" latinLnBrk="1">
        <a:spcBef>
          <a:spcPct val="0"/>
        </a:spcBef>
        <a:spcAft>
          <a:spcPct val="0"/>
        </a:spcAft>
        <a:defRPr kumimoji="1" sz="3100">
          <a:solidFill>
            <a:schemeClr val="tx2"/>
          </a:solidFill>
          <a:latin typeface="굴림" pitchFamily="50" charset="-127"/>
          <a:ea typeface="굴림" pitchFamily="50" charset="-127"/>
        </a:defRPr>
      </a:lvl7pPr>
      <a:lvl8pPr marL="952369" algn="ctr" rtl="0" fontAlgn="base" latinLnBrk="1">
        <a:spcBef>
          <a:spcPct val="0"/>
        </a:spcBef>
        <a:spcAft>
          <a:spcPct val="0"/>
        </a:spcAft>
        <a:defRPr kumimoji="1" sz="3100">
          <a:solidFill>
            <a:schemeClr val="tx2"/>
          </a:solidFill>
          <a:latin typeface="굴림" pitchFamily="50" charset="-127"/>
          <a:ea typeface="굴림" pitchFamily="50" charset="-127"/>
        </a:defRPr>
      </a:lvl8pPr>
      <a:lvl9pPr marL="1269825" algn="ctr" rtl="0" fontAlgn="base" latinLnBrk="1">
        <a:spcBef>
          <a:spcPct val="0"/>
        </a:spcBef>
        <a:spcAft>
          <a:spcPct val="0"/>
        </a:spcAft>
        <a:defRPr kumimoji="1" sz="3100">
          <a:solidFill>
            <a:schemeClr val="tx2"/>
          </a:solidFill>
          <a:latin typeface="굴림" pitchFamily="50" charset="-127"/>
          <a:ea typeface="굴림" pitchFamily="50" charset="-127"/>
        </a:defRPr>
      </a:lvl9pPr>
    </p:titleStyle>
    <p:bodyStyle>
      <a:lvl1pPr marL="236538" indent="-236538" algn="l" rtl="0" eaLnBrk="0" fontAlgn="base" latinLnBrk="1" hangingPunct="0">
        <a:spcBef>
          <a:spcPct val="20000"/>
        </a:spcBef>
        <a:spcAft>
          <a:spcPct val="0"/>
        </a:spcAft>
        <a:buChar char="•"/>
        <a:defRPr kumimoji="1" sz="2300">
          <a:solidFill>
            <a:schemeClr val="tx1"/>
          </a:solidFill>
          <a:latin typeface="맑은 고딕" panose="020B0503020000020004" pitchFamily="50" charset="-127"/>
          <a:ea typeface="맑은 고딕" panose="020B0503020000020004" pitchFamily="50" charset="-127"/>
          <a:cs typeface="+mn-cs"/>
        </a:defRPr>
      </a:lvl1pPr>
      <a:lvl2pPr marL="514350" indent="-196850" algn="l" rtl="0" eaLnBrk="0" fontAlgn="base" latinLnBrk="1" hangingPunct="0">
        <a:spcBef>
          <a:spcPct val="20000"/>
        </a:spcBef>
        <a:spcAft>
          <a:spcPct val="0"/>
        </a:spcAft>
        <a:buChar char="–"/>
        <a:defRPr kumimoji="1" sz="1900">
          <a:solidFill>
            <a:schemeClr val="tx1"/>
          </a:solidFill>
          <a:latin typeface="맑은 고딕" panose="020B0503020000020004" pitchFamily="50" charset="-127"/>
          <a:ea typeface="맑은 고딕" panose="020B0503020000020004" pitchFamily="50" charset="-127"/>
        </a:defRPr>
      </a:lvl2pPr>
      <a:lvl3pPr marL="792163" indent="-157163" algn="l" rtl="0" eaLnBrk="0" fontAlgn="base" latinLnBrk="1" hangingPunct="0">
        <a:spcBef>
          <a:spcPct val="20000"/>
        </a:spcBef>
        <a:spcAft>
          <a:spcPct val="0"/>
        </a:spcAft>
        <a:buChar char="•"/>
        <a:defRPr kumimoji="1" sz="1700">
          <a:solidFill>
            <a:schemeClr val="tx1"/>
          </a:solidFill>
          <a:latin typeface="맑은 고딕" panose="020B0503020000020004" pitchFamily="50" charset="-127"/>
          <a:ea typeface="맑은 고딕" panose="020B0503020000020004" pitchFamily="50" charset="-127"/>
        </a:defRPr>
      </a:lvl3pPr>
      <a:lvl4pPr marL="1109663" indent="-157163" algn="l" rtl="0" eaLnBrk="0" fontAlgn="base" latinLnBrk="1" hangingPunct="0">
        <a:spcBef>
          <a:spcPct val="20000"/>
        </a:spcBef>
        <a:spcAft>
          <a:spcPct val="0"/>
        </a:spcAft>
        <a:buChar char="–"/>
        <a:defRPr kumimoji="1" sz="1400">
          <a:solidFill>
            <a:schemeClr val="tx1"/>
          </a:solidFill>
          <a:latin typeface="맑은 고딕" panose="020B0503020000020004" pitchFamily="50" charset="-127"/>
          <a:ea typeface="맑은 고딕" panose="020B0503020000020004" pitchFamily="50" charset="-127"/>
        </a:defRPr>
      </a:lvl4pPr>
      <a:lvl5pPr marL="1427163" indent="-157163" algn="l" rtl="0" eaLnBrk="0" fontAlgn="base" latinLnBrk="1" hangingPunct="0">
        <a:spcBef>
          <a:spcPct val="20000"/>
        </a:spcBef>
        <a:spcAft>
          <a:spcPct val="0"/>
        </a:spcAft>
        <a:buChar char="»"/>
        <a:defRPr kumimoji="1" sz="1400">
          <a:solidFill>
            <a:schemeClr val="tx1"/>
          </a:solidFill>
          <a:latin typeface="맑은 고딕" panose="020B0503020000020004" pitchFamily="50" charset="-127"/>
          <a:ea typeface="맑은 고딕" panose="020B0503020000020004" pitchFamily="50" charset="-127"/>
        </a:defRPr>
      </a:lvl5pPr>
      <a:lvl6pPr marL="1746010" indent="-158729" algn="l" rtl="0" fontAlgn="base" latinLnBrk="1">
        <a:spcBef>
          <a:spcPct val="20000"/>
        </a:spcBef>
        <a:spcAft>
          <a:spcPct val="0"/>
        </a:spcAft>
        <a:buChar char="»"/>
        <a:defRPr kumimoji="1" sz="1400">
          <a:solidFill>
            <a:schemeClr val="tx1"/>
          </a:solidFill>
          <a:latin typeface="+mn-lt"/>
          <a:ea typeface="+mn-ea"/>
        </a:defRPr>
      </a:lvl6pPr>
      <a:lvl7pPr marL="2063467" indent="-158729" algn="l" rtl="0" fontAlgn="base" latinLnBrk="1">
        <a:spcBef>
          <a:spcPct val="20000"/>
        </a:spcBef>
        <a:spcAft>
          <a:spcPct val="0"/>
        </a:spcAft>
        <a:buChar char="»"/>
        <a:defRPr kumimoji="1" sz="1400">
          <a:solidFill>
            <a:schemeClr val="tx1"/>
          </a:solidFill>
          <a:latin typeface="+mn-lt"/>
          <a:ea typeface="+mn-ea"/>
        </a:defRPr>
      </a:lvl7pPr>
      <a:lvl8pPr marL="2380923" indent="-158729" algn="l" rtl="0" fontAlgn="base" latinLnBrk="1">
        <a:spcBef>
          <a:spcPct val="20000"/>
        </a:spcBef>
        <a:spcAft>
          <a:spcPct val="0"/>
        </a:spcAft>
        <a:buChar char="»"/>
        <a:defRPr kumimoji="1" sz="1400">
          <a:solidFill>
            <a:schemeClr val="tx1"/>
          </a:solidFill>
          <a:latin typeface="+mn-lt"/>
          <a:ea typeface="+mn-ea"/>
        </a:defRPr>
      </a:lvl8pPr>
      <a:lvl9pPr marL="2698381" indent="-158729" algn="l" rtl="0" fontAlgn="base" latinLnBrk="1">
        <a:spcBef>
          <a:spcPct val="20000"/>
        </a:spcBef>
        <a:spcAft>
          <a:spcPct val="0"/>
        </a:spcAft>
        <a:buChar char="»"/>
        <a:defRPr kumimoji="1" sz="1400">
          <a:solidFill>
            <a:schemeClr val="tx1"/>
          </a:solidFill>
          <a:latin typeface="+mn-lt"/>
          <a:ea typeface="+mn-ea"/>
        </a:defRPr>
      </a:lvl9pPr>
    </p:bodyStyle>
    <p:otherStyle>
      <a:defPPr>
        <a:defRPr lang="en-US"/>
      </a:defPPr>
      <a:lvl1pPr marL="0" algn="l" defTabSz="634913" rtl="0" eaLnBrk="1" latinLnBrk="0" hangingPunct="1">
        <a:defRPr sz="1200" kern="1200">
          <a:solidFill>
            <a:schemeClr val="tx1"/>
          </a:solidFill>
          <a:latin typeface="+mn-lt"/>
          <a:ea typeface="+mn-ea"/>
          <a:cs typeface="+mn-cs"/>
        </a:defRPr>
      </a:lvl1pPr>
      <a:lvl2pPr marL="317456" algn="l" defTabSz="634913" rtl="0" eaLnBrk="1" latinLnBrk="0" hangingPunct="1">
        <a:defRPr sz="1200" kern="1200">
          <a:solidFill>
            <a:schemeClr val="tx1"/>
          </a:solidFill>
          <a:latin typeface="+mn-lt"/>
          <a:ea typeface="+mn-ea"/>
          <a:cs typeface="+mn-cs"/>
        </a:defRPr>
      </a:lvl2pPr>
      <a:lvl3pPr marL="634913" algn="l" defTabSz="634913" rtl="0" eaLnBrk="1" latinLnBrk="0" hangingPunct="1">
        <a:defRPr sz="1200" kern="1200">
          <a:solidFill>
            <a:schemeClr val="tx1"/>
          </a:solidFill>
          <a:latin typeface="+mn-lt"/>
          <a:ea typeface="+mn-ea"/>
          <a:cs typeface="+mn-cs"/>
        </a:defRPr>
      </a:lvl3pPr>
      <a:lvl4pPr marL="952369" algn="l" defTabSz="634913" rtl="0" eaLnBrk="1" latinLnBrk="0" hangingPunct="1">
        <a:defRPr sz="1200" kern="1200">
          <a:solidFill>
            <a:schemeClr val="tx1"/>
          </a:solidFill>
          <a:latin typeface="+mn-lt"/>
          <a:ea typeface="+mn-ea"/>
          <a:cs typeface="+mn-cs"/>
        </a:defRPr>
      </a:lvl4pPr>
      <a:lvl5pPr marL="1269825" algn="l" defTabSz="634913" rtl="0" eaLnBrk="1" latinLnBrk="0" hangingPunct="1">
        <a:defRPr sz="1200" kern="1200">
          <a:solidFill>
            <a:schemeClr val="tx1"/>
          </a:solidFill>
          <a:latin typeface="+mn-lt"/>
          <a:ea typeface="+mn-ea"/>
          <a:cs typeface="+mn-cs"/>
        </a:defRPr>
      </a:lvl5pPr>
      <a:lvl6pPr marL="1587283" algn="l" defTabSz="634913" rtl="0" eaLnBrk="1" latinLnBrk="0" hangingPunct="1">
        <a:defRPr sz="1200" kern="1200">
          <a:solidFill>
            <a:schemeClr val="tx1"/>
          </a:solidFill>
          <a:latin typeface="+mn-lt"/>
          <a:ea typeface="+mn-ea"/>
          <a:cs typeface="+mn-cs"/>
        </a:defRPr>
      </a:lvl6pPr>
      <a:lvl7pPr marL="1904739" algn="l" defTabSz="634913" rtl="0" eaLnBrk="1" latinLnBrk="0" hangingPunct="1">
        <a:defRPr sz="1200" kern="1200">
          <a:solidFill>
            <a:schemeClr val="tx1"/>
          </a:solidFill>
          <a:latin typeface="+mn-lt"/>
          <a:ea typeface="+mn-ea"/>
          <a:cs typeface="+mn-cs"/>
        </a:defRPr>
      </a:lvl7pPr>
      <a:lvl8pPr marL="2222195" algn="l" defTabSz="634913" rtl="0" eaLnBrk="1" latinLnBrk="0" hangingPunct="1">
        <a:defRPr sz="1200" kern="1200">
          <a:solidFill>
            <a:schemeClr val="tx1"/>
          </a:solidFill>
          <a:latin typeface="+mn-lt"/>
          <a:ea typeface="+mn-ea"/>
          <a:cs typeface="+mn-cs"/>
        </a:defRPr>
      </a:lvl8pPr>
      <a:lvl9pPr marL="2539652" algn="l" defTabSz="634913" rtl="0" eaLnBrk="1" latinLnBrk="0" hangingPunct="1">
        <a:defRPr sz="12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bwMode="auto">
          <a:xfrm>
            <a:off x="457200" y="205979"/>
            <a:ext cx="8229600" cy="8572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ko-KR" altLang="en-US" dirty="0"/>
              <a:t>마스터 제목 스타일 편집</a:t>
            </a:r>
          </a:p>
        </p:txBody>
      </p:sp>
      <p:sp>
        <p:nvSpPr>
          <p:cNvPr id="14339" name="Rectangle 3"/>
          <p:cNvSpPr>
            <a:spLocks noGrp="1" noChangeArrowheads="1"/>
          </p:cNvSpPr>
          <p:nvPr>
            <p:ph type="body" idx="1"/>
          </p:nvPr>
        </p:nvSpPr>
        <p:spPr bwMode="auto">
          <a:xfrm>
            <a:off x="457200" y="1200151"/>
            <a:ext cx="8229600" cy="339447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1028" name="Rectangle 4"/>
          <p:cNvSpPr>
            <a:spLocks noGrp="1" noChangeArrowheads="1"/>
          </p:cNvSpPr>
          <p:nvPr>
            <p:ph type="dt" sz="half" idx="2"/>
          </p:nvPr>
        </p:nvSpPr>
        <p:spPr bwMode="auto">
          <a:xfrm>
            <a:off x="457200" y="4683919"/>
            <a:ext cx="2133600" cy="3571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맑은 고딕" panose="020B0503020000020004" pitchFamily="50" charset="-127"/>
                <a:ea typeface="맑은 고딕" panose="020B0503020000020004" pitchFamily="50" charset="-127"/>
              </a:defRPr>
            </a:lvl1pPr>
          </a:lstStyle>
          <a:p>
            <a:pPr fontAlgn="auto">
              <a:spcBef>
                <a:spcPts val="0"/>
              </a:spcBef>
              <a:spcAft>
                <a:spcPts val="0"/>
              </a:spcAft>
              <a:defRPr/>
            </a:pPr>
            <a:endParaRPr kumimoji="0" lang="en-US" altLang="ko-KR" dirty="0">
              <a:solidFill>
                <a:srgbClr val="000000"/>
              </a:solidFill>
              <a:cs typeface="+mn-cs"/>
            </a:endParaRPr>
          </a:p>
        </p:txBody>
      </p:sp>
      <p:sp>
        <p:nvSpPr>
          <p:cNvPr id="1029" name="Rectangle 5"/>
          <p:cNvSpPr>
            <a:spLocks noGrp="1" noChangeArrowheads="1"/>
          </p:cNvSpPr>
          <p:nvPr>
            <p:ph type="ftr" sz="quarter" idx="3"/>
          </p:nvPr>
        </p:nvSpPr>
        <p:spPr bwMode="auto">
          <a:xfrm>
            <a:off x="3124200" y="4683919"/>
            <a:ext cx="2895600" cy="3571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맑은 고딕" panose="020B0503020000020004" pitchFamily="50" charset="-127"/>
                <a:ea typeface="맑은 고딕" panose="020B0503020000020004" pitchFamily="50" charset="-127"/>
              </a:defRPr>
            </a:lvl1pPr>
          </a:lstStyle>
          <a:p>
            <a:pPr fontAlgn="auto">
              <a:spcBef>
                <a:spcPts val="0"/>
              </a:spcBef>
              <a:spcAft>
                <a:spcPts val="0"/>
              </a:spcAft>
              <a:defRPr/>
            </a:pPr>
            <a:endParaRPr kumimoji="0" lang="en-US" altLang="ko-KR" dirty="0">
              <a:solidFill>
                <a:srgbClr val="000000"/>
              </a:solidFill>
              <a:cs typeface="+mn-cs"/>
            </a:endParaRPr>
          </a:p>
        </p:txBody>
      </p:sp>
      <p:sp>
        <p:nvSpPr>
          <p:cNvPr id="1030" name="Rectangle 6"/>
          <p:cNvSpPr>
            <a:spLocks noGrp="1" noChangeArrowheads="1"/>
          </p:cNvSpPr>
          <p:nvPr>
            <p:ph type="sldNum" sz="quarter" idx="4"/>
          </p:nvPr>
        </p:nvSpPr>
        <p:spPr bwMode="auto">
          <a:xfrm>
            <a:off x="6553200" y="4683919"/>
            <a:ext cx="2133600" cy="3571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맑은 고딕" panose="020B0503020000020004" pitchFamily="50" charset="-127"/>
                <a:ea typeface="맑은 고딕" panose="020B0503020000020004" pitchFamily="50" charset="-127"/>
              </a:defRPr>
            </a:lvl1pPr>
          </a:lstStyle>
          <a:p>
            <a:pPr fontAlgn="auto">
              <a:spcBef>
                <a:spcPts val="0"/>
              </a:spcBef>
              <a:spcAft>
                <a:spcPts val="0"/>
              </a:spcAft>
              <a:defRPr/>
            </a:pPr>
            <a:fld id="{825E1140-6149-4A0F-883D-7BBDDA7A4BC5}" type="slidenum">
              <a:rPr kumimoji="0" lang="en-US" altLang="ko-KR" smtClean="0">
                <a:solidFill>
                  <a:srgbClr val="000000"/>
                </a:solidFill>
                <a:cs typeface="+mn-cs"/>
              </a:rPr>
              <a:pPr fontAlgn="auto">
                <a:spcBef>
                  <a:spcPts val="0"/>
                </a:spcBef>
                <a:spcAft>
                  <a:spcPts val="0"/>
                </a:spcAft>
                <a:defRPr/>
              </a:pPr>
              <a:t>‹#›</a:t>
            </a:fld>
            <a:endParaRPr kumimoji="0" lang="en-US" altLang="ko-KR" dirty="0">
              <a:solidFill>
                <a:srgbClr val="000000"/>
              </a:solidFill>
              <a:cs typeface="+mn-cs"/>
            </a:endParaRPr>
          </a:p>
        </p:txBody>
      </p:sp>
    </p:spTree>
    <p:extLst>
      <p:ext uri="{BB962C8B-B14F-4D97-AF65-F5344CB8AC3E}">
        <p14:creationId xmlns:p14="http://schemas.microsoft.com/office/powerpoint/2010/main" val="3697280411"/>
      </p:ext>
    </p:extLst>
  </p:cSld>
  <p:clrMap bg1="lt1" tx1="dk1" bg2="lt2" tx2="dk2" accent1="accent1" accent2="accent2" accent3="accent3" accent4="accent4" accent5="accent5" accent6="accent6" hlink="hlink" folHlink="folHlink"/>
  <p:sldLayoutIdLst>
    <p:sldLayoutId id="2147634718" r:id="rId1"/>
    <p:sldLayoutId id="2147634719" r:id="rId2"/>
    <p:sldLayoutId id="2147634720" r:id="rId3"/>
    <p:sldLayoutId id="2147634721" r:id="rId4"/>
    <p:sldLayoutId id="2147634722" r:id="rId5"/>
    <p:sldLayoutId id="2147634723" r:id="rId6"/>
    <p:sldLayoutId id="2147634724" r:id="rId7"/>
    <p:sldLayoutId id="2147634725" r:id="rId8"/>
    <p:sldLayoutId id="2147634726" r:id="rId9"/>
    <p:sldLayoutId id="2147634727" r:id="rId10"/>
    <p:sldLayoutId id="2147634728" r:id="rId11"/>
  </p:sldLayoutIdLst>
  <p:txStyles>
    <p:titleStyle>
      <a:lvl1pPr algn="ctr" rtl="0" eaLnBrk="0" fontAlgn="base" latinLnBrk="1" hangingPunct="0">
        <a:spcBef>
          <a:spcPct val="0"/>
        </a:spcBef>
        <a:spcAft>
          <a:spcPct val="0"/>
        </a:spcAft>
        <a:defRPr kumimoji="1" sz="4400">
          <a:solidFill>
            <a:schemeClr val="tx2"/>
          </a:solidFill>
          <a:latin typeface="맑은 고딕" panose="020B0503020000020004" pitchFamily="50" charset="-127"/>
          <a:ea typeface="맑은 고딕" panose="020B0503020000020004" pitchFamily="50" charset="-127"/>
          <a:cs typeface="+mj-cs"/>
        </a:defRPr>
      </a:lvl1pPr>
      <a:lvl2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2pPr>
      <a:lvl3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3pPr>
      <a:lvl4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4pPr>
      <a:lvl5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5pPr>
      <a:lvl6pPr marL="457200" algn="ctr" rtl="0" fontAlgn="base" latinLnBrk="1">
        <a:spcBef>
          <a:spcPct val="0"/>
        </a:spcBef>
        <a:spcAft>
          <a:spcPct val="0"/>
        </a:spcAft>
        <a:defRPr kumimoji="1" sz="4400">
          <a:solidFill>
            <a:schemeClr val="tx2"/>
          </a:solidFill>
          <a:latin typeface="굴림" pitchFamily="50" charset="-127"/>
          <a:ea typeface="굴림" pitchFamily="50" charset="-127"/>
        </a:defRPr>
      </a:lvl6pPr>
      <a:lvl7pPr marL="914400" algn="ctr" rtl="0" fontAlgn="base" latinLnBrk="1">
        <a:spcBef>
          <a:spcPct val="0"/>
        </a:spcBef>
        <a:spcAft>
          <a:spcPct val="0"/>
        </a:spcAft>
        <a:defRPr kumimoji="1" sz="4400">
          <a:solidFill>
            <a:schemeClr val="tx2"/>
          </a:solidFill>
          <a:latin typeface="굴림" pitchFamily="50" charset="-127"/>
          <a:ea typeface="굴림" pitchFamily="50" charset="-127"/>
        </a:defRPr>
      </a:lvl7pPr>
      <a:lvl8pPr marL="1371600" algn="ctr" rtl="0" fontAlgn="base" latinLnBrk="1">
        <a:spcBef>
          <a:spcPct val="0"/>
        </a:spcBef>
        <a:spcAft>
          <a:spcPct val="0"/>
        </a:spcAft>
        <a:defRPr kumimoji="1" sz="4400">
          <a:solidFill>
            <a:schemeClr val="tx2"/>
          </a:solidFill>
          <a:latin typeface="굴림" pitchFamily="50" charset="-127"/>
          <a:ea typeface="굴림" pitchFamily="50" charset="-127"/>
        </a:defRPr>
      </a:lvl8pPr>
      <a:lvl9pPr marL="1828800" algn="ctr" rtl="0" fontAlgn="base" latinLnBrk="1">
        <a:spcBef>
          <a:spcPct val="0"/>
        </a:spcBef>
        <a:spcAft>
          <a:spcPct val="0"/>
        </a:spcAft>
        <a:defRPr kumimoji="1" sz="4400">
          <a:solidFill>
            <a:schemeClr val="tx2"/>
          </a:solidFill>
          <a:latin typeface="굴림" pitchFamily="50" charset="-127"/>
          <a:ea typeface="굴림" pitchFamily="50" charset="-127"/>
        </a:defRPr>
      </a:lvl9pPr>
    </p:titleStyle>
    <p:bodyStyle>
      <a:lvl1pPr marL="342900" indent="-342900" algn="l" rtl="0" eaLnBrk="0" fontAlgn="base" latinLnBrk="1" hangingPunct="0">
        <a:spcBef>
          <a:spcPct val="20000"/>
        </a:spcBef>
        <a:spcAft>
          <a:spcPct val="0"/>
        </a:spcAft>
        <a:buChar char="•"/>
        <a:defRPr kumimoji="1" sz="3200">
          <a:solidFill>
            <a:schemeClr val="tx1"/>
          </a:solidFill>
          <a:latin typeface="맑은 고딕" panose="020B0503020000020004" pitchFamily="50" charset="-127"/>
          <a:ea typeface="맑은 고딕" panose="020B0503020000020004" pitchFamily="50" charset="-127"/>
          <a:cs typeface="+mn-cs"/>
        </a:defRPr>
      </a:lvl1pPr>
      <a:lvl2pPr marL="742950" indent="-285750" algn="l" rtl="0" eaLnBrk="0" fontAlgn="base" latinLnBrk="1" hangingPunct="0">
        <a:spcBef>
          <a:spcPct val="20000"/>
        </a:spcBef>
        <a:spcAft>
          <a:spcPct val="0"/>
        </a:spcAft>
        <a:buChar char="–"/>
        <a:defRPr kumimoji="1" sz="2800">
          <a:solidFill>
            <a:schemeClr val="tx1"/>
          </a:solidFill>
          <a:latin typeface="맑은 고딕" panose="020B0503020000020004" pitchFamily="50" charset="-127"/>
          <a:ea typeface="맑은 고딕" panose="020B0503020000020004" pitchFamily="50" charset="-127"/>
        </a:defRPr>
      </a:lvl2pPr>
      <a:lvl3pPr marL="1143000" indent="-228600" algn="l" rtl="0" eaLnBrk="0" fontAlgn="base" latinLnBrk="1" hangingPunct="0">
        <a:spcBef>
          <a:spcPct val="20000"/>
        </a:spcBef>
        <a:spcAft>
          <a:spcPct val="0"/>
        </a:spcAft>
        <a:buChar char="•"/>
        <a:defRPr kumimoji="1" sz="2400">
          <a:solidFill>
            <a:schemeClr val="tx1"/>
          </a:solidFill>
          <a:latin typeface="맑은 고딕" panose="020B0503020000020004" pitchFamily="50" charset="-127"/>
          <a:ea typeface="맑은 고딕" panose="020B0503020000020004" pitchFamily="50" charset="-127"/>
        </a:defRPr>
      </a:lvl3pPr>
      <a:lvl4pPr marL="1600200" indent="-228600" algn="l" rtl="0" eaLnBrk="0" fontAlgn="base" latinLnBrk="1" hangingPunct="0">
        <a:spcBef>
          <a:spcPct val="20000"/>
        </a:spcBef>
        <a:spcAft>
          <a:spcPct val="0"/>
        </a:spcAft>
        <a:buChar char="–"/>
        <a:defRPr kumimoji="1" sz="2000">
          <a:solidFill>
            <a:schemeClr val="tx1"/>
          </a:solidFill>
          <a:latin typeface="맑은 고딕" panose="020B0503020000020004" pitchFamily="50" charset="-127"/>
          <a:ea typeface="맑은 고딕" panose="020B0503020000020004" pitchFamily="50" charset="-127"/>
        </a:defRPr>
      </a:lvl4pPr>
      <a:lvl5pPr marL="2057400" indent="-228600" algn="l" rtl="0" eaLnBrk="0" fontAlgn="base" latinLnBrk="1" hangingPunct="0">
        <a:spcBef>
          <a:spcPct val="20000"/>
        </a:spcBef>
        <a:spcAft>
          <a:spcPct val="0"/>
        </a:spcAft>
        <a:buChar char="»"/>
        <a:defRPr kumimoji="1" sz="2000">
          <a:solidFill>
            <a:schemeClr val="tx1"/>
          </a:solidFill>
          <a:latin typeface="맑은 고딕" panose="020B0503020000020004" pitchFamily="50" charset="-127"/>
          <a:ea typeface="맑은 고딕" panose="020B0503020000020004" pitchFamily="50" charset="-127"/>
        </a:defRPr>
      </a:lvl5pPr>
      <a:lvl6pPr marL="2514600" indent="-228600" algn="l" rtl="0" fontAlgn="base" latinLnBrk="1">
        <a:spcBef>
          <a:spcPct val="20000"/>
        </a:spcBef>
        <a:spcAft>
          <a:spcPct val="0"/>
        </a:spcAft>
        <a:buChar char="»"/>
        <a:defRPr kumimoji="1" sz="2000">
          <a:solidFill>
            <a:schemeClr val="tx1"/>
          </a:solidFill>
          <a:latin typeface="+mn-lt"/>
          <a:ea typeface="+mn-ea"/>
        </a:defRPr>
      </a:lvl6pPr>
      <a:lvl7pPr marL="2971800" indent="-228600" algn="l" rtl="0" fontAlgn="base" latinLnBrk="1">
        <a:spcBef>
          <a:spcPct val="20000"/>
        </a:spcBef>
        <a:spcAft>
          <a:spcPct val="0"/>
        </a:spcAft>
        <a:buChar char="»"/>
        <a:defRPr kumimoji="1" sz="2000">
          <a:solidFill>
            <a:schemeClr val="tx1"/>
          </a:solidFill>
          <a:latin typeface="+mn-lt"/>
          <a:ea typeface="+mn-ea"/>
        </a:defRPr>
      </a:lvl7pPr>
      <a:lvl8pPr marL="3429000" indent="-228600" algn="l" rtl="0" fontAlgn="base" latinLnBrk="1">
        <a:spcBef>
          <a:spcPct val="20000"/>
        </a:spcBef>
        <a:spcAft>
          <a:spcPct val="0"/>
        </a:spcAft>
        <a:buChar char="»"/>
        <a:defRPr kumimoji="1" sz="2000">
          <a:solidFill>
            <a:schemeClr val="tx1"/>
          </a:solidFill>
          <a:latin typeface="+mn-lt"/>
          <a:ea typeface="+mn-ea"/>
        </a:defRPr>
      </a:lvl8pPr>
      <a:lvl9pPr marL="3886200" indent="-228600" algn="l" rtl="0" fontAlgn="base" latinLnBrk="1">
        <a:spcBef>
          <a:spcPct val="20000"/>
        </a:spcBef>
        <a:spcAft>
          <a:spcPct val="0"/>
        </a:spcAft>
        <a:buChar char="»"/>
        <a:defRPr kumimoji="1" sz="20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3FA6EB5B-284A-1DDD-0519-34C5F06B3966}"/>
              </a:ext>
            </a:extLst>
          </p:cNvPr>
          <p:cNvSpPr>
            <a:spLocks noGrp="1" noChangeArrowheads="1"/>
          </p:cNvSpPr>
          <p:nvPr>
            <p:ph type="title"/>
          </p:nvPr>
        </p:nvSpPr>
        <p:spPr bwMode="auto">
          <a:xfrm>
            <a:off x="457200" y="206375"/>
            <a:ext cx="8229600"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ko-KR" altLang="en-US" dirty="0"/>
              <a:t>마스터 제목 스타일 편집</a:t>
            </a:r>
          </a:p>
        </p:txBody>
      </p:sp>
      <p:sp>
        <p:nvSpPr>
          <p:cNvPr id="1027" name="Rectangle 3">
            <a:extLst>
              <a:ext uri="{FF2B5EF4-FFF2-40B4-BE49-F238E27FC236}">
                <a16:creationId xmlns:a16="http://schemas.microsoft.com/office/drawing/2014/main" id="{F265E626-9F6E-C944-BF99-0E85B7FBA9BE}"/>
              </a:ext>
            </a:extLst>
          </p:cNvPr>
          <p:cNvSpPr>
            <a:spLocks noGrp="1" noChangeArrowheads="1"/>
          </p:cNvSpPr>
          <p:nvPr>
            <p:ph type="body" idx="1"/>
          </p:nvPr>
        </p:nvSpPr>
        <p:spPr bwMode="auto">
          <a:xfrm>
            <a:off x="457200" y="1200150"/>
            <a:ext cx="8229600" cy="339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1028" name="Rectangle 4">
            <a:extLst>
              <a:ext uri="{FF2B5EF4-FFF2-40B4-BE49-F238E27FC236}">
                <a16:creationId xmlns:a16="http://schemas.microsoft.com/office/drawing/2014/main" id="{9B266229-6B4B-2382-E47C-AF1C29F825D4}"/>
              </a:ext>
            </a:extLst>
          </p:cNvPr>
          <p:cNvSpPr>
            <a:spLocks noGrp="1" noChangeArrowheads="1"/>
          </p:cNvSpPr>
          <p:nvPr>
            <p:ph type="dt" sz="half" idx="2"/>
          </p:nvPr>
        </p:nvSpPr>
        <p:spPr bwMode="auto">
          <a:xfrm>
            <a:off x="457200" y="4684713"/>
            <a:ext cx="2133600" cy="357187"/>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latinLnBrk="1" hangingPunct="1">
              <a:defRPr sz="1400">
                <a:latin typeface="맑은 고딕" panose="020B0503020000020004" pitchFamily="50" charset="-127"/>
                <a:ea typeface="맑은 고딕" panose="020B0503020000020004" pitchFamily="50" charset="-127"/>
              </a:defRPr>
            </a:lvl1pPr>
          </a:lstStyle>
          <a:p>
            <a:pPr>
              <a:defRPr/>
            </a:pPr>
            <a:endParaRPr lang="en-US" altLang="ko-KR" dirty="0"/>
          </a:p>
        </p:txBody>
      </p:sp>
      <p:sp>
        <p:nvSpPr>
          <p:cNvPr id="1029" name="Rectangle 5">
            <a:extLst>
              <a:ext uri="{FF2B5EF4-FFF2-40B4-BE49-F238E27FC236}">
                <a16:creationId xmlns:a16="http://schemas.microsoft.com/office/drawing/2014/main" id="{C7679DED-A18F-228B-FB55-C9FD9384F82C}"/>
              </a:ext>
            </a:extLst>
          </p:cNvPr>
          <p:cNvSpPr>
            <a:spLocks noGrp="1" noChangeArrowheads="1"/>
          </p:cNvSpPr>
          <p:nvPr>
            <p:ph type="ftr" sz="quarter" idx="3"/>
          </p:nvPr>
        </p:nvSpPr>
        <p:spPr bwMode="auto">
          <a:xfrm>
            <a:off x="3124200" y="4684713"/>
            <a:ext cx="2895600" cy="357187"/>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eaLnBrk="1" latinLnBrk="1" hangingPunct="1">
              <a:defRPr sz="1400">
                <a:latin typeface="맑은 고딕" panose="020B0503020000020004" pitchFamily="50" charset="-127"/>
                <a:ea typeface="맑은 고딕" panose="020B0503020000020004" pitchFamily="50" charset="-127"/>
              </a:defRPr>
            </a:lvl1pPr>
          </a:lstStyle>
          <a:p>
            <a:pPr>
              <a:defRPr/>
            </a:pPr>
            <a:endParaRPr lang="en-US" altLang="ko-KR" dirty="0"/>
          </a:p>
        </p:txBody>
      </p:sp>
      <p:sp>
        <p:nvSpPr>
          <p:cNvPr id="1030" name="Rectangle 6">
            <a:extLst>
              <a:ext uri="{FF2B5EF4-FFF2-40B4-BE49-F238E27FC236}">
                <a16:creationId xmlns:a16="http://schemas.microsoft.com/office/drawing/2014/main" id="{3BC0BCFA-FB3F-8023-F4D9-81F9A81B34BE}"/>
              </a:ext>
            </a:extLst>
          </p:cNvPr>
          <p:cNvSpPr>
            <a:spLocks noGrp="1" noChangeArrowheads="1"/>
          </p:cNvSpPr>
          <p:nvPr>
            <p:ph type="sldNum" sz="quarter" idx="4"/>
          </p:nvPr>
        </p:nvSpPr>
        <p:spPr bwMode="auto">
          <a:xfrm>
            <a:off x="6553200" y="4684713"/>
            <a:ext cx="2133600" cy="357187"/>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latinLnBrk="1" hangingPunct="1">
              <a:defRPr sz="1400" smtClean="0">
                <a:latin typeface="맑은 고딕" panose="020B0503020000020004" pitchFamily="50" charset="-127"/>
                <a:ea typeface="맑은 고딕" panose="020B0503020000020004" pitchFamily="50" charset="-127"/>
              </a:defRPr>
            </a:lvl1pPr>
          </a:lstStyle>
          <a:p>
            <a:pPr>
              <a:defRPr/>
            </a:pPr>
            <a:fld id="{82FBE30C-34F2-43B5-8D16-B7B0D0C6A3C0}" type="slidenum">
              <a:rPr lang="en-US" altLang="ko-KR" smtClean="0"/>
              <a:pPr>
                <a:defRPr/>
              </a:pPr>
              <a:t>‹#›</a:t>
            </a:fld>
            <a:endParaRPr lang="en-US" altLang="ko-KR" dirty="0"/>
          </a:p>
        </p:txBody>
      </p:sp>
    </p:spTree>
    <p:extLst>
      <p:ext uri="{BB962C8B-B14F-4D97-AF65-F5344CB8AC3E}">
        <p14:creationId xmlns:p14="http://schemas.microsoft.com/office/powerpoint/2010/main" val="1570086352"/>
      </p:ext>
    </p:extLst>
  </p:cSld>
  <p:clrMap bg1="lt1" tx1="dk1" bg2="lt2" tx2="dk2" accent1="accent1" accent2="accent2" accent3="accent3" accent4="accent4" accent5="accent5" accent6="accent6" hlink="hlink" folHlink="folHlink"/>
  <p:sldLayoutIdLst>
    <p:sldLayoutId id="2147634742" r:id="rId1"/>
    <p:sldLayoutId id="2147634743" r:id="rId2"/>
    <p:sldLayoutId id="2147634744" r:id="rId3"/>
    <p:sldLayoutId id="2147634745" r:id="rId4"/>
    <p:sldLayoutId id="2147634746" r:id="rId5"/>
    <p:sldLayoutId id="2147634747" r:id="rId6"/>
    <p:sldLayoutId id="2147634748" r:id="rId7"/>
    <p:sldLayoutId id="2147634749" r:id="rId8"/>
    <p:sldLayoutId id="2147634750" r:id="rId9"/>
    <p:sldLayoutId id="2147634751" r:id="rId10"/>
    <p:sldLayoutId id="2147634752" r:id="rId11"/>
  </p:sldLayoutIdLst>
  <p:txStyles>
    <p:titleStyle>
      <a:lvl1pPr algn="ctr" rtl="0" eaLnBrk="0" fontAlgn="base" latinLnBrk="1" hangingPunct="0">
        <a:spcBef>
          <a:spcPct val="0"/>
        </a:spcBef>
        <a:spcAft>
          <a:spcPct val="0"/>
        </a:spcAft>
        <a:defRPr kumimoji="1" sz="4400">
          <a:solidFill>
            <a:schemeClr val="tx2"/>
          </a:solidFill>
          <a:latin typeface="맑은 고딕" panose="020B0503020000020004" pitchFamily="50" charset="-127"/>
          <a:ea typeface="맑은 고딕" panose="020B0503020000020004" pitchFamily="50" charset="-127"/>
          <a:cs typeface="+mj-cs"/>
        </a:defRPr>
      </a:lvl1pPr>
      <a:lvl2pPr algn="ctr" rtl="0" eaLnBrk="0" fontAlgn="base" latinLnBrk="1" hangingPunct="0">
        <a:spcBef>
          <a:spcPct val="0"/>
        </a:spcBef>
        <a:spcAft>
          <a:spcPct val="0"/>
        </a:spcAft>
        <a:defRPr kumimoji="1" sz="4400">
          <a:solidFill>
            <a:schemeClr val="tx2"/>
          </a:solidFill>
          <a:latin typeface="굴림" charset="-127"/>
          <a:ea typeface="굴림" charset="-127"/>
        </a:defRPr>
      </a:lvl2pPr>
      <a:lvl3pPr algn="ctr" rtl="0" eaLnBrk="0" fontAlgn="base" latinLnBrk="1" hangingPunct="0">
        <a:spcBef>
          <a:spcPct val="0"/>
        </a:spcBef>
        <a:spcAft>
          <a:spcPct val="0"/>
        </a:spcAft>
        <a:defRPr kumimoji="1" sz="4400">
          <a:solidFill>
            <a:schemeClr val="tx2"/>
          </a:solidFill>
          <a:latin typeface="굴림" charset="-127"/>
          <a:ea typeface="굴림" charset="-127"/>
        </a:defRPr>
      </a:lvl3pPr>
      <a:lvl4pPr algn="ctr" rtl="0" eaLnBrk="0" fontAlgn="base" latinLnBrk="1" hangingPunct="0">
        <a:spcBef>
          <a:spcPct val="0"/>
        </a:spcBef>
        <a:spcAft>
          <a:spcPct val="0"/>
        </a:spcAft>
        <a:defRPr kumimoji="1" sz="4400">
          <a:solidFill>
            <a:schemeClr val="tx2"/>
          </a:solidFill>
          <a:latin typeface="굴림" charset="-127"/>
          <a:ea typeface="굴림" charset="-127"/>
        </a:defRPr>
      </a:lvl4pPr>
      <a:lvl5pPr algn="ctr" rtl="0" eaLnBrk="0" fontAlgn="base" latinLnBrk="1" hangingPunct="0">
        <a:spcBef>
          <a:spcPct val="0"/>
        </a:spcBef>
        <a:spcAft>
          <a:spcPct val="0"/>
        </a:spcAft>
        <a:defRPr kumimoji="1" sz="4400">
          <a:solidFill>
            <a:schemeClr val="tx2"/>
          </a:solidFill>
          <a:latin typeface="굴림" charset="-127"/>
          <a:ea typeface="굴림" charset="-127"/>
        </a:defRPr>
      </a:lvl5pPr>
      <a:lvl6pPr marL="457200" algn="ctr" rtl="0" fontAlgn="base" latinLnBrk="1">
        <a:spcBef>
          <a:spcPct val="0"/>
        </a:spcBef>
        <a:spcAft>
          <a:spcPct val="0"/>
        </a:spcAft>
        <a:defRPr kumimoji="1" sz="4400">
          <a:solidFill>
            <a:schemeClr val="tx2"/>
          </a:solidFill>
          <a:latin typeface="굴림" charset="-127"/>
          <a:ea typeface="굴림" charset="-127"/>
        </a:defRPr>
      </a:lvl6pPr>
      <a:lvl7pPr marL="914400" algn="ctr" rtl="0" fontAlgn="base" latinLnBrk="1">
        <a:spcBef>
          <a:spcPct val="0"/>
        </a:spcBef>
        <a:spcAft>
          <a:spcPct val="0"/>
        </a:spcAft>
        <a:defRPr kumimoji="1" sz="4400">
          <a:solidFill>
            <a:schemeClr val="tx2"/>
          </a:solidFill>
          <a:latin typeface="굴림" charset="-127"/>
          <a:ea typeface="굴림" charset="-127"/>
        </a:defRPr>
      </a:lvl7pPr>
      <a:lvl8pPr marL="1371600" algn="ctr" rtl="0" fontAlgn="base" latinLnBrk="1">
        <a:spcBef>
          <a:spcPct val="0"/>
        </a:spcBef>
        <a:spcAft>
          <a:spcPct val="0"/>
        </a:spcAft>
        <a:defRPr kumimoji="1" sz="4400">
          <a:solidFill>
            <a:schemeClr val="tx2"/>
          </a:solidFill>
          <a:latin typeface="굴림" charset="-127"/>
          <a:ea typeface="굴림" charset="-127"/>
        </a:defRPr>
      </a:lvl8pPr>
      <a:lvl9pPr marL="1828800" algn="ctr" rtl="0" fontAlgn="base" latinLnBrk="1">
        <a:spcBef>
          <a:spcPct val="0"/>
        </a:spcBef>
        <a:spcAft>
          <a:spcPct val="0"/>
        </a:spcAft>
        <a:defRPr kumimoji="1" sz="4400">
          <a:solidFill>
            <a:schemeClr val="tx2"/>
          </a:solidFill>
          <a:latin typeface="굴림" charset="-127"/>
          <a:ea typeface="굴림" charset="-127"/>
        </a:defRPr>
      </a:lvl9pPr>
    </p:titleStyle>
    <p:bodyStyle>
      <a:lvl1pPr marL="342900" indent="-342900" algn="l" rtl="0" eaLnBrk="0" fontAlgn="base" latinLnBrk="1" hangingPunct="0">
        <a:spcBef>
          <a:spcPct val="20000"/>
        </a:spcBef>
        <a:spcAft>
          <a:spcPct val="0"/>
        </a:spcAft>
        <a:buChar char="•"/>
        <a:defRPr kumimoji="1" sz="3200">
          <a:solidFill>
            <a:schemeClr val="tx1"/>
          </a:solidFill>
          <a:latin typeface="맑은 고딕" panose="020B0503020000020004" pitchFamily="50" charset="-127"/>
          <a:ea typeface="맑은 고딕" panose="020B0503020000020004" pitchFamily="50" charset="-127"/>
          <a:cs typeface="+mn-cs"/>
        </a:defRPr>
      </a:lvl1pPr>
      <a:lvl2pPr marL="742950" indent="-285750" algn="l" rtl="0" eaLnBrk="0" fontAlgn="base" latinLnBrk="1" hangingPunct="0">
        <a:spcBef>
          <a:spcPct val="20000"/>
        </a:spcBef>
        <a:spcAft>
          <a:spcPct val="0"/>
        </a:spcAft>
        <a:buChar char="–"/>
        <a:defRPr kumimoji="1" sz="2800">
          <a:solidFill>
            <a:schemeClr val="tx1"/>
          </a:solidFill>
          <a:latin typeface="맑은 고딕" panose="020B0503020000020004" pitchFamily="50" charset="-127"/>
          <a:ea typeface="맑은 고딕" panose="020B0503020000020004" pitchFamily="50" charset="-127"/>
        </a:defRPr>
      </a:lvl2pPr>
      <a:lvl3pPr marL="1143000" indent="-228600" algn="l" rtl="0" eaLnBrk="0" fontAlgn="base" latinLnBrk="1" hangingPunct="0">
        <a:spcBef>
          <a:spcPct val="20000"/>
        </a:spcBef>
        <a:spcAft>
          <a:spcPct val="0"/>
        </a:spcAft>
        <a:buChar char="•"/>
        <a:defRPr kumimoji="1" sz="2400">
          <a:solidFill>
            <a:schemeClr val="tx1"/>
          </a:solidFill>
          <a:latin typeface="맑은 고딕" panose="020B0503020000020004" pitchFamily="50" charset="-127"/>
          <a:ea typeface="맑은 고딕" panose="020B0503020000020004" pitchFamily="50" charset="-127"/>
        </a:defRPr>
      </a:lvl3pPr>
      <a:lvl4pPr marL="1600200" indent="-228600" algn="l" rtl="0" eaLnBrk="0" fontAlgn="base" latinLnBrk="1" hangingPunct="0">
        <a:spcBef>
          <a:spcPct val="20000"/>
        </a:spcBef>
        <a:spcAft>
          <a:spcPct val="0"/>
        </a:spcAft>
        <a:buChar char="–"/>
        <a:defRPr kumimoji="1" sz="2000">
          <a:solidFill>
            <a:schemeClr val="tx1"/>
          </a:solidFill>
          <a:latin typeface="맑은 고딕" panose="020B0503020000020004" pitchFamily="50" charset="-127"/>
          <a:ea typeface="맑은 고딕" panose="020B0503020000020004" pitchFamily="50" charset="-127"/>
        </a:defRPr>
      </a:lvl4pPr>
      <a:lvl5pPr marL="2057400" indent="-228600" algn="l" rtl="0" eaLnBrk="0" fontAlgn="base" latinLnBrk="1" hangingPunct="0">
        <a:spcBef>
          <a:spcPct val="20000"/>
        </a:spcBef>
        <a:spcAft>
          <a:spcPct val="0"/>
        </a:spcAft>
        <a:buChar char="»"/>
        <a:defRPr kumimoji="1" sz="2000">
          <a:solidFill>
            <a:schemeClr val="tx1"/>
          </a:solidFill>
          <a:latin typeface="맑은 고딕" panose="020B0503020000020004" pitchFamily="50" charset="-127"/>
          <a:ea typeface="맑은 고딕" panose="020B0503020000020004" pitchFamily="50" charset="-127"/>
        </a:defRPr>
      </a:lvl5pPr>
      <a:lvl6pPr marL="2514600" indent="-228600" algn="l" rtl="0" fontAlgn="base" latinLnBrk="1">
        <a:spcBef>
          <a:spcPct val="20000"/>
        </a:spcBef>
        <a:spcAft>
          <a:spcPct val="0"/>
        </a:spcAft>
        <a:buChar char="»"/>
        <a:defRPr kumimoji="1" sz="2000">
          <a:solidFill>
            <a:schemeClr val="tx1"/>
          </a:solidFill>
          <a:latin typeface="+mn-lt"/>
          <a:ea typeface="+mn-ea"/>
        </a:defRPr>
      </a:lvl6pPr>
      <a:lvl7pPr marL="2971800" indent="-228600" algn="l" rtl="0" fontAlgn="base" latinLnBrk="1">
        <a:spcBef>
          <a:spcPct val="20000"/>
        </a:spcBef>
        <a:spcAft>
          <a:spcPct val="0"/>
        </a:spcAft>
        <a:buChar char="»"/>
        <a:defRPr kumimoji="1" sz="2000">
          <a:solidFill>
            <a:schemeClr val="tx1"/>
          </a:solidFill>
          <a:latin typeface="+mn-lt"/>
          <a:ea typeface="+mn-ea"/>
        </a:defRPr>
      </a:lvl7pPr>
      <a:lvl8pPr marL="3429000" indent="-228600" algn="l" rtl="0" fontAlgn="base" latinLnBrk="1">
        <a:spcBef>
          <a:spcPct val="20000"/>
        </a:spcBef>
        <a:spcAft>
          <a:spcPct val="0"/>
        </a:spcAft>
        <a:buChar char="»"/>
        <a:defRPr kumimoji="1" sz="2000">
          <a:solidFill>
            <a:schemeClr val="tx1"/>
          </a:solidFill>
          <a:latin typeface="+mn-lt"/>
          <a:ea typeface="+mn-ea"/>
        </a:defRPr>
      </a:lvl8pPr>
      <a:lvl9pPr marL="3886200" indent="-228600" algn="l" rtl="0" fontAlgn="base" latinLnBrk="1">
        <a:spcBef>
          <a:spcPct val="20000"/>
        </a:spcBef>
        <a:spcAft>
          <a:spcPct val="0"/>
        </a:spcAft>
        <a:buChar char="»"/>
        <a:defRPr kumimoji="1" sz="20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F6FE11AA-BAEB-1375-024C-8BEFFB685612}"/>
              </a:ext>
            </a:extLst>
          </p:cNvPr>
          <p:cNvSpPr>
            <a:spLocks noGrp="1" noChangeArrowheads="1"/>
          </p:cNvSpPr>
          <p:nvPr>
            <p:ph type="title"/>
          </p:nvPr>
        </p:nvSpPr>
        <p:spPr bwMode="auto">
          <a:xfrm>
            <a:off x="457200" y="206375"/>
            <a:ext cx="8229600"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ko-KR" altLang="en-US" dirty="0"/>
              <a:t>마스터 제목 스타일 편집</a:t>
            </a:r>
          </a:p>
        </p:txBody>
      </p:sp>
      <p:sp>
        <p:nvSpPr>
          <p:cNvPr id="1027" name="Rectangle 3">
            <a:extLst>
              <a:ext uri="{FF2B5EF4-FFF2-40B4-BE49-F238E27FC236}">
                <a16:creationId xmlns:a16="http://schemas.microsoft.com/office/drawing/2014/main" id="{C22906CF-E133-6F28-1F16-F5E3653605D6}"/>
              </a:ext>
            </a:extLst>
          </p:cNvPr>
          <p:cNvSpPr>
            <a:spLocks noGrp="1" noChangeArrowheads="1"/>
          </p:cNvSpPr>
          <p:nvPr>
            <p:ph type="body" idx="1"/>
          </p:nvPr>
        </p:nvSpPr>
        <p:spPr bwMode="auto">
          <a:xfrm>
            <a:off x="457200" y="1200150"/>
            <a:ext cx="8229600" cy="339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1028" name="Rectangle 4">
            <a:extLst>
              <a:ext uri="{FF2B5EF4-FFF2-40B4-BE49-F238E27FC236}">
                <a16:creationId xmlns:a16="http://schemas.microsoft.com/office/drawing/2014/main" id="{977989FB-9E18-18A0-9734-94277BF2D412}"/>
              </a:ext>
            </a:extLst>
          </p:cNvPr>
          <p:cNvSpPr>
            <a:spLocks noGrp="1" noChangeArrowheads="1"/>
          </p:cNvSpPr>
          <p:nvPr>
            <p:ph type="dt" sz="half" idx="2"/>
          </p:nvPr>
        </p:nvSpPr>
        <p:spPr bwMode="auto">
          <a:xfrm>
            <a:off x="457200" y="4684713"/>
            <a:ext cx="2133600" cy="357187"/>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latinLnBrk="1" hangingPunct="1">
              <a:defRPr sz="1400">
                <a:latin typeface="맑은 고딕" panose="020B0503020000020004" pitchFamily="50" charset="-127"/>
                <a:ea typeface="맑은 고딕" panose="020B0503020000020004" pitchFamily="50" charset="-127"/>
              </a:defRPr>
            </a:lvl1pPr>
          </a:lstStyle>
          <a:p>
            <a:pPr>
              <a:defRPr/>
            </a:pPr>
            <a:endParaRPr lang="en-US" altLang="ko-KR" dirty="0"/>
          </a:p>
        </p:txBody>
      </p:sp>
      <p:sp>
        <p:nvSpPr>
          <p:cNvPr id="1029" name="Rectangle 5">
            <a:extLst>
              <a:ext uri="{FF2B5EF4-FFF2-40B4-BE49-F238E27FC236}">
                <a16:creationId xmlns:a16="http://schemas.microsoft.com/office/drawing/2014/main" id="{981CC2B5-AAAF-53E1-521B-24A6C84C5D03}"/>
              </a:ext>
            </a:extLst>
          </p:cNvPr>
          <p:cNvSpPr>
            <a:spLocks noGrp="1" noChangeArrowheads="1"/>
          </p:cNvSpPr>
          <p:nvPr>
            <p:ph type="ftr" sz="quarter" idx="3"/>
          </p:nvPr>
        </p:nvSpPr>
        <p:spPr bwMode="auto">
          <a:xfrm>
            <a:off x="3124200" y="4684713"/>
            <a:ext cx="2895600" cy="357187"/>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eaLnBrk="1" latinLnBrk="1" hangingPunct="1">
              <a:defRPr sz="1400">
                <a:latin typeface="맑은 고딕" panose="020B0503020000020004" pitchFamily="50" charset="-127"/>
                <a:ea typeface="맑은 고딕" panose="020B0503020000020004" pitchFamily="50" charset="-127"/>
              </a:defRPr>
            </a:lvl1pPr>
          </a:lstStyle>
          <a:p>
            <a:pPr>
              <a:defRPr/>
            </a:pPr>
            <a:endParaRPr lang="en-US" altLang="ko-KR" dirty="0"/>
          </a:p>
        </p:txBody>
      </p:sp>
      <p:sp>
        <p:nvSpPr>
          <p:cNvPr id="1030" name="Rectangle 6">
            <a:extLst>
              <a:ext uri="{FF2B5EF4-FFF2-40B4-BE49-F238E27FC236}">
                <a16:creationId xmlns:a16="http://schemas.microsoft.com/office/drawing/2014/main" id="{F4A663E9-54EA-4544-EC8E-67D0B645F2CA}"/>
              </a:ext>
            </a:extLst>
          </p:cNvPr>
          <p:cNvSpPr>
            <a:spLocks noGrp="1" noChangeArrowheads="1"/>
          </p:cNvSpPr>
          <p:nvPr>
            <p:ph type="sldNum" sz="quarter" idx="4"/>
          </p:nvPr>
        </p:nvSpPr>
        <p:spPr bwMode="auto">
          <a:xfrm>
            <a:off x="6553200" y="4684713"/>
            <a:ext cx="2133600" cy="357187"/>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latinLnBrk="1" hangingPunct="1">
              <a:defRPr sz="1400" smtClean="0">
                <a:latin typeface="맑은 고딕" panose="020B0503020000020004" pitchFamily="50" charset="-127"/>
                <a:ea typeface="맑은 고딕" panose="020B0503020000020004" pitchFamily="50" charset="-127"/>
              </a:defRPr>
            </a:lvl1pPr>
          </a:lstStyle>
          <a:p>
            <a:pPr>
              <a:defRPr/>
            </a:pPr>
            <a:fld id="{D39443FB-28B4-43B4-8F12-CBDCD10F7682}" type="slidenum">
              <a:rPr lang="en-US" altLang="ko-KR" smtClean="0"/>
              <a:pPr>
                <a:defRPr/>
              </a:pPr>
              <a:t>‹#›</a:t>
            </a:fld>
            <a:endParaRPr lang="en-US" altLang="ko-KR" dirty="0"/>
          </a:p>
        </p:txBody>
      </p:sp>
    </p:spTree>
    <p:extLst>
      <p:ext uri="{BB962C8B-B14F-4D97-AF65-F5344CB8AC3E}">
        <p14:creationId xmlns:p14="http://schemas.microsoft.com/office/powerpoint/2010/main" val="2573744229"/>
      </p:ext>
    </p:extLst>
  </p:cSld>
  <p:clrMap bg1="lt1" tx1="dk1" bg2="lt2" tx2="dk2" accent1="accent1" accent2="accent2" accent3="accent3" accent4="accent4" accent5="accent5" accent6="accent6" hlink="hlink" folHlink="folHlink"/>
  <p:sldLayoutIdLst>
    <p:sldLayoutId id="2147634754" r:id="rId1"/>
    <p:sldLayoutId id="2147634755" r:id="rId2"/>
    <p:sldLayoutId id="2147634756" r:id="rId3"/>
    <p:sldLayoutId id="2147634757" r:id="rId4"/>
    <p:sldLayoutId id="2147634758" r:id="rId5"/>
    <p:sldLayoutId id="2147634759" r:id="rId6"/>
    <p:sldLayoutId id="2147634760" r:id="rId7"/>
    <p:sldLayoutId id="2147634761" r:id="rId8"/>
    <p:sldLayoutId id="2147634762" r:id="rId9"/>
    <p:sldLayoutId id="2147634763" r:id="rId10"/>
    <p:sldLayoutId id="2147634764" r:id="rId11"/>
  </p:sldLayoutIdLst>
  <p:txStyles>
    <p:titleStyle>
      <a:lvl1pPr algn="ctr" rtl="0" eaLnBrk="0" fontAlgn="base" latinLnBrk="1" hangingPunct="0">
        <a:spcBef>
          <a:spcPct val="0"/>
        </a:spcBef>
        <a:spcAft>
          <a:spcPct val="0"/>
        </a:spcAft>
        <a:defRPr kumimoji="1" sz="4400">
          <a:solidFill>
            <a:schemeClr val="tx2"/>
          </a:solidFill>
          <a:latin typeface="맑은 고딕" panose="020B0503020000020004" pitchFamily="50" charset="-127"/>
          <a:ea typeface="맑은 고딕" panose="020B0503020000020004" pitchFamily="50" charset="-127"/>
          <a:cs typeface="+mj-cs"/>
        </a:defRPr>
      </a:lvl1pPr>
      <a:lvl2pPr algn="ctr" rtl="0" eaLnBrk="0" fontAlgn="base" latinLnBrk="1" hangingPunct="0">
        <a:spcBef>
          <a:spcPct val="0"/>
        </a:spcBef>
        <a:spcAft>
          <a:spcPct val="0"/>
        </a:spcAft>
        <a:defRPr kumimoji="1" sz="4400">
          <a:solidFill>
            <a:schemeClr val="tx2"/>
          </a:solidFill>
          <a:latin typeface="굴림" charset="-127"/>
          <a:ea typeface="굴림" charset="-127"/>
        </a:defRPr>
      </a:lvl2pPr>
      <a:lvl3pPr algn="ctr" rtl="0" eaLnBrk="0" fontAlgn="base" latinLnBrk="1" hangingPunct="0">
        <a:spcBef>
          <a:spcPct val="0"/>
        </a:spcBef>
        <a:spcAft>
          <a:spcPct val="0"/>
        </a:spcAft>
        <a:defRPr kumimoji="1" sz="4400">
          <a:solidFill>
            <a:schemeClr val="tx2"/>
          </a:solidFill>
          <a:latin typeface="굴림" charset="-127"/>
          <a:ea typeface="굴림" charset="-127"/>
        </a:defRPr>
      </a:lvl3pPr>
      <a:lvl4pPr algn="ctr" rtl="0" eaLnBrk="0" fontAlgn="base" latinLnBrk="1" hangingPunct="0">
        <a:spcBef>
          <a:spcPct val="0"/>
        </a:spcBef>
        <a:spcAft>
          <a:spcPct val="0"/>
        </a:spcAft>
        <a:defRPr kumimoji="1" sz="4400">
          <a:solidFill>
            <a:schemeClr val="tx2"/>
          </a:solidFill>
          <a:latin typeface="굴림" charset="-127"/>
          <a:ea typeface="굴림" charset="-127"/>
        </a:defRPr>
      </a:lvl4pPr>
      <a:lvl5pPr algn="ctr" rtl="0" eaLnBrk="0" fontAlgn="base" latinLnBrk="1" hangingPunct="0">
        <a:spcBef>
          <a:spcPct val="0"/>
        </a:spcBef>
        <a:spcAft>
          <a:spcPct val="0"/>
        </a:spcAft>
        <a:defRPr kumimoji="1" sz="4400">
          <a:solidFill>
            <a:schemeClr val="tx2"/>
          </a:solidFill>
          <a:latin typeface="굴림" charset="-127"/>
          <a:ea typeface="굴림" charset="-127"/>
        </a:defRPr>
      </a:lvl5pPr>
      <a:lvl6pPr marL="457200" algn="ctr" rtl="0" fontAlgn="base" latinLnBrk="1">
        <a:spcBef>
          <a:spcPct val="0"/>
        </a:spcBef>
        <a:spcAft>
          <a:spcPct val="0"/>
        </a:spcAft>
        <a:defRPr kumimoji="1" sz="4400">
          <a:solidFill>
            <a:schemeClr val="tx2"/>
          </a:solidFill>
          <a:latin typeface="굴림" charset="-127"/>
          <a:ea typeface="굴림" charset="-127"/>
        </a:defRPr>
      </a:lvl6pPr>
      <a:lvl7pPr marL="914400" algn="ctr" rtl="0" fontAlgn="base" latinLnBrk="1">
        <a:spcBef>
          <a:spcPct val="0"/>
        </a:spcBef>
        <a:spcAft>
          <a:spcPct val="0"/>
        </a:spcAft>
        <a:defRPr kumimoji="1" sz="4400">
          <a:solidFill>
            <a:schemeClr val="tx2"/>
          </a:solidFill>
          <a:latin typeface="굴림" charset="-127"/>
          <a:ea typeface="굴림" charset="-127"/>
        </a:defRPr>
      </a:lvl7pPr>
      <a:lvl8pPr marL="1371600" algn="ctr" rtl="0" fontAlgn="base" latinLnBrk="1">
        <a:spcBef>
          <a:spcPct val="0"/>
        </a:spcBef>
        <a:spcAft>
          <a:spcPct val="0"/>
        </a:spcAft>
        <a:defRPr kumimoji="1" sz="4400">
          <a:solidFill>
            <a:schemeClr val="tx2"/>
          </a:solidFill>
          <a:latin typeface="굴림" charset="-127"/>
          <a:ea typeface="굴림" charset="-127"/>
        </a:defRPr>
      </a:lvl8pPr>
      <a:lvl9pPr marL="1828800" algn="ctr" rtl="0" fontAlgn="base" latinLnBrk="1">
        <a:spcBef>
          <a:spcPct val="0"/>
        </a:spcBef>
        <a:spcAft>
          <a:spcPct val="0"/>
        </a:spcAft>
        <a:defRPr kumimoji="1" sz="4400">
          <a:solidFill>
            <a:schemeClr val="tx2"/>
          </a:solidFill>
          <a:latin typeface="굴림" charset="-127"/>
          <a:ea typeface="굴림" charset="-127"/>
        </a:defRPr>
      </a:lvl9pPr>
    </p:titleStyle>
    <p:bodyStyle>
      <a:lvl1pPr marL="342900" indent="-342900" algn="l" rtl="0" eaLnBrk="0" fontAlgn="base" latinLnBrk="1" hangingPunct="0">
        <a:spcBef>
          <a:spcPct val="20000"/>
        </a:spcBef>
        <a:spcAft>
          <a:spcPct val="0"/>
        </a:spcAft>
        <a:buChar char="•"/>
        <a:defRPr kumimoji="1" sz="3200">
          <a:solidFill>
            <a:schemeClr val="tx1"/>
          </a:solidFill>
          <a:latin typeface="맑은 고딕" panose="020B0503020000020004" pitchFamily="50" charset="-127"/>
          <a:ea typeface="맑은 고딕" panose="020B0503020000020004" pitchFamily="50" charset="-127"/>
          <a:cs typeface="+mn-cs"/>
        </a:defRPr>
      </a:lvl1pPr>
      <a:lvl2pPr marL="742950" indent="-285750" algn="l" rtl="0" eaLnBrk="0" fontAlgn="base" latinLnBrk="1" hangingPunct="0">
        <a:spcBef>
          <a:spcPct val="20000"/>
        </a:spcBef>
        <a:spcAft>
          <a:spcPct val="0"/>
        </a:spcAft>
        <a:buChar char="–"/>
        <a:defRPr kumimoji="1" sz="2800">
          <a:solidFill>
            <a:schemeClr val="tx1"/>
          </a:solidFill>
          <a:latin typeface="맑은 고딕" panose="020B0503020000020004" pitchFamily="50" charset="-127"/>
          <a:ea typeface="맑은 고딕" panose="020B0503020000020004" pitchFamily="50" charset="-127"/>
        </a:defRPr>
      </a:lvl2pPr>
      <a:lvl3pPr marL="1143000" indent="-228600" algn="l" rtl="0" eaLnBrk="0" fontAlgn="base" latinLnBrk="1" hangingPunct="0">
        <a:spcBef>
          <a:spcPct val="20000"/>
        </a:spcBef>
        <a:spcAft>
          <a:spcPct val="0"/>
        </a:spcAft>
        <a:buChar char="•"/>
        <a:defRPr kumimoji="1" sz="2400">
          <a:solidFill>
            <a:schemeClr val="tx1"/>
          </a:solidFill>
          <a:latin typeface="맑은 고딕" panose="020B0503020000020004" pitchFamily="50" charset="-127"/>
          <a:ea typeface="맑은 고딕" panose="020B0503020000020004" pitchFamily="50" charset="-127"/>
        </a:defRPr>
      </a:lvl3pPr>
      <a:lvl4pPr marL="1600200" indent="-228600" algn="l" rtl="0" eaLnBrk="0" fontAlgn="base" latinLnBrk="1" hangingPunct="0">
        <a:spcBef>
          <a:spcPct val="20000"/>
        </a:spcBef>
        <a:spcAft>
          <a:spcPct val="0"/>
        </a:spcAft>
        <a:buChar char="–"/>
        <a:defRPr kumimoji="1" sz="2000">
          <a:solidFill>
            <a:schemeClr val="tx1"/>
          </a:solidFill>
          <a:latin typeface="맑은 고딕" panose="020B0503020000020004" pitchFamily="50" charset="-127"/>
          <a:ea typeface="맑은 고딕" panose="020B0503020000020004" pitchFamily="50" charset="-127"/>
        </a:defRPr>
      </a:lvl4pPr>
      <a:lvl5pPr marL="2057400" indent="-228600" algn="l" rtl="0" eaLnBrk="0" fontAlgn="base" latinLnBrk="1" hangingPunct="0">
        <a:spcBef>
          <a:spcPct val="20000"/>
        </a:spcBef>
        <a:spcAft>
          <a:spcPct val="0"/>
        </a:spcAft>
        <a:buChar char="»"/>
        <a:defRPr kumimoji="1" sz="2000">
          <a:solidFill>
            <a:schemeClr val="tx1"/>
          </a:solidFill>
          <a:latin typeface="맑은 고딕" panose="020B0503020000020004" pitchFamily="50" charset="-127"/>
          <a:ea typeface="맑은 고딕" panose="020B0503020000020004" pitchFamily="50" charset="-127"/>
        </a:defRPr>
      </a:lvl5pPr>
      <a:lvl6pPr marL="2514600" indent="-228600" algn="l" rtl="0" fontAlgn="base" latinLnBrk="1">
        <a:spcBef>
          <a:spcPct val="20000"/>
        </a:spcBef>
        <a:spcAft>
          <a:spcPct val="0"/>
        </a:spcAft>
        <a:buChar char="»"/>
        <a:defRPr kumimoji="1" sz="2000">
          <a:solidFill>
            <a:schemeClr val="tx1"/>
          </a:solidFill>
          <a:latin typeface="+mn-lt"/>
          <a:ea typeface="+mn-ea"/>
        </a:defRPr>
      </a:lvl6pPr>
      <a:lvl7pPr marL="2971800" indent="-228600" algn="l" rtl="0" fontAlgn="base" latinLnBrk="1">
        <a:spcBef>
          <a:spcPct val="20000"/>
        </a:spcBef>
        <a:spcAft>
          <a:spcPct val="0"/>
        </a:spcAft>
        <a:buChar char="»"/>
        <a:defRPr kumimoji="1" sz="2000">
          <a:solidFill>
            <a:schemeClr val="tx1"/>
          </a:solidFill>
          <a:latin typeface="+mn-lt"/>
          <a:ea typeface="+mn-ea"/>
        </a:defRPr>
      </a:lvl7pPr>
      <a:lvl8pPr marL="3429000" indent="-228600" algn="l" rtl="0" fontAlgn="base" latinLnBrk="1">
        <a:spcBef>
          <a:spcPct val="20000"/>
        </a:spcBef>
        <a:spcAft>
          <a:spcPct val="0"/>
        </a:spcAft>
        <a:buChar char="»"/>
        <a:defRPr kumimoji="1" sz="2000">
          <a:solidFill>
            <a:schemeClr val="tx1"/>
          </a:solidFill>
          <a:latin typeface="+mn-lt"/>
          <a:ea typeface="+mn-ea"/>
        </a:defRPr>
      </a:lvl8pPr>
      <a:lvl9pPr marL="3886200" indent="-228600" algn="l" rtl="0" fontAlgn="base" latinLnBrk="1">
        <a:spcBef>
          <a:spcPct val="20000"/>
        </a:spcBef>
        <a:spcAft>
          <a:spcPct val="0"/>
        </a:spcAft>
        <a:buChar char="»"/>
        <a:defRPr kumimoji="1" sz="20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41.xml"/></Relationships>
</file>

<file path=ppt/slides/_rels/slide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41.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0.xml"/></Relationships>
</file>

<file path=ppt/slides/_rels/slide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0.xml"/></Relationships>
</file>

<file path=ppt/slides/_rels/slide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0.xml"/></Relationships>
</file>

<file path=ppt/slides/_rels/slide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6.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7.xml"/></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6.xml"/></Relationships>
</file>

<file path=ppt/slides/_rels/slide3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41.xml"/></Relationships>
</file>

<file path=ppt/slides/_rels/slide4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41.xml"/></Relationships>
</file>

<file path=ppt/slides/_rels/slide5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41.xml"/></Relationships>
</file>

<file path=ppt/slides/_rels/slide5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19.xml"/></Relationships>
</file>

<file path=ppt/slides/_rels/slide5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g"/><Relationship Id="rId1" Type="http://schemas.openxmlformats.org/officeDocument/2006/relationships/slideLayout" Target="../slideLayouts/slideLayout57.xml"/></Relationships>
</file>

<file path=ppt/slides/_rels/slide5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8.jpg"/><Relationship Id="rId1" Type="http://schemas.openxmlformats.org/officeDocument/2006/relationships/slideLayout" Target="../slideLayouts/slideLayout58.xml"/></Relationships>
</file>

<file path=ppt/slides/_rels/slide5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8.jpg"/><Relationship Id="rId1" Type="http://schemas.openxmlformats.org/officeDocument/2006/relationships/slideLayout" Target="../slideLayouts/slideLayout57.xml"/></Relationships>
</file>

<file path=ppt/slides/_rels/slide5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8.jpg"/><Relationship Id="rId1" Type="http://schemas.openxmlformats.org/officeDocument/2006/relationships/slideLayout" Target="../slideLayouts/slideLayout58.xml"/></Relationships>
</file>

<file path=ppt/slides/_rels/slide5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28.jpg"/><Relationship Id="rId1" Type="http://schemas.openxmlformats.org/officeDocument/2006/relationships/slideLayout" Target="../slideLayouts/slideLayout57.xml"/></Relationships>
</file>

<file path=ppt/slides/_rels/slide5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28.jpg"/><Relationship Id="rId1" Type="http://schemas.openxmlformats.org/officeDocument/2006/relationships/slideLayout" Target="../slideLayouts/slideLayout58.xml"/></Relationships>
</file>

<file path=ppt/slides/_rels/slide6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28.jpg"/><Relationship Id="rId1" Type="http://schemas.openxmlformats.org/officeDocument/2006/relationships/slideLayout" Target="../slideLayouts/slideLayout57.xml"/></Relationships>
</file>

<file path=ppt/slides/_rels/slide6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28.jpg"/><Relationship Id="rId1" Type="http://schemas.openxmlformats.org/officeDocument/2006/relationships/slideLayout" Target="../slideLayouts/slideLayout58.xml"/></Relationships>
</file>

<file path=ppt/slides/_rels/slide6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28.jpg"/><Relationship Id="rId1" Type="http://schemas.openxmlformats.org/officeDocument/2006/relationships/slideLayout" Target="../slideLayouts/slideLayout57.xml"/></Relationships>
</file>

<file path=ppt/slides/_rels/slide6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28.jpg"/><Relationship Id="rId1" Type="http://schemas.openxmlformats.org/officeDocument/2006/relationships/slideLayout" Target="../slideLayouts/slideLayout58.xml"/></Relationships>
</file>

<file path=ppt/slides/_rels/slide6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28.jpg"/><Relationship Id="rId1" Type="http://schemas.openxmlformats.org/officeDocument/2006/relationships/slideLayout" Target="../slideLayouts/slideLayout57.xml"/></Relationships>
</file>

<file path=ppt/slides/_rels/slide6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28.jpg"/><Relationship Id="rId1" Type="http://schemas.openxmlformats.org/officeDocument/2006/relationships/slideLayout" Target="../slideLayouts/slideLayout58.xml"/></Relationships>
</file>

<file path=ppt/slides/_rels/slide6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62626"/>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06DD19F-C0C6-538B-56B8-E4E6A62285D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62200" y="0"/>
            <a:ext cx="4648200" cy="51435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0">
          <a:blip r:embed="rId2">
            <a:lum/>
          </a:blip>
          <a:srcRect/>
          <a:stretch>
            <a:fillRect/>
          </a:stretch>
        </a:blipFill>
        <a:effectLst/>
      </p:bgPr>
    </p:bg>
    <p:spTree>
      <p:nvGrpSpPr>
        <p:cNvPr id="1" name="">
          <a:extLst>
            <a:ext uri="{FF2B5EF4-FFF2-40B4-BE49-F238E27FC236}">
              <a16:creationId xmlns:a16="http://schemas.microsoft.com/office/drawing/2014/main" id="{E0599071-EADA-4B6B-1814-36A604680108}"/>
            </a:ext>
          </a:extLst>
        </p:cNvPr>
        <p:cNvGrpSpPr/>
        <p:nvPr/>
      </p:nvGrpSpPr>
      <p:grpSpPr>
        <a:xfrm>
          <a:off x="0" y="0"/>
          <a:ext cx="0" cy="0"/>
          <a:chOff x="0" y="0"/>
          <a:chExt cx="0" cy="0"/>
        </a:xfrm>
      </p:grpSpPr>
      <p:pic>
        <p:nvPicPr>
          <p:cNvPr id="11" name="그림 10" descr="이미지1.png">
            <a:extLst>
              <a:ext uri="{FF2B5EF4-FFF2-40B4-BE49-F238E27FC236}">
                <a16:creationId xmlns:a16="http://schemas.microsoft.com/office/drawing/2014/main" id="{93BC36BE-9040-2CFF-32B6-C3FBB5714EB7}"/>
              </a:ext>
            </a:extLst>
          </p:cNvPr>
          <p:cNvPicPr>
            <a:picLocks noChangeAspect="1"/>
          </p:cNvPicPr>
          <p:nvPr/>
        </p:nvPicPr>
        <p:blipFill>
          <a:blip r:embed="rId3" cstate="print"/>
          <a:stretch>
            <a:fillRect/>
          </a:stretch>
        </p:blipFill>
        <p:spPr>
          <a:xfrm>
            <a:off x="1289368" y="895350"/>
            <a:ext cx="6565264" cy="3071411"/>
          </a:xfrm>
          <a:prstGeom prst="rect">
            <a:avLst/>
          </a:prstGeom>
        </p:spPr>
      </p:pic>
      <p:sp>
        <p:nvSpPr>
          <p:cNvPr id="3" name="TextBox 2">
            <a:extLst>
              <a:ext uri="{FF2B5EF4-FFF2-40B4-BE49-F238E27FC236}">
                <a16:creationId xmlns:a16="http://schemas.microsoft.com/office/drawing/2014/main" id="{112C3FF2-5C73-2817-ACC3-FCA19557A0DB}"/>
              </a:ext>
            </a:extLst>
          </p:cNvPr>
          <p:cNvSpPr txBox="1"/>
          <p:nvPr/>
        </p:nvSpPr>
        <p:spPr>
          <a:xfrm>
            <a:off x="2209799" y="2294979"/>
            <a:ext cx="4648200" cy="923330"/>
          </a:xfrm>
          <a:prstGeom prst="rect">
            <a:avLst/>
          </a:prstGeom>
          <a:noFill/>
          <a:effectLst>
            <a:outerShdw blurRad="50800" dist="38100" dir="2700000" algn="tl" rotWithShape="0">
              <a:prstClr val="black">
                <a:alpha val="40000"/>
              </a:prstClr>
            </a:outerShdw>
          </a:effectLst>
        </p:spPr>
        <p:txBody>
          <a:bodyPr wrap="square" rtlCol="0">
            <a:sp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ko-KR" altLang="en-US" sz="5400" b="0" i="0" u="none" strike="noStrike" kern="1200" cap="none" spc="0" normalizeH="0" baseline="0" noProof="0" dirty="0">
                <a:ln>
                  <a:noFill/>
                </a:ln>
                <a:solidFill>
                  <a:srgbClr val="FFFFFF"/>
                </a:solidFill>
                <a:effectLst/>
                <a:uLnTx/>
                <a:uFillTx/>
                <a:latin typeface="Malgun Gothic" panose="020B0503020000020004" pitchFamily="50" charset="-127"/>
                <a:ea typeface="맑은 고딕" panose="020B0503020000020004" pitchFamily="50" charset="-127"/>
              </a:rPr>
              <a:t>주 일 예 배</a:t>
            </a:r>
          </a:p>
        </p:txBody>
      </p:sp>
      <p:sp>
        <p:nvSpPr>
          <p:cNvPr id="4" name="TextBox 3">
            <a:extLst>
              <a:ext uri="{FF2B5EF4-FFF2-40B4-BE49-F238E27FC236}">
                <a16:creationId xmlns:a16="http://schemas.microsoft.com/office/drawing/2014/main" id="{647EB817-5D6D-8D2B-1E35-4C1CBD8B3277}"/>
              </a:ext>
            </a:extLst>
          </p:cNvPr>
          <p:cNvSpPr txBox="1"/>
          <p:nvPr/>
        </p:nvSpPr>
        <p:spPr bwMode="auto">
          <a:xfrm>
            <a:off x="539432" y="4600664"/>
            <a:ext cx="8153400" cy="400110"/>
          </a:xfrm>
          <a:prstGeom prst="rect">
            <a:avLst/>
          </a:prstGeom>
          <a:noFill/>
          <a:ln w="9525" algn="ctr">
            <a:noFill/>
            <a:miter lim="800000"/>
            <a:headEnd/>
            <a:tailEnd/>
          </a:ln>
          <a:effectLst>
            <a:outerShdw blurRad="50800" dist="38100" dir="2700000" algn="tl" rotWithShape="0">
              <a:prstClr val="black">
                <a:alpha val="40000"/>
              </a:prstClr>
            </a:outerShdw>
          </a:effectLst>
        </p:spPr>
        <p:txBody>
          <a:bodyPr wrap="square" rtlCol="0">
            <a:spAutoFit/>
          </a:bodyPr>
          <a:lstStyle/>
          <a:p>
            <a:pPr marL="457200" marR="0" lvl="0" indent="-457200" algn="ctr" defTabSz="914400" rtl="0" eaLnBrk="1" fontAlgn="base" latinLnBrk="1" hangingPunct="1">
              <a:lnSpc>
                <a:spcPct val="100000"/>
              </a:lnSpc>
              <a:spcBef>
                <a:spcPct val="0"/>
              </a:spcBef>
              <a:spcAft>
                <a:spcPct val="0"/>
              </a:spcAft>
              <a:buClrTx/>
              <a:buSzTx/>
              <a:buFontTx/>
              <a:buNone/>
              <a:tabLst/>
              <a:defRPr/>
            </a:pPr>
            <a:r>
              <a:rPr kumimoji="1" lang="ko-KR" altLang="en-US" sz="2000" b="1"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하나님은 영이시니 예배하는 자가 영과 진리로 예배할지니라 </a:t>
            </a:r>
            <a:r>
              <a:rPr kumimoji="1" lang="en-US" altLang="ko-KR" sz="2000" b="1"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a:t>
            </a:r>
            <a:r>
              <a:rPr kumimoji="1" lang="ko-KR" altLang="en-US" sz="2000" b="1"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요 </a:t>
            </a:r>
            <a:r>
              <a:rPr kumimoji="1" lang="en-US" altLang="ko-KR" sz="2000" b="1"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4:24)</a:t>
            </a:r>
            <a:endParaRPr kumimoji="1" lang="ko-KR" altLang="en-US" sz="2000" b="1"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endParaRPr>
          </a:p>
        </p:txBody>
      </p:sp>
      <p:sp>
        <p:nvSpPr>
          <p:cNvPr id="5" name="TextBox 4">
            <a:extLst>
              <a:ext uri="{FF2B5EF4-FFF2-40B4-BE49-F238E27FC236}">
                <a16:creationId xmlns:a16="http://schemas.microsoft.com/office/drawing/2014/main" id="{AC377656-E196-B8C7-D972-85899F9DF33B}"/>
              </a:ext>
            </a:extLst>
          </p:cNvPr>
          <p:cNvSpPr txBox="1"/>
          <p:nvPr/>
        </p:nvSpPr>
        <p:spPr bwMode="auto">
          <a:xfrm>
            <a:off x="5715000" y="3992787"/>
            <a:ext cx="2286000" cy="400110"/>
          </a:xfrm>
          <a:prstGeom prst="rect">
            <a:avLst/>
          </a:prstGeom>
          <a:noFill/>
          <a:ln w="9525" algn="ctr">
            <a:noFill/>
            <a:miter lim="800000"/>
            <a:headEnd/>
            <a:tailEnd/>
          </a:ln>
          <a:effectLst>
            <a:outerShdw blurRad="50800" dist="38100" dir="2700000" algn="tl" rotWithShape="0">
              <a:prstClr val="black">
                <a:alpha val="40000"/>
              </a:prstClr>
            </a:outerShdw>
          </a:effectLst>
        </p:spPr>
        <p:txBody>
          <a:bodyPr wrap="square" rtlCol="0">
            <a:spAutoFit/>
          </a:bodyPr>
          <a:lstStyle/>
          <a:p>
            <a:pPr marL="457200" marR="0" lvl="0" indent="-457200" algn="ctr" defTabSz="914400" rtl="0" eaLnBrk="1" fontAlgn="base" latinLnBrk="1" hangingPunct="1">
              <a:lnSpc>
                <a:spcPct val="100000"/>
              </a:lnSpc>
              <a:spcBef>
                <a:spcPct val="0"/>
              </a:spcBef>
              <a:spcAft>
                <a:spcPct val="0"/>
              </a:spcAft>
              <a:buClrTx/>
              <a:buSzTx/>
              <a:buFontTx/>
              <a:buNone/>
              <a:tabLst/>
              <a:defRPr/>
            </a:pPr>
            <a:r>
              <a:rPr kumimoji="1" lang="en-US" altLang="ko-KR" sz="2000" i="0" u="none" strike="noStrike" kern="1200" cap="none" spc="0" normalizeH="0" baseline="0" noProof="0" dirty="0">
                <a:ln>
                  <a:noFill/>
                </a:ln>
                <a:effectLst/>
                <a:uLnTx/>
                <a:uFillTx/>
                <a:latin typeface="Malgun Gothic" panose="020B0503020000020004" pitchFamily="50" charset="-127"/>
                <a:ea typeface="맑은 고딕" panose="020B0503020000020004" pitchFamily="50" charset="-127"/>
              </a:rPr>
              <a:t>{{</a:t>
            </a:r>
            <a:r>
              <a:rPr kumimoji="1" lang="en-US" altLang="ko-KR" sz="2000" i="0" u="none" strike="noStrike" kern="1200" cap="none" spc="0" normalizeH="0" baseline="0" noProof="0" dirty="0" err="1">
                <a:ln>
                  <a:noFill/>
                </a:ln>
                <a:effectLst/>
                <a:uLnTx/>
                <a:uFillTx/>
                <a:latin typeface="Malgun Gothic" panose="020B0503020000020004" pitchFamily="50" charset="-127"/>
                <a:ea typeface="맑은 고딕" panose="020B0503020000020004" pitchFamily="50" charset="-127"/>
              </a:rPr>
              <a:t>today_date</a:t>
            </a:r>
            <a:r>
              <a:rPr kumimoji="1" lang="en-US" altLang="ko-KR" sz="2000" i="0" u="none" strike="noStrike" kern="1200" cap="none" spc="0" normalizeH="0" baseline="0" noProof="0" dirty="0">
                <a:ln>
                  <a:noFill/>
                </a:ln>
                <a:effectLst/>
                <a:uLnTx/>
                <a:uFillTx/>
                <a:latin typeface="Malgun Gothic" panose="020B0503020000020004" pitchFamily="50" charset="-127"/>
                <a:ea typeface="맑은 고딕" panose="020B0503020000020004" pitchFamily="50" charset="-127"/>
              </a:rPr>
              <a:t>}}</a:t>
            </a:r>
            <a:endParaRPr kumimoji="1" lang="ko-KR" altLang="en-US" sz="2000" i="0" u="none" strike="noStrike" kern="1200" cap="none" spc="0" normalizeH="0" baseline="0" noProof="0" dirty="0">
              <a:ln>
                <a:noFill/>
              </a:ln>
              <a:effectLst/>
              <a:uLnTx/>
              <a:uFillTx/>
              <a:latin typeface="Malgun Gothic" panose="020B0503020000020004" pitchFamily="50" charset="-127"/>
              <a:ea typeface="맑은 고딕" panose="020B0503020000020004" pitchFamily="50" charset="-127"/>
            </a:endParaRPr>
          </a:p>
        </p:txBody>
      </p:sp>
      <p:pic>
        <p:nvPicPr>
          <p:cNvPr id="7" name="Picture 6" descr="A white logo with a cross and a triangle&#10;&#10;AI-generated content may be incorrect.">
            <a:extLst>
              <a:ext uri="{FF2B5EF4-FFF2-40B4-BE49-F238E27FC236}">
                <a16:creationId xmlns:a16="http://schemas.microsoft.com/office/drawing/2014/main" id="{5E443697-E224-4099-4AC2-4B3D1EC4FA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12331" y="1115757"/>
            <a:ext cx="5519337" cy="984312"/>
          </a:xfrm>
          <a:prstGeom prst="rect">
            <a:avLst/>
          </a:prstGeom>
        </p:spPr>
      </p:pic>
      <p:sp>
        <p:nvSpPr>
          <p:cNvPr id="2" name="TextBox 1">
            <a:extLst>
              <a:ext uri="{FF2B5EF4-FFF2-40B4-BE49-F238E27FC236}">
                <a16:creationId xmlns:a16="http://schemas.microsoft.com/office/drawing/2014/main" id="{26B18A0E-C782-4E58-3EB7-7C813FDE38A5}"/>
              </a:ext>
            </a:extLst>
          </p:cNvPr>
          <p:cNvSpPr txBox="1"/>
          <p:nvPr/>
        </p:nvSpPr>
        <p:spPr>
          <a:xfrm>
            <a:off x="2671938" y="3218309"/>
            <a:ext cx="3723923" cy="338554"/>
          </a:xfrm>
          <a:prstGeom prst="rect">
            <a:avLst/>
          </a:prstGeom>
          <a:noFill/>
          <a:effectLst>
            <a:outerShdw blurRad="50800" dist="38100" dir="2700000" algn="tl" rotWithShape="0">
              <a:prstClr val="black">
                <a:alpha val="40000"/>
              </a:prstClr>
            </a:outerShdw>
          </a:effectLst>
        </p:spPr>
        <p:txBody>
          <a:bodyPr wrap="square">
            <a:sp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1600" b="0" i="0" u="none" strike="noStrike" kern="1200" cap="none" spc="0" normalizeH="0" baseline="0" noProof="0" dirty="0">
                <a:ln>
                  <a:noFill/>
                </a:ln>
                <a:solidFill>
                  <a:srgbClr val="FFFFFF"/>
                </a:solidFill>
                <a:effectLst/>
                <a:uLnTx/>
                <a:uFillTx/>
                <a:latin typeface="Malgun Gothic" panose="020B0503020000020004" pitchFamily="50" charset="-127"/>
                <a:ea typeface="맑은 고딕" panose="020B0503020000020004" pitchFamily="50" charset="-127"/>
              </a:rPr>
              <a:t>SUNDAY WORSHIP SERVICE</a:t>
            </a:r>
            <a:endParaRPr kumimoji="1" lang="ko-KR" altLang="en-US" sz="1600" b="0" i="0" u="none" strike="noStrike" kern="1200" cap="none" spc="0" normalizeH="0" baseline="0" noProof="0" dirty="0">
              <a:ln>
                <a:noFill/>
              </a:ln>
              <a:solidFill>
                <a:srgbClr val="FFFFFF"/>
              </a:solidFill>
              <a:effectLst/>
              <a:uLnTx/>
              <a:uFillTx/>
              <a:latin typeface="Malgun Gothic" panose="020B0503020000020004" pitchFamily="50" charset="-127"/>
              <a:ea typeface="맑은 고딕" panose="020B0503020000020004" pitchFamily="50" charset="-127"/>
              <a:cs typeface="+mn-cs"/>
            </a:endParaRPr>
          </a:p>
        </p:txBody>
      </p:sp>
    </p:spTree>
    <p:extLst>
      <p:ext uri="{BB962C8B-B14F-4D97-AF65-F5344CB8AC3E}">
        <p14:creationId xmlns:p14="http://schemas.microsoft.com/office/powerpoint/2010/main" val="40784690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0">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E53BFBA-55A6-60D0-010B-E897F595CEDD}"/>
            </a:ext>
          </a:extLst>
        </p:cNvPr>
        <p:cNvGrpSpPr/>
        <p:nvPr/>
      </p:nvGrpSpPr>
      <p:grpSpPr>
        <a:xfrm>
          <a:off x="0" y="0"/>
          <a:ext cx="0" cy="0"/>
          <a:chOff x="0" y="0"/>
          <a:chExt cx="0" cy="0"/>
        </a:xfrm>
      </p:grpSpPr>
      <p:sp>
        <p:nvSpPr>
          <p:cNvPr id="3075" name="Text Box 3">
            <a:extLst>
              <a:ext uri="{FF2B5EF4-FFF2-40B4-BE49-F238E27FC236}">
                <a16:creationId xmlns:a16="http://schemas.microsoft.com/office/drawing/2014/main" id="{97DA5F2C-5081-5C5C-E5FF-77509D9A1F34}"/>
              </a:ext>
            </a:extLst>
          </p:cNvPr>
          <p:cNvSpPr txBox="1">
            <a:spLocks noChangeArrowheads="1"/>
          </p:cNvSpPr>
          <p:nvPr/>
        </p:nvSpPr>
        <p:spPr bwMode="auto">
          <a:xfrm>
            <a:off x="307975" y="371147"/>
            <a:ext cx="8528050" cy="3970318"/>
          </a:xfrm>
          <a:prstGeom prst="rect">
            <a:avLst/>
          </a:prstGeom>
          <a:noFill/>
          <a:ln w="9525">
            <a:noFill/>
            <a:miter lim="800000"/>
            <a:headEnd/>
            <a:tailEnd/>
          </a:ln>
          <a:effectLst/>
        </p:spPr>
        <p:txBody>
          <a:bodyPr wrap="square">
            <a:sp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0" lang="ko-KR" altLang="en-US" sz="36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cs typeface="HY목각파임B"/>
              </a:rPr>
              <a:t>내 영혼이 은총 입어</a:t>
            </a:r>
            <a:endParaRPr kumimoji="0" lang="en-US" altLang="ko-KR" sz="36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cs typeface="HY목각파임B"/>
            </a:endParaRPr>
          </a:p>
          <a:p>
            <a:pPr marL="0" marR="0" lvl="0" indent="0" algn="ctr" defTabSz="914400" rtl="0" eaLnBrk="1" fontAlgn="base" latinLnBrk="1" hangingPunct="1">
              <a:lnSpc>
                <a:spcPct val="100000"/>
              </a:lnSpc>
              <a:spcBef>
                <a:spcPct val="0"/>
              </a:spcBef>
              <a:spcAft>
                <a:spcPct val="0"/>
              </a:spcAft>
              <a:buClrTx/>
              <a:buSzTx/>
              <a:buFontTx/>
              <a:buNone/>
              <a:tabLst/>
              <a:defRPr/>
            </a:pPr>
            <a:r>
              <a:rPr kumimoji="0" lang="ko-KR" altLang="en-US" sz="36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cs typeface="HY목각파임B"/>
              </a:rPr>
              <a:t> </a:t>
            </a:r>
          </a:p>
          <a:p>
            <a:pPr marL="0" marR="0" lvl="0" indent="0" algn="ctr" defTabSz="914400" rtl="0" eaLnBrk="1" fontAlgn="base" latinLnBrk="1" hangingPunct="1">
              <a:lnSpc>
                <a:spcPct val="100000"/>
              </a:lnSpc>
              <a:spcBef>
                <a:spcPct val="0"/>
              </a:spcBef>
              <a:spcAft>
                <a:spcPct val="0"/>
              </a:spcAft>
              <a:buClrTx/>
              <a:buSzTx/>
              <a:buFontTx/>
              <a:buNone/>
              <a:tabLst/>
              <a:defRPr/>
            </a:pPr>
            <a:r>
              <a:rPr kumimoji="0" lang="ko-KR" altLang="en-US" sz="36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cs typeface="HY목각파임B"/>
              </a:rPr>
              <a:t>중한 죄짐 벗고 보니</a:t>
            </a:r>
            <a:endParaRPr kumimoji="0" lang="en-US" altLang="ko-KR" sz="36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cs typeface="HY목각파임B"/>
            </a:endParaRPr>
          </a:p>
          <a:p>
            <a:pPr marL="0" marR="0" lvl="0" indent="0" algn="ctr" defTabSz="914400" rtl="0" eaLnBrk="1" fontAlgn="base" latinLnBrk="1" hangingPunct="1">
              <a:lnSpc>
                <a:spcPct val="100000"/>
              </a:lnSpc>
              <a:spcBef>
                <a:spcPct val="0"/>
              </a:spcBef>
              <a:spcAft>
                <a:spcPct val="0"/>
              </a:spcAft>
              <a:buClrTx/>
              <a:buSzTx/>
              <a:buFontTx/>
              <a:buNone/>
              <a:tabLst/>
              <a:defRPr/>
            </a:pPr>
            <a:endParaRPr kumimoji="0" lang="ko-KR" altLang="en-US" sz="36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cs typeface="HY목각파임B"/>
            </a:endParaRPr>
          </a:p>
          <a:p>
            <a:pPr marL="0" marR="0" lvl="0" indent="0" algn="ctr" defTabSz="914400" rtl="0" eaLnBrk="1" fontAlgn="base" latinLnBrk="1" hangingPunct="1">
              <a:lnSpc>
                <a:spcPct val="100000"/>
              </a:lnSpc>
              <a:spcBef>
                <a:spcPct val="0"/>
              </a:spcBef>
              <a:spcAft>
                <a:spcPct val="0"/>
              </a:spcAft>
              <a:buClrTx/>
              <a:buSzTx/>
              <a:buFontTx/>
              <a:buNone/>
              <a:tabLst/>
              <a:defRPr/>
            </a:pPr>
            <a:r>
              <a:rPr kumimoji="0" lang="ko-KR" altLang="en-US" sz="36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cs typeface="HY목각파임B"/>
              </a:rPr>
              <a:t>슬픔 많은 이 세상도</a:t>
            </a:r>
            <a:endParaRPr kumimoji="0" lang="en-US" altLang="ko-KR" sz="36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cs typeface="HY목각파임B"/>
            </a:endParaRPr>
          </a:p>
          <a:p>
            <a:pPr marL="0" marR="0" lvl="0" indent="0" algn="ctr" defTabSz="914400" rtl="0" eaLnBrk="1" fontAlgn="base" latinLnBrk="1" hangingPunct="1">
              <a:lnSpc>
                <a:spcPct val="100000"/>
              </a:lnSpc>
              <a:spcBef>
                <a:spcPct val="0"/>
              </a:spcBef>
              <a:spcAft>
                <a:spcPct val="0"/>
              </a:spcAft>
              <a:buClrTx/>
              <a:buSzTx/>
              <a:buFontTx/>
              <a:buNone/>
              <a:tabLst/>
              <a:defRPr/>
            </a:pPr>
            <a:r>
              <a:rPr kumimoji="0" lang="ko-KR" altLang="en-US" sz="36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cs typeface="HY목각파임B"/>
              </a:rPr>
              <a:t> </a:t>
            </a:r>
          </a:p>
          <a:p>
            <a:pPr marL="0" marR="0" lvl="0" indent="0" algn="ctr" defTabSz="914400" rtl="0" eaLnBrk="1" fontAlgn="base" latinLnBrk="1" hangingPunct="1">
              <a:lnSpc>
                <a:spcPct val="100000"/>
              </a:lnSpc>
              <a:spcBef>
                <a:spcPct val="0"/>
              </a:spcBef>
              <a:spcAft>
                <a:spcPct val="0"/>
              </a:spcAft>
              <a:buClrTx/>
              <a:buSzTx/>
              <a:buFontTx/>
              <a:buNone/>
              <a:tabLst/>
              <a:defRPr/>
            </a:pPr>
            <a:r>
              <a:rPr kumimoji="0" lang="ko-KR" altLang="en-US" sz="36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cs typeface="HY목각파임B"/>
              </a:rPr>
              <a:t>천국으로 </a:t>
            </a:r>
            <a:r>
              <a:rPr kumimoji="0" lang="ko-KR" altLang="en-US" sz="3600" b="0" i="0" u="none" strike="noStrike" kern="1200" cap="none" spc="0" normalizeH="0" baseline="0" noProof="0" dirty="0" err="1">
                <a:ln>
                  <a:noFill/>
                </a:ln>
                <a:solidFill>
                  <a:srgbClr val="FFFFFF"/>
                </a:solidFill>
                <a:effectLst/>
                <a:uLnTx/>
                <a:uFillTx/>
                <a:latin typeface="맑은 고딕" panose="020B0503020000020004" pitchFamily="50" charset="-127"/>
                <a:ea typeface="맑은 고딕" panose="020B0503020000020004" pitchFamily="50" charset="-127"/>
                <a:cs typeface="HY목각파임B"/>
              </a:rPr>
              <a:t>화하도다</a:t>
            </a:r>
            <a:endParaRPr kumimoji="0" lang="ko-KR" altLang="en-US" sz="36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cs typeface="HY목각파임B"/>
            </a:endParaRPr>
          </a:p>
        </p:txBody>
      </p:sp>
    </p:spTree>
    <p:extLst>
      <p:ext uri="{BB962C8B-B14F-4D97-AF65-F5344CB8AC3E}">
        <p14:creationId xmlns:p14="http://schemas.microsoft.com/office/powerpoint/2010/main" val="28426855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F7F2484-B966-DC26-ABE1-8239B58D56D5}"/>
            </a:ext>
          </a:extLst>
        </p:cNvPr>
        <p:cNvGrpSpPr/>
        <p:nvPr/>
      </p:nvGrpSpPr>
      <p:grpSpPr>
        <a:xfrm>
          <a:off x="0" y="0"/>
          <a:ext cx="0" cy="0"/>
          <a:chOff x="0" y="0"/>
          <a:chExt cx="0" cy="0"/>
        </a:xfrm>
      </p:grpSpPr>
      <p:sp>
        <p:nvSpPr>
          <p:cNvPr id="3075" name="Text Box 3">
            <a:extLst>
              <a:ext uri="{FF2B5EF4-FFF2-40B4-BE49-F238E27FC236}">
                <a16:creationId xmlns:a16="http://schemas.microsoft.com/office/drawing/2014/main" id="{A1D89B55-4413-970D-4B82-22A23CC2142E}"/>
              </a:ext>
            </a:extLst>
          </p:cNvPr>
          <p:cNvSpPr txBox="1">
            <a:spLocks noChangeArrowheads="1"/>
          </p:cNvSpPr>
          <p:nvPr/>
        </p:nvSpPr>
        <p:spPr bwMode="auto">
          <a:xfrm>
            <a:off x="307975" y="371147"/>
            <a:ext cx="8528050" cy="3970318"/>
          </a:xfrm>
          <a:prstGeom prst="rect">
            <a:avLst/>
          </a:prstGeom>
          <a:noFill/>
          <a:ln w="9525">
            <a:noFill/>
            <a:miter lim="800000"/>
            <a:headEnd/>
            <a:tailEnd/>
          </a:ln>
          <a:effectLst/>
        </p:spPr>
        <p:txBody>
          <a:bodyPr wrap="square">
            <a:sp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0" lang="ko-KR" altLang="en-US" sz="36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cs typeface="HY목각파임B"/>
              </a:rPr>
              <a:t>주의 능력 앞에 잠잠해 주 역사 하시네</a:t>
            </a:r>
            <a:endParaRPr kumimoji="0" lang="en-US" altLang="ko-KR" sz="36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cs typeface="HY목각파임B"/>
            </a:endParaRPr>
          </a:p>
          <a:p>
            <a:pPr marL="0" marR="0" lvl="0" indent="0" algn="ctr" defTabSz="914400" rtl="0" eaLnBrk="1" fontAlgn="base" latinLnBrk="1" hangingPunct="1">
              <a:lnSpc>
                <a:spcPct val="100000"/>
              </a:lnSpc>
              <a:spcBef>
                <a:spcPct val="0"/>
              </a:spcBef>
              <a:spcAft>
                <a:spcPct val="0"/>
              </a:spcAft>
              <a:buClrTx/>
              <a:buSzTx/>
              <a:buFontTx/>
              <a:buNone/>
              <a:tabLst/>
              <a:defRPr/>
            </a:pPr>
            <a:endParaRPr kumimoji="0" lang="ko-KR" altLang="en-US" sz="36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cs typeface="HY목각파임B"/>
            </a:endParaRPr>
          </a:p>
          <a:p>
            <a:pPr marL="0" marR="0" lvl="0" indent="0" algn="ctr" defTabSz="914400" rtl="0" eaLnBrk="1" fontAlgn="base" latinLnBrk="1" hangingPunct="1">
              <a:lnSpc>
                <a:spcPct val="100000"/>
              </a:lnSpc>
              <a:spcBef>
                <a:spcPct val="0"/>
              </a:spcBef>
              <a:spcAft>
                <a:spcPct val="0"/>
              </a:spcAft>
              <a:buClrTx/>
              <a:buSzTx/>
              <a:buFontTx/>
              <a:buNone/>
              <a:tabLst/>
              <a:defRPr/>
            </a:pPr>
            <a:r>
              <a:rPr kumimoji="0" lang="ko-KR" altLang="en-US" sz="36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cs typeface="HY목각파임B"/>
              </a:rPr>
              <a:t>죄 사하고 치유하시는 놀라운 주 은혜</a:t>
            </a:r>
            <a:endParaRPr kumimoji="0" lang="en-US" altLang="ko-KR" sz="36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cs typeface="HY목각파임B"/>
            </a:endParaRPr>
          </a:p>
          <a:p>
            <a:pPr marL="0" marR="0" lvl="0" indent="0" algn="ctr" defTabSz="914400" rtl="0" eaLnBrk="1" fontAlgn="base" latinLnBrk="1" hangingPunct="1">
              <a:lnSpc>
                <a:spcPct val="100000"/>
              </a:lnSpc>
              <a:spcBef>
                <a:spcPct val="0"/>
              </a:spcBef>
              <a:spcAft>
                <a:spcPct val="0"/>
              </a:spcAft>
              <a:buClrTx/>
              <a:buSzTx/>
              <a:buFontTx/>
              <a:buNone/>
              <a:tabLst/>
              <a:defRPr/>
            </a:pPr>
            <a:endParaRPr kumimoji="0" lang="ko-KR" altLang="en-US" sz="36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cs typeface="HY목각파임B"/>
            </a:endParaRPr>
          </a:p>
          <a:p>
            <a:pPr marL="0" marR="0" lvl="0" indent="0" algn="ctr" defTabSz="914400" rtl="0" eaLnBrk="1" fontAlgn="base" latinLnBrk="1" hangingPunct="1">
              <a:lnSpc>
                <a:spcPct val="100000"/>
              </a:lnSpc>
              <a:spcBef>
                <a:spcPct val="0"/>
              </a:spcBef>
              <a:spcAft>
                <a:spcPct val="0"/>
              </a:spcAft>
              <a:buClrTx/>
              <a:buSzTx/>
              <a:buFontTx/>
              <a:buNone/>
              <a:tabLst/>
              <a:defRPr/>
            </a:pPr>
            <a:r>
              <a:rPr kumimoji="0" lang="ko-KR" altLang="en-US" sz="36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cs typeface="HY목각파임B"/>
              </a:rPr>
              <a:t>주 믿는 자에게 능치 못함 없네</a:t>
            </a:r>
            <a:endParaRPr kumimoji="0" lang="en-US" altLang="ko-KR" sz="36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cs typeface="HY목각파임B"/>
            </a:endParaRPr>
          </a:p>
          <a:p>
            <a:pPr marL="0" marR="0" lvl="0" indent="0" algn="ctr" defTabSz="914400" rtl="0" eaLnBrk="1" fontAlgn="base" latinLnBrk="1" hangingPunct="1">
              <a:lnSpc>
                <a:spcPct val="100000"/>
              </a:lnSpc>
              <a:spcBef>
                <a:spcPct val="0"/>
              </a:spcBef>
              <a:spcAft>
                <a:spcPct val="0"/>
              </a:spcAft>
              <a:buClrTx/>
              <a:buSzTx/>
              <a:buFontTx/>
              <a:buNone/>
              <a:tabLst/>
              <a:defRPr/>
            </a:pPr>
            <a:endParaRPr kumimoji="0" lang="ko-KR" altLang="en-US" sz="36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cs typeface="HY목각파임B"/>
            </a:endParaRPr>
          </a:p>
          <a:p>
            <a:pPr marL="0" marR="0" lvl="0" indent="0" algn="ctr" defTabSz="914400" rtl="0" eaLnBrk="1" fontAlgn="base" latinLnBrk="1" hangingPunct="1">
              <a:lnSpc>
                <a:spcPct val="100000"/>
              </a:lnSpc>
              <a:spcBef>
                <a:spcPct val="0"/>
              </a:spcBef>
              <a:spcAft>
                <a:spcPct val="0"/>
              </a:spcAft>
              <a:buClrTx/>
              <a:buSzTx/>
              <a:buFontTx/>
              <a:buNone/>
              <a:tabLst/>
              <a:defRPr/>
            </a:pPr>
            <a:r>
              <a:rPr kumimoji="0" lang="ko-KR" altLang="en-US" sz="36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cs typeface="HY목각파임B"/>
              </a:rPr>
              <a:t>주의 능력 앞에 잠잠해 주 역사 하시네</a:t>
            </a:r>
          </a:p>
        </p:txBody>
      </p:sp>
    </p:spTree>
    <p:extLst>
      <p:ext uri="{BB962C8B-B14F-4D97-AF65-F5344CB8AC3E}">
        <p14:creationId xmlns:p14="http://schemas.microsoft.com/office/powerpoint/2010/main" val="6533629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0">
          <a:blip r:embed="rId3" cstate="print">
            <a:alphaModFix amt="60000"/>
            <a:lum/>
          </a:blip>
          <a:srcRect/>
          <a:stretch>
            <a:fillRect t="-15000" b="-15000"/>
          </a:stretch>
        </a:blipFill>
        <a:effectLst/>
      </p:bgPr>
    </p:bg>
    <p:spTree>
      <p:nvGrpSpPr>
        <p:cNvPr id="1" name="">
          <a:extLst>
            <a:ext uri="{FF2B5EF4-FFF2-40B4-BE49-F238E27FC236}">
              <a16:creationId xmlns:a16="http://schemas.microsoft.com/office/drawing/2014/main" id="{A7DCC456-8CCC-C9FA-8173-7790B3F06F8C}"/>
            </a:ext>
          </a:extLst>
        </p:cNvPr>
        <p:cNvGrpSpPr/>
        <p:nvPr/>
      </p:nvGrpSpPr>
      <p:grpSpPr>
        <a:xfrm>
          <a:off x="0" y="0"/>
          <a:ext cx="0" cy="0"/>
          <a:chOff x="0" y="0"/>
          <a:chExt cx="0" cy="0"/>
        </a:xfrm>
      </p:grpSpPr>
      <p:sp>
        <p:nvSpPr>
          <p:cNvPr id="5" name="대각선 방향의 모서리가 둥근 사각형 4">
            <a:extLst>
              <a:ext uri="{FF2B5EF4-FFF2-40B4-BE49-F238E27FC236}">
                <a16:creationId xmlns:a16="http://schemas.microsoft.com/office/drawing/2014/main" id="{0BE0EEE7-A281-E611-4404-C24CFFBC4E32}"/>
              </a:ext>
            </a:extLst>
          </p:cNvPr>
          <p:cNvSpPr>
            <a:spLocks noChangeAspect="1"/>
          </p:cNvSpPr>
          <p:nvPr/>
        </p:nvSpPr>
        <p:spPr bwMode="auto">
          <a:xfrm>
            <a:off x="1371600" y="971550"/>
            <a:ext cx="6477000" cy="3429000"/>
          </a:xfrm>
          <a:prstGeom prst="round2DiagRect">
            <a:avLst/>
          </a:prstGeom>
          <a:solidFill>
            <a:schemeClr val="tx1">
              <a:alpha val="65000"/>
            </a:schemeClr>
          </a:solidFill>
          <a:ln w="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24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endParaRPr>
          </a:p>
        </p:txBody>
      </p:sp>
      <p:sp>
        <p:nvSpPr>
          <p:cNvPr id="6" name="TextBox 5">
            <a:extLst>
              <a:ext uri="{FF2B5EF4-FFF2-40B4-BE49-F238E27FC236}">
                <a16:creationId xmlns:a16="http://schemas.microsoft.com/office/drawing/2014/main" id="{642D80F3-5A20-14EE-1AC2-AD965B7E385A}"/>
              </a:ext>
            </a:extLst>
          </p:cNvPr>
          <p:cNvSpPr txBox="1"/>
          <p:nvPr/>
        </p:nvSpPr>
        <p:spPr>
          <a:xfrm>
            <a:off x="1371600" y="1524043"/>
            <a:ext cx="6477000" cy="1107996"/>
          </a:xfrm>
          <a:prstGeom prst="rect">
            <a:avLst/>
          </a:prstGeom>
          <a:noFill/>
          <a:effectLst>
            <a:outerShdw blurRad="50800" dist="38100" dir="2700000" algn="tl" rotWithShape="0">
              <a:prstClr val="black">
                <a:alpha val="40000"/>
              </a:prstClr>
            </a:outerShdw>
          </a:effectLst>
        </p:spPr>
        <p:txBody>
          <a:bodyPr wrap="square" rtlCol="0">
            <a:sp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ko-KR" altLang="en-US" sz="6600" b="1" i="0" u="none" strike="noStrike" kern="1200" cap="none" spc="0" normalizeH="0" baseline="0" noProof="0" dirty="0">
                <a:ln>
                  <a:noFill/>
                </a:ln>
                <a:solidFill>
                  <a:srgbClr val="FFFFFF">
                    <a:lumMod val="85000"/>
                  </a:srgbClr>
                </a:solidFill>
                <a:effectLst/>
                <a:uLnTx/>
                <a:uFillTx/>
                <a:latin typeface="Malgun Gothic" panose="020B0503020000020004" pitchFamily="50" charset="-127"/>
                <a:ea typeface="맑은 고딕" panose="020B0503020000020004" pitchFamily="50" charset="-127"/>
              </a:rPr>
              <a:t>묵   도</a:t>
            </a:r>
            <a:endParaRPr kumimoji="1" lang="ko-KR" altLang="en-US" sz="6600" b="1"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endParaRPr>
          </a:p>
        </p:txBody>
      </p:sp>
      <p:sp>
        <p:nvSpPr>
          <p:cNvPr id="7" name="TextBox 6">
            <a:extLst>
              <a:ext uri="{FF2B5EF4-FFF2-40B4-BE49-F238E27FC236}">
                <a16:creationId xmlns:a16="http://schemas.microsoft.com/office/drawing/2014/main" id="{1E60E875-016C-5289-A152-00036A4B9458}"/>
              </a:ext>
            </a:extLst>
          </p:cNvPr>
          <p:cNvSpPr txBox="1"/>
          <p:nvPr/>
        </p:nvSpPr>
        <p:spPr>
          <a:xfrm>
            <a:off x="1371600" y="3184531"/>
            <a:ext cx="6477000" cy="461665"/>
          </a:xfrm>
          <a:prstGeom prst="rect">
            <a:avLst/>
          </a:prstGeom>
          <a:noFill/>
          <a:effectLst>
            <a:outerShdw blurRad="50800" dist="38100" dir="2700000" algn="tl" rotWithShape="0">
              <a:prstClr val="black">
                <a:alpha val="40000"/>
              </a:prstClr>
            </a:outerShdw>
          </a:effectLst>
        </p:spPr>
        <p:txBody>
          <a:bodyPr wrap="square" rtlCol="0">
            <a:sp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lang="ko-KR" altLang="en-US" sz="2400" dirty="0">
                <a:solidFill>
                  <a:srgbClr val="FFFFFF"/>
                </a:solidFill>
                <a:latin typeface="Malgun Gothic" panose="020B0503020000020004" pitchFamily="50" charset="-127"/>
                <a:ea typeface="맑은 고딕" panose="020B0503020000020004" pitchFamily="50" charset="-127"/>
              </a:rPr>
              <a:t>다같이</a:t>
            </a:r>
          </a:p>
        </p:txBody>
      </p:sp>
      <p:sp>
        <p:nvSpPr>
          <p:cNvPr id="2" name="TextBox 1">
            <a:extLst>
              <a:ext uri="{FF2B5EF4-FFF2-40B4-BE49-F238E27FC236}">
                <a16:creationId xmlns:a16="http://schemas.microsoft.com/office/drawing/2014/main" id="{EDFB98B5-6B8F-BA45-9F8B-1189CF0DA92B}"/>
              </a:ext>
            </a:extLst>
          </p:cNvPr>
          <p:cNvSpPr txBox="1"/>
          <p:nvPr/>
        </p:nvSpPr>
        <p:spPr>
          <a:xfrm>
            <a:off x="3019777" y="2635567"/>
            <a:ext cx="3180645" cy="400110"/>
          </a:xfrm>
          <a:prstGeom prst="rect">
            <a:avLst/>
          </a:prstGeom>
          <a:noFill/>
          <a:effectLst>
            <a:outerShdw blurRad="50800" dist="38100" dir="2700000" algn="tl" rotWithShape="0">
              <a:prstClr val="black">
                <a:alpha val="40000"/>
              </a:prstClr>
            </a:outerShdw>
          </a:effectLst>
        </p:spPr>
        <p:txBody>
          <a:bodyPr wrap="square">
            <a:sp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2000" b="1" i="0" u="none" strike="noStrike" kern="1200" cap="none" spc="0" normalizeH="0" baseline="0" noProof="0" dirty="0">
                <a:ln>
                  <a:noFill/>
                </a:ln>
                <a:solidFill>
                  <a:srgbClr val="FFFFFF"/>
                </a:solidFill>
                <a:effectLst/>
                <a:uLnTx/>
                <a:uFillTx/>
                <a:latin typeface="Malgun Gothic" panose="020B0503020000020004" pitchFamily="50" charset="-127"/>
                <a:ea typeface="맑은 고딕" panose="020B0503020000020004" pitchFamily="50" charset="-127"/>
              </a:rPr>
              <a:t>MEDITATIONAL PRAYER</a:t>
            </a:r>
            <a:endParaRPr kumimoji="1" lang="ko-KR" altLang="en-US" sz="2000" b="1" i="0" u="none" strike="noStrike" kern="1200" cap="none" spc="0" normalizeH="0" baseline="0" noProof="0" dirty="0">
              <a:ln>
                <a:noFill/>
              </a:ln>
              <a:solidFill>
                <a:srgbClr val="FFFFFF"/>
              </a:solidFill>
              <a:effectLst/>
              <a:uLnTx/>
              <a:uFillTx/>
              <a:latin typeface="Malgun Gothic" panose="020B0503020000020004" pitchFamily="50" charset="-127"/>
              <a:ea typeface="맑은 고딕" panose="020B0503020000020004" pitchFamily="50" charset="-127"/>
              <a:cs typeface="+mn-cs"/>
            </a:endParaRPr>
          </a:p>
        </p:txBody>
      </p:sp>
    </p:spTree>
    <p:extLst>
      <p:ext uri="{BB962C8B-B14F-4D97-AF65-F5344CB8AC3E}">
        <p14:creationId xmlns:p14="http://schemas.microsoft.com/office/powerpoint/2010/main" val="17306926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2">
            <a:alphaModFix amt="65000"/>
            <a:lum/>
          </a:blip>
          <a:srcRect/>
          <a:stretch>
            <a:fillRect t="-9000" b="-9000"/>
          </a:stretch>
        </a:blipFill>
        <a:effectLst/>
      </p:bgPr>
    </p:bg>
    <p:spTree>
      <p:nvGrpSpPr>
        <p:cNvPr id="1" name=""/>
        <p:cNvGrpSpPr/>
        <p:nvPr/>
      </p:nvGrpSpPr>
      <p:grpSpPr>
        <a:xfrm>
          <a:off x="0" y="0"/>
          <a:ext cx="0" cy="0"/>
          <a:chOff x="0" y="0"/>
          <a:chExt cx="0" cy="0"/>
        </a:xfrm>
      </p:grpSpPr>
      <p:sp>
        <p:nvSpPr>
          <p:cNvPr id="7" name="대각선 방향의 모서리가 둥근 사각형 6"/>
          <p:cNvSpPr>
            <a:spLocks noChangeAspect="1"/>
          </p:cNvSpPr>
          <p:nvPr/>
        </p:nvSpPr>
        <p:spPr bwMode="auto">
          <a:xfrm>
            <a:off x="1371600" y="942380"/>
            <a:ext cx="6477000" cy="3429000"/>
          </a:xfrm>
          <a:prstGeom prst="round2DiagRect">
            <a:avLst/>
          </a:prstGeom>
          <a:solidFill>
            <a:schemeClr val="tx1">
              <a:alpha val="65000"/>
            </a:schemeClr>
          </a:solidFill>
          <a:ln w="0" cap="flat" cmpd="sng" algn="ctr">
            <a:noFill/>
            <a:prstDash val="solid"/>
            <a:round/>
            <a:headEnd type="none" w="med" len="med"/>
            <a:tailEnd type="none" w="med" len="med"/>
          </a:ln>
          <a:effectLst/>
        </p:spPr>
        <p:txBody>
          <a:bodyPr/>
          <a:lstStyle/>
          <a:p>
            <a:pPr>
              <a:defRPr/>
            </a:pPr>
            <a:endParaRPr lang="ko-KR" altLang="en-US" sz="2400" dirty="0">
              <a:solidFill>
                <a:srgbClr val="000000"/>
              </a:solidFill>
              <a:latin typeface="맑은 고딕" panose="020B0503020000020004" pitchFamily="50" charset="-127"/>
              <a:ea typeface="맑은 고딕" panose="020B0503020000020004" pitchFamily="50" charset="-127"/>
              <a:cs typeface="+mn-cs"/>
            </a:endParaRPr>
          </a:p>
        </p:txBody>
      </p:sp>
      <p:sp>
        <p:nvSpPr>
          <p:cNvPr id="9" name="TextBox 8"/>
          <p:cNvSpPr txBox="1"/>
          <p:nvPr/>
        </p:nvSpPr>
        <p:spPr>
          <a:xfrm>
            <a:off x="1371600" y="1606034"/>
            <a:ext cx="6477000" cy="1015663"/>
          </a:xfrm>
          <a:prstGeom prst="rect">
            <a:avLst/>
          </a:prstGeom>
          <a:noFill/>
          <a:effectLst>
            <a:outerShdw blurRad="50800" dist="38100" dir="2700000" algn="tl" rotWithShape="0">
              <a:prstClr val="black">
                <a:alpha val="40000"/>
              </a:prstClr>
            </a:outerShdw>
          </a:effectLst>
        </p:spPr>
        <p:txBody>
          <a:bodyPr>
            <a:spAutoFit/>
          </a:bodyPr>
          <a:lstStyle/>
          <a:p>
            <a:pPr algn="ctr">
              <a:defRPr/>
            </a:pPr>
            <a:r>
              <a:rPr lang="ko-KR" altLang="en-US" sz="6000" b="1" dirty="0">
                <a:solidFill>
                  <a:srgbClr val="FFFFFF">
                    <a:lumMod val="85000"/>
                  </a:srgbClr>
                </a:solidFill>
                <a:latin typeface="맑은 고딕" panose="020B0503020000020004" pitchFamily="50" charset="-127"/>
                <a:ea typeface="맑은 고딕" panose="020B0503020000020004" pitchFamily="50" charset="-127"/>
                <a:cs typeface="+mn-cs"/>
              </a:rPr>
              <a:t>교 독 문 </a:t>
            </a:r>
            <a:r>
              <a:rPr lang="en-US" altLang="ko-KR" sz="6000" b="1" dirty="0">
                <a:solidFill>
                  <a:srgbClr val="FFFFFF">
                    <a:lumMod val="85000"/>
                  </a:srgbClr>
                </a:solidFill>
                <a:latin typeface="맑은 고딕" panose="020B0503020000020004" pitchFamily="50" charset="-127"/>
                <a:ea typeface="맑은 고딕" panose="020B0503020000020004" pitchFamily="50" charset="-127"/>
                <a:cs typeface="+mn-cs"/>
              </a:rPr>
              <a:t>{{RES}}</a:t>
            </a:r>
            <a:endParaRPr lang="ko-KR" altLang="en-US" sz="6000" b="1" dirty="0">
              <a:solidFill>
                <a:srgbClr val="000000"/>
              </a:solidFill>
              <a:latin typeface="맑은 고딕" panose="020B0503020000020004" pitchFamily="50" charset="-127"/>
              <a:ea typeface="맑은 고딕" panose="020B0503020000020004" pitchFamily="50" charset="-127"/>
              <a:cs typeface="+mn-cs"/>
            </a:endParaRPr>
          </a:p>
        </p:txBody>
      </p:sp>
      <p:sp>
        <p:nvSpPr>
          <p:cNvPr id="10" name="TextBox 9"/>
          <p:cNvSpPr txBox="1"/>
          <p:nvPr/>
        </p:nvSpPr>
        <p:spPr>
          <a:xfrm>
            <a:off x="1388533" y="3295229"/>
            <a:ext cx="6477000" cy="461665"/>
          </a:xfrm>
          <a:prstGeom prst="rect">
            <a:avLst/>
          </a:prstGeom>
          <a:noFill/>
          <a:effectLst>
            <a:outerShdw blurRad="50800" dist="38100" dir="2700000" algn="tl" rotWithShape="0">
              <a:prstClr val="black">
                <a:alpha val="40000"/>
              </a:prstClr>
            </a:outerShdw>
          </a:effectLst>
        </p:spPr>
        <p:txBody>
          <a:bodyPr>
            <a:spAutoFit/>
          </a:bodyPr>
          <a:lstStyle/>
          <a:p>
            <a:pPr algn="ctr">
              <a:defRPr/>
            </a:pPr>
            <a:r>
              <a:rPr lang="en-US" altLang="ko-KR" sz="2400" dirty="0">
                <a:solidFill>
                  <a:srgbClr val="FFFFFF">
                    <a:lumMod val="95000"/>
                  </a:srgbClr>
                </a:solidFill>
                <a:latin typeface="맑은 고딕" panose="020B0503020000020004" pitchFamily="50" charset="-127"/>
                <a:ea typeface="맑은 고딕" panose="020B0503020000020004" pitchFamily="50" charset="-127"/>
                <a:cs typeface="+mn-cs"/>
              </a:rPr>
              <a:t>[</a:t>
            </a:r>
            <a:r>
              <a:rPr lang="ko-KR" altLang="en-US" sz="2400" dirty="0">
                <a:solidFill>
                  <a:srgbClr val="FFFFFF">
                    <a:lumMod val="95000"/>
                  </a:srgbClr>
                </a:solidFill>
                <a:latin typeface="맑은 고딕" panose="020B0503020000020004" pitchFamily="50" charset="-127"/>
                <a:ea typeface="맑은 고딕" panose="020B0503020000020004" pitchFamily="50" charset="-127"/>
              </a:rPr>
              <a:t>성령강림</a:t>
            </a:r>
            <a:r>
              <a:rPr lang="en-US" altLang="ko-KR" sz="2400" dirty="0">
                <a:solidFill>
                  <a:srgbClr val="FFFFFF">
                    <a:lumMod val="95000"/>
                  </a:srgbClr>
                </a:solidFill>
                <a:latin typeface="맑은 고딕" panose="020B0503020000020004" pitchFamily="50" charset="-127"/>
                <a:ea typeface="맑은 고딕" panose="020B0503020000020004" pitchFamily="50" charset="-127"/>
              </a:rPr>
              <a:t>(2)</a:t>
            </a:r>
            <a:r>
              <a:rPr lang="en-US" altLang="ko-KR" sz="2400" dirty="0">
                <a:solidFill>
                  <a:srgbClr val="FFFFFF">
                    <a:lumMod val="95000"/>
                  </a:srgbClr>
                </a:solidFill>
                <a:latin typeface="맑은 고딕" panose="020B0503020000020004" pitchFamily="50" charset="-127"/>
                <a:ea typeface="맑은 고딕" panose="020B0503020000020004" pitchFamily="50" charset="-127"/>
                <a:cs typeface="+mn-cs"/>
              </a:rPr>
              <a:t>]</a:t>
            </a:r>
            <a:endParaRPr lang="ko-KR" altLang="en-US" sz="2400" dirty="0">
              <a:solidFill>
                <a:srgbClr val="FFFFFF">
                  <a:lumMod val="95000"/>
                </a:srgbClr>
              </a:solidFill>
              <a:latin typeface="맑은 고딕" panose="020B0503020000020004" pitchFamily="50" charset="-127"/>
              <a:ea typeface="맑은 고딕" panose="020B0503020000020004" pitchFamily="50" charset="-127"/>
              <a:cs typeface="+mn-cs"/>
            </a:endParaRPr>
          </a:p>
        </p:txBody>
      </p:sp>
      <p:sp>
        <p:nvSpPr>
          <p:cNvPr id="2" name="TextBox 1">
            <a:extLst>
              <a:ext uri="{FF2B5EF4-FFF2-40B4-BE49-F238E27FC236}">
                <a16:creationId xmlns:a16="http://schemas.microsoft.com/office/drawing/2014/main" id="{021ED289-8DD9-8259-B3B8-CF1BA44A2CE5}"/>
              </a:ext>
            </a:extLst>
          </p:cNvPr>
          <p:cNvSpPr txBox="1"/>
          <p:nvPr/>
        </p:nvSpPr>
        <p:spPr>
          <a:xfrm>
            <a:off x="1391355" y="2680743"/>
            <a:ext cx="6477000" cy="400110"/>
          </a:xfrm>
          <a:prstGeom prst="rect">
            <a:avLst/>
          </a:prstGeom>
          <a:noFill/>
          <a:effectLst>
            <a:outerShdw blurRad="50800" dist="38100" dir="2700000" algn="tl" rotWithShape="0">
              <a:prstClr val="black">
                <a:alpha val="40000"/>
              </a:prstClr>
            </a:outerShdw>
          </a:effectLst>
        </p:spPr>
        <p:txBody>
          <a:bodyPr>
            <a:spAutoFit/>
          </a:bodyPr>
          <a:lstStyle/>
          <a:p>
            <a:pPr algn="ctr">
              <a:defRPr/>
            </a:pPr>
            <a:r>
              <a:rPr lang="en-US" altLang="ko-KR" sz="2000" dirty="0">
                <a:solidFill>
                  <a:schemeClr val="bg1"/>
                </a:solidFill>
                <a:latin typeface="Malgun Gothic" panose="020B0503020000020004" pitchFamily="50" charset="-127"/>
                <a:ea typeface="맑은 고딕" panose="020B0503020000020004" pitchFamily="50" charset="-127"/>
              </a:rPr>
              <a:t>RESPONSIVE</a:t>
            </a:r>
            <a:r>
              <a:rPr lang="en-US" altLang="ko-KR" sz="2000" dirty="0">
                <a:solidFill>
                  <a:srgbClr val="FFFFFF">
                    <a:lumMod val="95000"/>
                  </a:srgbClr>
                </a:solidFill>
                <a:latin typeface="Malgun Gothic" panose="020B0503020000020004" pitchFamily="50" charset="-127"/>
                <a:ea typeface="맑은 고딕" panose="020B0503020000020004" pitchFamily="50" charset="-127"/>
                <a:cs typeface="+mn-cs"/>
              </a:rPr>
              <a:t> </a:t>
            </a:r>
            <a:r>
              <a:rPr lang="en-US" altLang="ko-KR" sz="2000" dirty="0">
                <a:solidFill>
                  <a:schemeClr val="bg1"/>
                </a:solidFill>
                <a:latin typeface="Malgun Gothic" panose="020B0503020000020004" pitchFamily="50" charset="-127"/>
                <a:ea typeface="맑은 고딕" panose="020B0503020000020004" pitchFamily="50" charset="-127"/>
              </a:rPr>
              <a:t>READING</a:t>
            </a:r>
            <a:endParaRPr lang="ko-KR" altLang="en-US" sz="2000" dirty="0">
              <a:solidFill>
                <a:srgbClr val="FFFFFF">
                  <a:lumMod val="95000"/>
                </a:srgbClr>
              </a:solidFill>
              <a:latin typeface="Malgun Gothic" panose="020B0503020000020004" pitchFamily="50" charset="-127"/>
              <a:ea typeface="맑은 고딕" panose="020B0503020000020004" pitchFamily="50" charset="-127"/>
              <a:cs typeface="+mn-cs"/>
            </a:endParaRPr>
          </a:p>
        </p:txBody>
      </p:sp>
    </p:spTree>
    <p:extLst>
      <p:ext uri="{BB962C8B-B14F-4D97-AF65-F5344CB8AC3E}">
        <p14:creationId xmlns:p14="http://schemas.microsoft.com/office/powerpoint/2010/main" val="3677760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2">
            <a:alphaModFix amt="65000"/>
            <a:lum/>
          </a:blip>
          <a:srcRect/>
          <a:stretch>
            <a:fillRect t="-9000" b="-9000"/>
          </a:stretch>
        </a:blipFill>
        <a:effectLst/>
      </p:bgPr>
    </p:bg>
    <p:spTree>
      <p:nvGrpSpPr>
        <p:cNvPr id="1" name="">
          <a:extLst>
            <a:ext uri="{FF2B5EF4-FFF2-40B4-BE49-F238E27FC236}">
              <a16:creationId xmlns:a16="http://schemas.microsoft.com/office/drawing/2014/main" id="{D90A93DF-CF38-5236-AE00-378E0CDC881A}"/>
            </a:ext>
          </a:extLst>
        </p:cNvPr>
        <p:cNvGrpSpPr/>
        <p:nvPr/>
      </p:nvGrpSpPr>
      <p:grpSpPr>
        <a:xfrm>
          <a:off x="0" y="0"/>
          <a:ext cx="0" cy="0"/>
          <a:chOff x="0" y="0"/>
          <a:chExt cx="0" cy="0"/>
        </a:xfrm>
      </p:grpSpPr>
      <p:sp>
        <p:nvSpPr>
          <p:cNvPr id="7" name="대각선 방향의 모서리가 둥근 사각형 6">
            <a:extLst>
              <a:ext uri="{FF2B5EF4-FFF2-40B4-BE49-F238E27FC236}">
                <a16:creationId xmlns:a16="http://schemas.microsoft.com/office/drawing/2014/main" id="{7FAC5153-0A3D-0D4E-858B-42FDB626CE7A}"/>
              </a:ext>
            </a:extLst>
          </p:cNvPr>
          <p:cNvSpPr>
            <a:spLocks noChangeAspect="1"/>
          </p:cNvSpPr>
          <p:nvPr/>
        </p:nvSpPr>
        <p:spPr bwMode="auto">
          <a:xfrm>
            <a:off x="228600" y="285750"/>
            <a:ext cx="8686800" cy="4572000"/>
          </a:xfrm>
          <a:prstGeom prst="round2DiagRect">
            <a:avLst/>
          </a:prstGeom>
          <a:solidFill>
            <a:schemeClr val="tx1">
              <a:alpha val="70000"/>
            </a:schemeClr>
          </a:solidFill>
          <a:ln w="0" cap="flat" cmpd="sng" algn="ctr">
            <a:noFill/>
            <a:prstDash val="solid"/>
            <a:round/>
            <a:headEnd type="none" w="med" len="med"/>
            <a:tailEnd type="none" w="med" len="med"/>
          </a:ln>
          <a:effectLst/>
        </p:spPr>
        <p:txBody>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24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cs typeface="+mn-cs"/>
            </a:endParaRPr>
          </a:p>
        </p:txBody>
      </p:sp>
      <p:sp>
        <p:nvSpPr>
          <p:cNvPr id="5" name="TextBox 4">
            <a:extLst>
              <a:ext uri="{FF2B5EF4-FFF2-40B4-BE49-F238E27FC236}">
                <a16:creationId xmlns:a16="http://schemas.microsoft.com/office/drawing/2014/main" id="{17BE7E89-774E-1319-4A48-AE213C8FF02D}"/>
              </a:ext>
            </a:extLst>
          </p:cNvPr>
          <p:cNvSpPr txBox="1"/>
          <p:nvPr/>
        </p:nvSpPr>
        <p:spPr>
          <a:xfrm>
            <a:off x="838200" y="760399"/>
            <a:ext cx="7696200" cy="2320443"/>
          </a:xfrm>
          <a:prstGeom prst="rect">
            <a:avLst/>
          </a:prstGeom>
          <a:noFill/>
          <a:effectLst>
            <a:outerShdw blurRad="50800" dist="38100" dir="2700000" algn="tl" rotWithShape="0">
              <a:prstClr val="black">
                <a:alpha val="40000"/>
              </a:prstClr>
            </a:outerShdw>
          </a:effectLst>
        </p:spPr>
        <p:txBody>
          <a:bodyPr wrap="square">
            <a:spAutoFit/>
          </a:bodyPr>
          <a:lstStyle/>
          <a:p>
            <a:pPr>
              <a:lnSpc>
                <a:spcPct val="110000"/>
              </a:lnSpc>
              <a:defRPr/>
            </a:pPr>
            <a:r>
              <a:rPr lang="en-US" altLang="ko-KR" sz="3400" b="1" dirty="0">
                <a:solidFill>
                  <a:srgbClr val="FFFFFF">
                    <a:lumMod val="95000"/>
                  </a:srgbClr>
                </a:solidFill>
                <a:latin typeface="맑은 고딕" panose="020B0503020000020004" pitchFamily="50" charset="-127"/>
                <a:ea typeface="맑은 고딕" panose="020B0503020000020004" pitchFamily="50" charset="-127"/>
              </a:rPr>
              <a:t>{{RES_KO}}</a:t>
            </a:r>
            <a:endParaRPr lang="ko-KR" altLang="en-US" sz="3400" b="1" dirty="0">
              <a:solidFill>
                <a:srgbClr val="FFFFFF">
                  <a:lumMod val="95000"/>
                </a:srgbClr>
              </a:solidFill>
              <a:latin typeface="맑은 고딕" panose="020B0503020000020004" pitchFamily="50" charset="-127"/>
              <a:ea typeface="맑은 고딕" panose="020B0503020000020004" pitchFamily="50" charset="-127"/>
            </a:endParaRPr>
          </a:p>
          <a:p>
            <a:pPr lvl="0">
              <a:lnSpc>
                <a:spcPct val="110000"/>
              </a:lnSpc>
              <a:defRPr/>
            </a:pPr>
            <a:endParaRPr lang="en-US" altLang="ko-KR" sz="3600" dirty="0">
              <a:solidFill>
                <a:srgbClr val="FFFFFF">
                  <a:lumMod val="95000"/>
                </a:srgbClr>
              </a:solidFill>
              <a:latin typeface="맑은 고딕" panose="020B0503020000020004" pitchFamily="50" charset="-127"/>
              <a:ea typeface="맑은 고딕" panose="020B0503020000020004" pitchFamily="50" charset="-127"/>
            </a:endParaRPr>
          </a:p>
          <a:p>
            <a:pPr lvl="0">
              <a:lnSpc>
                <a:spcPct val="110000"/>
              </a:lnSpc>
              <a:defRPr/>
            </a:pPr>
            <a:br>
              <a:rPr lang="en-US" altLang="ko-KR" sz="3600" dirty="0">
                <a:solidFill>
                  <a:srgbClr val="FFFFFF">
                    <a:lumMod val="95000"/>
                  </a:srgbClr>
                </a:solidFill>
                <a:latin typeface="맑은 고딕" panose="020B0503020000020004" pitchFamily="50" charset="-127"/>
                <a:ea typeface="맑은 고딕" panose="020B0503020000020004" pitchFamily="50" charset="-127"/>
              </a:rPr>
            </a:br>
            <a:r>
              <a:rPr lang="en-US" altLang="ko-KR" sz="2800" b="1" dirty="0">
                <a:solidFill>
                  <a:srgbClr val="FFFFFF">
                    <a:lumMod val="95000"/>
                  </a:srgbClr>
                </a:solidFill>
                <a:latin typeface="맑은 고딕" panose="020B0503020000020004" pitchFamily="50" charset="-127"/>
                <a:ea typeface="맑은 고딕" panose="020B0503020000020004" pitchFamily="50" charset="-127"/>
              </a:rPr>
              <a:t>{{RES_EN}}</a:t>
            </a:r>
            <a:endParaRPr lang="en-US" altLang="ko-KR" sz="3200" b="1" dirty="0">
              <a:solidFill>
                <a:srgbClr val="FFFFFF">
                  <a:lumMod val="95000"/>
                </a:srgbClr>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4570639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2">
            <a:alphaModFix amt="70000"/>
            <a:lum/>
          </a:blip>
          <a:srcRect/>
          <a:stretch>
            <a:fillRect t="-9000" b="-9000"/>
          </a:stretch>
        </a:blipFill>
        <a:effectLst/>
      </p:bgPr>
    </p:bg>
    <p:spTree>
      <p:nvGrpSpPr>
        <p:cNvPr id="1" name="">
          <a:extLst>
            <a:ext uri="{FF2B5EF4-FFF2-40B4-BE49-F238E27FC236}">
              <a16:creationId xmlns:a16="http://schemas.microsoft.com/office/drawing/2014/main" id="{2713AD69-4360-1264-A671-F9949112DFB0}"/>
            </a:ext>
          </a:extLst>
        </p:cNvPr>
        <p:cNvGrpSpPr/>
        <p:nvPr/>
      </p:nvGrpSpPr>
      <p:grpSpPr>
        <a:xfrm>
          <a:off x="0" y="0"/>
          <a:ext cx="0" cy="0"/>
          <a:chOff x="0" y="0"/>
          <a:chExt cx="0" cy="0"/>
        </a:xfrm>
      </p:grpSpPr>
      <p:sp>
        <p:nvSpPr>
          <p:cNvPr id="7" name="대각선 방향의 모서리가 둥근 사각형 6">
            <a:extLst>
              <a:ext uri="{FF2B5EF4-FFF2-40B4-BE49-F238E27FC236}">
                <a16:creationId xmlns:a16="http://schemas.microsoft.com/office/drawing/2014/main" id="{B472654C-8360-F147-9CDD-170F9259573A}"/>
              </a:ext>
            </a:extLst>
          </p:cNvPr>
          <p:cNvSpPr>
            <a:spLocks noChangeAspect="1"/>
          </p:cNvSpPr>
          <p:nvPr/>
        </p:nvSpPr>
        <p:spPr bwMode="auto">
          <a:xfrm>
            <a:off x="225778" y="285750"/>
            <a:ext cx="8689622" cy="4572000"/>
          </a:xfrm>
          <a:prstGeom prst="round2DiagRect">
            <a:avLst/>
          </a:prstGeom>
          <a:solidFill>
            <a:schemeClr val="tx1">
              <a:alpha val="65000"/>
            </a:schemeClr>
          </a:solidFill>
          <a:ln w="0" cap="flat" cmpd="sng" algn="ctr">
            <a:noFill/>
            <a:prstDash val="solid"/>
            <a:round/>
            <a:headEnd type="none" w="med" len="med"/>
            <a:tailEnd type="none" w="med" len="med"/>
          </a:ln>
          <a:effectLst/>
        </p:spPr>
        <p:txBody>
          <a:bodyPr/>
          <a:lstStyle/>
          <a:p>
            <a:pPr>
              <a:defRPr/>
            </a:pPr>
            <a:endParaRPr lang="ko-KR" altLang="en-US" sz="2400" dirty="0">
              <a:solidFill>
                <a:srgbClr val="000000"/>
              </a:solidFill>
              <a:latin typeface="맑은 고딕" panose="020B0503020000020004" pitchFamily="50" charset="-127"/>
              <a:ea typeface="맑은 고딕" panose="020B0503020000020004" pitchFamily="50" charset="-127"/>
              <a:cs typeface="+mn-cs"/>
            </a:endParaRPr>
          </a:p>
        </p:txBody>
      </p:sp>
      <p:sp>
        <p:nvSpPr>
          <p:cNvPr id="5" name="TextBox 4">
            <a:extLst>
              <a:ext uri="{FF2B5EF4-FFF2-40B4-BE49-F238E27FC236}">
                <a16:creationId xmlns:a16="http://schemas.microsoft.com/office/drawing/2014/main" id="{85BE1914-3B1A-9B69-7A39-45AA85959226}"/>
              </a:ext>
            </a:extLst>
          </p:cNvPr>
          <p:cNvSpPr txBox="1"/>
          <p:nvPr/>
        </p:nvSpPr>
        <p:spPr>
          <a:xfrm>
            <a:off x="838200" y="662766"/>
            <a:ext cx="7772400" cy="3071034"/>
          </a:xfrm>
          <a:prstGeom prst="rect">
            <a:avLst/>
          </a:prstGeom>
          <a:noFill/>
          <a:effectLst>
            <a:outerShdw blurRad="50800" dist="38100" dir="2700000" algn="tl" rotWithShape="0">
              <a:prstClr val="black">
                <a:alpha val="40000"/>
              </a:prstClr>
            </a:outerShdw>
          </a:effectLst>
        </p:spPr>
        <p:txBody>
          <a:bodyPr wrap="square">
            <a:spAutoFit/>
          </a:bodyPr>
          <a:lstStyle/>
          <a:p>
            <a:pPr>
              <a:lnSpc>
                <a:spcPct val="110000"/>
              </a:lnSpc>
              <a:defRPr/>
            </a:pPr>
            <a:r>
              <a:rPr lang="en-US" altLang="ko-KR" sz="2000" b="1" dirty="0">
                <a:solidFill>
                  <a:schemeClr val="bg1"/>
                </a:solidFill>
                <a:latin typeface="맑은 고딕" panose="020B0503020000020004" pitchFamily="50" charset="-127"/>
                <a:ea typeface="맑은 고딕" panose="020B0503020000020004" pitchFamily="50" charset="-127"/>
              </a:rPr>
              <a:t>[</a:t>
            </a:r>
            <a:r>
              <a:rPr lang="ko-KR" altLang="en-US" sz="2000" b="1" dirty="0">
                <a:solidFill>
                  <a:schemeClr val="bg1"/>
                </a:solidFill>
                <a:latin typeface="맑은 고딕" panose="020B0503020000020004" pitchFamily="50" charset="-127"/>
                <a:ea typeface="맑은 고딕" panose="020B0503020000020004" pitchFamily="50" charset="-127"/>
              </a:rPr>
              <a:t>다같이</a:t>
            </a:r>
            <a:r>
              <a:rPr lang="en-US" altLang="ko-KR" sz="2000" b="1" dirty="0">
                <a:solidFill>
                  <a:schemeClr val="bg1"/>
                </a:solidFill>
                <a:latin typeface="맑은 고딕" panose="020B0503020000020004" pitchFamily="50" charset="-127"/>
                <a:ea typeface="맑은 고딕" panose="020B0503020000020004" pitchFamily="50" charset="-127"/>
              </a:rPr>
              <a:t>]</a:t>
            </a:r>
          </a:p>
          <a:p>
            <a:pPr>
              <a:lnSpc>
                <a:spcPct val="110000"/>
              </a:lnSpc>
              <a:defRPr/>
            </a:pPr>
            <a:r>
              <a:rPr lang="en-US" altLang="ko-KR" sz="3400" b="1" dirty="0">
                <a:solidFill>
                  <a:srgbClr val="FFFFFF">
                    <a:lumMod val="95000"/>
                  </a:srgbClr>
                </a:solidFill>
                <a:latin typeface="맑은 고딕" panose="020B0503020000020004" pitchFamily="50" charset="-127"/>
                <a:ea typeface="맑은 고딕" panose="020B0503020000020004" pitchFamily="50" charset="-127"/>
              </a:rPr>
              <a:t>{{RES_KO_LAST}}</a:t>
            </a:r>
            <a:endParaRPr lang="ko-KR" altLang="en-US" sz="3400" b="1" dirty="0">
              <a:solidFill>
                <a:srgbClr val="FFFFFF">
                  <a:lumMod val="95000"/>
                </a:srgbClr>
              </a:solidFill>
              <a:latin typeface="맑은 고딕" panose="020B0503020000020004" pitchFamily="50" charset="-127"/>
              <a:ea typeface="맑은 고딕" panose="020B0503020000020004" pitchFamily="50" charset="-127"/>
            </a:endParaRPr>
          </a:p>
          <a:p>
            <a:pPr>
              <a:lnSpc>
                <a:spcPct val="110000"/>
              </a:lnSpc>
              <a:defRPr/>
            </a:pPr>
            <a:r>
              <a:rPr lang="en-US" altLang="ko-KR" sz="3200" dirty="0">
                <a:solidFill>
                  <a:schemeClr val="bg1"/>
                </a:solidFill>
                <a:latin typeface="맑은 고딕" panose="020B0503020000020004" pitchFamily="50" charset="-127"/>
                <a:ea typeface="맑은 고딕" panose="020B0503020000020004" pitchFamily="50" charset="-127"/>
              </a:rPr>
              <a:t>						</a:t>
            </a:r>
            <a:r>
              <a:rPr lang="ko-KR" altLang="en-US" sz="3200" dirty="0">
                <a:solidFill>
                  <a:schemeClr val="bg1"/>
                </a:solidFill>
                <a:latin typeface="맑은 고딕" panose="020B0503020000020004" pitchFamily="50" charset="-127"/>
                <a:ea typeface="맑은 고딕" panose="020B0503020000020004" pitchFamily="50" charset="-127"/>
              </a:rPr>
              <a:t>     </a:t>
            </a:r>
            <a:r>
              <a:rPr lang="en-US" altLang="ko-KR" sz="3200" dirty="0">
                <a:solidFill>
                  <a:schemeClr val="bg1"/>
                </a:solidFill>
                <a:latin typeface="맑은 고딕" panose="020B0503020000020004" pitchFamily="50" charset="-127"/>
                <a:ea typeface="맑은 고딕" panose="020B0503020000020004" pitchFamily="50" charset="-127"/>
              </a:rPr>
              <a:t>-</a:t>
            </a:r>
            <a:r>
              <a:rPr lang="ko-KR" altLang="en-US" sz="3200" dirty="0">
                <a:solidFill>
                  <a:schemeClr val="bg1"/>
                </a:solidFill>
                <a:latin typeface="맑은 고딕" panose="020B0503020000020004" pitchFamily="50" charset="-127"/>
                <a:ea typeface="맑은 고딕" panose="020B0503020000020004" pitchFamily="50" charset="-127"/>
              </a:rPr>
              <a:t>아멘</a:t>
            </a:r>
            <a:r>
              <a:rPr lang="en-US" altLang="ko-KR" sz="3200" dirty="0">
                <a:solidFill>
                  <a:schemeClr val="bg1"/>
                </a:solidFill>
                <a:latin typeface="맑은 고딕" panose="020B0503020000020004" pitchFamily="50" charset="-127"/>
                <a:ea typeface="맑은 고딕" panose="020B0503020000020004" pitchFamily="50" charset="-127"/>
              </a:rPr>
              <a:t>-</a:t>
            </a:r>
            <a:endParaRPr lang="en-US" altLang="ko-KR" sz="3200" b="1" dirty="0">
              <a:solidFill>
                <a:schemeClr val="bg1"/>
              </a:solidFill>
              <a:latin typeface="맑은 고딕" panose="020B0503020000020004" pitchFamily="50" charset="-127"/>
              <a:ea typeface="맑은 고딕" panose="020B0503020000020004" pitchFamily="50" charset="-127"/>
            </a:endParaRPr>
          </a:p>
          <a:p>
            <a:pPr>
              <a:lnSpc>
                <a:spcPct val="110000"/>
              </a:lnSpc>
              <a:defRPr/>
            </a:pPr>
            <a:endParaRPr lang="en-US" altLang="ko-KR" sz="2000" b="1" dirty="0">
              <a:solidFill>
                <a:schemeClr val="bg1"/>
              </a:solidFill>
              <a:latin typeface="맑은 고딕" panose="020B0503020000020004" pitchFamily="50" charset="-127"/>
              <a:ea typeface="맑은 고딕" panose="020B0503020000020004" pitchFamily="50" charset="-127"/>
            </a:endParaRPr>
          </a:p>
          <a:p>
            <a:pPr>
              <a:lnSpc>
                <a:spcPct val="110000"/>
              </a:lnSpc>
              <a:defRPr/>
            </a:pPr>
            <a:r>
              <a:rPr lang="en-US" altLang="ko-KR" sz="2000" b="1" dirty="0">
                <a:solidFill>
                  <a:schemeClr val="bg1"/>
                </a:solidFill>
                <a:latin typeface="맑은 고딕" panose="020B0503020000020004" pitchFamily="50" charset="-127"/>
                <a:ea typeface="맑은 고딕" panose="020B0503020000020004" pitchFamily="50" charset="-127"/>
              </a:rPr>
              <a:t>[Altogether]</a:t>
            </a:r>
            <a:endParaRPr kumimoji="0" lang="en-US" altLang="ko-KR" sz="2000" b="1" dirty="0">
              <a:solidFill>
                <a:schemeClr val="bg1"/>
              </a:solidFill>
              <a:latin typeface="맑은 고딕" panose="020B0503020000020004" pitchFamily="50" charset="-127"/>
              <a:ea typeface="맑은 고딕" panose="020B0503020000020004" pitchFamily="50" charset="-127"/>
            </a:endParaRPr>
          </a:p>
          <a:p>
            <a:pPr>
              <a:lnSpc>
                <a:spcPct val="110000"/>
              </a:lnSpc>
              <a:defRPr/>
            </a:pPr>
            <a:r>
              <a:rPr lang="en-US" altLang="ko-KR" sz="2800" b="1" dirty="0">
                <a:solidFill>
                  <a:srgbClr val="FFFFFF">
                    <a:lumMod val="95000"/>
                  </a:srgbClr>
                </a:solidFill>
                <a:latin typeface="맑은 고딕" panose="020B0503020000020004" pitchFamily="50" charset="-127"/>
                <a:ea typeface="맑은 고딕" panose="020B0503020000020004" pitchFamily="50" charset="-127"/>
              </a:rPr>
              <a:t>{{RES_EN_LAST}}</a:t>
            </a:r>
          </a:p>
          <a:p>
            <a:pPr>
              <a:lnSpc>
                <a:spcPct val="110000"/>
              </a:lnSpc>
              <a:defRPr/>
            </a:pPr>
            <a:r>
              <a:rPr kumimoji="0" lang="en-US" altLang="ko-KR" sz="2400" dirty="0">
                <a:solidFill>
                  <a:schemeClr val="bg1"/>
                </a:solidFill>
                <a:latin typeface="맑은 고딕" panose="020B0503020000020004" pitchFamily="50" charset="-127"/>
                <a:ea typeface="맑은 고딕" panose="020B0503020000020004" pitchFamily="50" charset="-127"/>
              </a:rPr>
              <a:t>                                                          - Amen-</a:t>
            </a:r>
            <a:endParaRPr kumimoji="0" lang="ko-KR" altLang="en-US" sz="2400" dirty="0">
              <a:solidFill>
                <a:schemeClr val="bg1"/>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6683291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2" cstate="print">
            <a:alphaModFix amt="80000"/>
            <a:lum/>
          </a:blip>
          <a:srcRect/>
          <a:stretch>
            <a:fillRect t="-2000" r="-52000" b="-100000"/>
          </a:stretch>
        </a:blipFill>
        <a:effectLst/>
      </p:bgPr>
    </p:bg>
    <p:spTree>
      <p:nvGrpSpPr>
        <p:cNvPr id="1" name=""/>
        <p:cNvGrpSpPr/>
        <p:nvPr/>
      </p:nvGrpSpPr>
      <p:grpSpPr>
        <a:xfrm>
          <a:off x="0" y="0"/>
          <a:ext cx="0" cy="0"/>
          <a:chOff x="0" y="0"/>
          <a:chExt cx="0" cy="0"/>
        </a:xfrm>
      </p:grpSpPr>
      <p:sp>
        <p:nvSpPr>
          <p:cNvPr id="7" name="대각선 방향의 모서리가 둥근 사각형 6"/>
          <p:cNvSpPr>
            <a:spLocks noChangeAspect="1"/>
          </p:cNvSpPr>
          <p:nvPr/>
        </p:nvSpPr>
        <p:spPr bwMode="auto">
          <a:xfrm>
            <a:off x="152400" y="133350"/>
            <a:ext cx="8839200" cy="4876800"/>
          </a:xfrm>
          <a:prstGeom prst="round2DiagRect">
            <a:avLst/>
          </a:prstGeom>
          <a:solidFill>
            <a:schemeClr val="tx1">
              <a:alpha val="25000"/>
            </a:schemeClr>
          </a:solidFill>
          <a:ln w="0"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1" hangingPunct="1">
              <a:lnSpc>
                <a:spcPct val="100000"/>
              </a:lnSpc>
              <a:spcBef>
                <a:spcPct val="0"/>
              </a:spcBef>
              <a:spcAft>
                <a:spcPct val="0"/>
              </a:spcAft>
              <a:buClrTx/>
              <a:buSzTx/>
              <a:buFontTx/>
              <a:buNone/>
              <a:tabLst/>
            </a:pPr>
            <a:endParaRPr kumimoji="1" lang="ko-KR" altLang="en-US" sz="24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p:txBody>
      </p:sp>
      <p:sp>
        <p:nvSpPr>
          <p:cNvPr id="4" name="TextBox 3"/>
          <p:cNvSpPr txBox="1"/>
          <p:nvPr/>
        </p:nvSpPr>
        <p:spPr>
          <a:xfrm>
            <a:off x="304800" y="242635"/>
            <a:ext cx="4267200" cy="923330"/>
          </a:xfrm>
          <a:prstGeom prst="rect">
            <a:avLst/>
          </a:prstGeom>
          <a:noFill/>
          <a:effectLst>
            <a:outerShdw blurRad="50800" dist="38100" dir="2700000" algn="tl" rotWithShape="0">
              <a:prstClr val="black">
                <a:alpha val="40000"/>
              </a:prstClr>
            </a:outerShdw>
          </a:effectLst>
        </p:spPr>
        <p:txBody>
          <a:bodyPr wrap="square" rtlCol="0">
            <a:spAutoFit/>
          </a:bodyPr>
          <a:lstStyle/>
          <a:p>
            <a:pPr algn="ctr"/>
            <a:r>
              <a:rPr lang="ko-KR" altLang="en-US" sz="5400" dirty="0">
                <a:solidFill>
                  <a:schemeClr val="bg1"/>
                </a:solidFill>
                <a:latin typeface="Malgun Gothic" panose="020B0503020000020004" pitchFamily="50" charset="-127"/>
                <a:ea typeface="HYPMokGak-Bold" pitchFamily="18" charset="-127"/>
              </a:rPr>
              <a:t>사 도 신 경</a:t>
            </a:r>
            <a:endParaRPr lang="ko-KR" altLang="en-US" sz="5400" dirty="0">
              <a:latin typeface="Malgun Gothic" panose="020B0503020000020004" pitchFamily="50" charset="-127"/>
              <a:ea typeface="맑은 고딕" panose="020B0503020000020004" pitchFamily="50" charset="-127"/>
            </a:endParaRPr>
          </a:p>
        </p:txBody>
      </p:sp>
      <p:sp>
        <p:nvSpPr>
          <p:cNvPr id="6" name="TextBox 5"/>
          <p:cNvSpPr txBox="1"/>
          <p:nvPr/>
        </p:nvSpPr>
        <p:spPr>
          <a:xfrm>
            <a:off x="507642" y="1170113"/>
            <a:ext cx="7381848" cy="2213170"/>
          </a:xfrm>
          <a:prstGeom prst="rect">
            <a:avLst/>
          </a:prstGeom>
          <a:noFill/>
          <a:effectLst>
            <a:outerShdw blurRad="50800" dist="38100" dir="2700000" algn="tl" rotWithShape="0">
              <a:prstClr val="black">
                <a:alpha val="40000"/>
              </a:prstClr>
            </a:outerShdw>
          </a:effectLst>
        </p:spPr>
        <p:txBody>
          <a:bodyPr wrap="square" rtlCol="0">
            <a:spAutoFit/>
          </a:bodyPr>
          <a:lstStyle/>
          <a:p>
            <a:pPr eaLnBrk="1" hangingPunct="1">
              <a:lnSpc>
                <a:spcPct val="150000"/>
              </a:lnSpc>
              <a:buFontTx/>
              <a:buNone/>
            </a:pPr>
            <a:r>
              <a:rPr lang="ko-KR" altLang="en-US" sz="3200" dirty="0">
                <a:solidFill>
                  <a:schemeClr val="bg1"/>
                </a:solidFill>
                <a:latin typeface="맑은 고딕" panose="020B0503020000020004" pitchFamily="50" charset="-127"/>
                <a:ea typeface="맑은 고딕" panose="020B0503020000020004" pitchFamily="50" charset="-127"/>
              </a:rPr>
              <a:t>나는 전능하신 </a:t>
            </a:r>
            <a:endParaRPr lang="en-US" altLang="ko-KR" sz="3200" dirty="0">
              <a:solidFill>
                <a:schemeClr val="bg1"/>
              </a:solidFill>
              <a:latin typeface="맑은 고딕" panose="020B0503020000020004" pitchFamily="50" charset="-127"/>
              <a:ea typeface="맑은 고딕" panose="020B0503020000020004" pitchFamily="50" charset="-127"/>
            </a:endParaRPr>
          </a:p>
          <a:p>
            <a:pPr eaLnBrk="1" hangingPunct="1">
              <a:lnSpc>
                <a:spcPct val="150000"/>
              </a:lnSpc>
              <a:buFontTx/>
              <a:buNone/>
            </a:pPr>
            <a:r>
              <a:rPr lang="ko-KR" altLang="en-US" sz="3200" dirty="0">
                <a:solidFill>
                  <a:schemeClr val="bg1"/>
                </a:solidFill>
                <a:latin typeface="맑은 고딕" panose="020B0503020000020004" pitchFamily="50" charset="-127"/>
                <a:ea typeface="맑은 고딕" panose="020B0503020000020004" pitchFamily="50" charset="-127"/>
              </a:rPr>
              <a:t>아버지 하나님</a:t>
            </a:r>
            <a:r>
              <a:rPr lang="en-US" altLang="ko-KR" sz="3200" dirty="0">
                <a:solidFill>
                  <a:schemeClr val="bg1"/>
                </a:solidFill>
                <a:latin typeface="맑은 고딕" panose="020B0503020000020004" pitchFamily="50" charset="-127"/>
                <a:ea typeface="맑은 고딕" panose="020B0503020000020004" pitchFamily="50" charset="-127"/>
              </a:rPr>
              <a:t>, </a:t>
            </a:r>
          </a:p>
          <a:p>
            <a:pPr eaLnBrk="1" hangingPunct="1">
              <a:lnSpc>
                <a:spcPct val="150000"/>
              </a:lnSpc>
              <a:buFontTx/>
              <a:buNone/>
            </a:pPr>
            <a:r>
              <a:rPr lang="ko-KR" altLang="en-US" sz="3200" dirty="0">
                <a:solidFill>
                  <a:schemeClr val="bg1"/>
                </a:solidFill>
                <a:latin typeface="맑은 고딕" panose="020B0503020000020004" pitchFamily="50" charset="-127"/>
                <a:ea typeface="맑은 고딕" panose="020B0503020000020004" pitchFamily="50" charset="-127"/>
              </a:rPr>
              <a:t>천지의 창조주를 믿습니다</a:t>
            </a:r>
            <a:endParaRPr lang="en-US" altLang="ko-KR" sz="3200" dirty="0">
              <a:solidFill>
                <a:schemeClr val="bg1"/>
              </a:solidFill>
              <a:latin typeface="맑은 고딕" panose="020B0503020000020004" pitchFamily="50" charset="-127"/>
              <a:ea typeface="맑은 고딕" panose="020B0503020000020004" pitchFamily="50" charset="-127"/>
            </a:endParaRPr>
          </a:p>
        </p:txBody>
      </p:sp>
      <p:sp>
        <p:nvSpPr>
          <p:cNvPr id="2" name="TextBox 1">
            <a:extLst>
              <a:ext uri="{FF2B5EF4-FFF2-40B4-BE49-F238E27FC236}">
                <a16:creationId xmlns:a16="http://schemas.microsoft.com/office/drawing/2014/main" id="{DF9041F5-0BF1-041E-3C9B-E869DD6BDD1A}"/>
              </a:ext>
            </a:extLst>
          </p:cNvPr>
          <p:cNvSpPr txBox="1"/>
          <p:nvPr/>
        </p:nvSpPr>
        <p:spPr>
          <a:xfrm>
            <a:off x="3810000" y="704300"/>
            <a:ext cx="3180645" cy="400110"/>
          </a:xfrm>
          <a:prstGeom prst="rect">
            <a:avLst/>
          </a:prstGeom>
          <a:noFill/>
          <a:effectLst>
            <a:outerShdw blurRad="50800" dist="38100" dir="2700000" algn="tl" rotWithShape="0">
              <a:prstClr val="black">
                <a:alpha val="40000"/>
              </a:prstClr>
            </a:outerShdw>
          </a:effectLst>
        </p:spPr>
        <p:txBody>
          <a:bodyPr wrap="square">
            <a:spAutoFit/>
          </a:bodyPr>
          <a:lstStyle/>
          <a:p>
            <a:pPr algn="ctr">
              <a:defRPr/>
            </a:pPr>
            <a:r>
              <a:rPr lang="en-US" altLang="ko-KR" sz="2000" dirty="0">
                <a:solidFill>
                  <a:schemeClr val="bg1"/>
                </a:solidFill>
                <a:latin typeface="Malgun Gothic" panose="020B0503020000020004" pitchFamily="50" charset="-127"/>
                <a:ea typeface="맑은 고딕" panose="020B0503020000020004" pitchFamily="50" charset="-127"/>
              </a:rPr>
              <a:t>APOSTLES CREED</a:t>
            </a:r>
            <a:endParaRPr lang="ko-KR" altLang="en-US" sz="2000" dirty="0">
              <a:solidFill>
                <a:schemeClr val="bg1"/>
              </a:solidFill>
              <a:latin typeface="Malgun Gothic" panose="020B0503020000020004" pitchFamily="50" charset="-127"/>
              <a:ea typeface="맑은 고딕" panose="020B0503020000020004" pitchFamily="50" charset="-127"/>
              <a:cs typeface="+mn-cs"/>
            </a:endParaRPr>
          </a:p>
        </p:txBody>
      </p:sp>
      <p:sp>
        <p:nvSpPr>
          <p:cNvPr id="3" name="TextBox 2">
            <a:extLst>
              <a:ext uri="{FF2B5EF4-FFF2-40B4-BE49-F238E27FC236}">
                <a16:creationId xmlns:a16="http://schemas.microsoft.com/office/drawing/2014/main" id="{E9153377-43EA-2933-6FA9-7A97F9EDEC24}"/>
              </a:ext>
            </a:extLst>
          </p:cNvPr>
          <p:cNvSpPr txBox="1"/>
          <p:nvPr/>
        </p:nvSpPr>
        <p:spPr>
          <a:xfrm>
            <a:off x="609600" y="3505862"/>
            <a:ext cx="7381848" cy="1474506"/>
          </a:xfrm>
          <a:prstGeom prst="rect">
            <a:avLst/>
          </a:prstGeom>
          <a:noFill/>
          <a:effectLst>
            <a:outerShdw blurRad="50800" dist="38100" dir="2700000" algn="tl" rotWithShape="0">
              <a:prstClr val="black">
                <a:alpha val="40000"/>
              </a:prstClr>
            </a:outerShdw>
          </a:effectLst>
        </p:spPr>
        <p:txBody>
          <a:bodyPr wrap="square" rtlCol="0">
            <a:spAutoFit/>
          </a:bodyPr>
          <a:lstStyle/>
          <a:p>
            <a:pPr eaLnBrk="1" hangingPunct="1">
              <a:lnSpc>
                <a:spcPct val="150000"/>
              </a:lnSpc>
              <a:buFontTx/>
              <a:buNone/>
            </a:pPr>
            <a:r>
              <a:rPr lang="en-US" altLang="ko-KR" sz="3200" dirty="0">
                <a:solidFill>
                  <a:schemeClr val="bg1"/>
                </a:solidFill>
                <a:latin typeface="맑은 고딕" panose="020B0503020000020004" pitchFamily="50" charset="-127"/>
                <a:ea typeface="맑은 고딕" panose="020B0503020000020004" pitchFamily="50" charset="-127"/>
              </a:rPr>
              <a:t>I believe in God, the Father Almighty, </a:t>
            </a:r>
          </a:p>
          <a:p>
            <a:pPr eaLnBrk="1" hangingPunct="1">
              <a:lnSpc>
                <a:spcPct val="150000"/>
              </a:lnSpc>
              <a:buFontTx/>
              <a:buNone/>
            </a:pPr>
            <a:r>
              <a:rPr lang="en-US" altLang="ko-KR" sz="3200" dirty="0">
                <a:solidFill>
                  <a:schemeClr val="bg1"/>
                </a:solidFill>
                <a:latin typeface="맑은 고딕" panose="020B0503020000020004" pitchFamily="50" charset="-127"/>
                <a:ea typeface="맑은 고딕" panose="020B0503020000020004" pitchFamily="50" charset="-127"/>
              </a:rPr>
              <a:t>Maker of Heaven and Earth</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2" cstate="print">
            <a:alphaModFix amt="80000"/>
            <a:lum/>
          </a:blip>
          <a:srcRect/>
          <a:stretch>
            <a:fillRect t="-2000" r="-52000" b="-100000"/>
          </a:stretch>
        </a:blipFill>
        <a:effectLst/>
      </p:bgPr>
    </p:bg>
    <p:spTree>
      <p:nvGrpSpPr>
        <p:cNvPr id="1" name=""/>
        <p:cNvGrpSpPr/>
        <p:nvPr/>
      </p:nvGrpSpPr>
      <p:grpSpPr>
        <a:xfrm>
          <a:off x="0" y="0"/>
          <a:ext cx="0" cy="0"/>
          <a:chOff x="0" y="0"/>
          <a:chExt cx="0" cy="0"/>
        </a:xfrm>
      </p:grpSpPr>
      <p:sp>
        <p:nvSpPr>
          <p:cNvPr id="7" name="대각선 방향의 모서리가 둥근 사각형 6"/>
          <p:cNvSpPr>
            <a:spLocks noChangeAspect="1"/>
          </p:cNvSpPr>
          <p:nvPr/>
        </p:nvSpPr>
        <p:spPr bwMode="auto">
          <a:xfrm>
            <a:off x="152400" y="133350"/>
            <a:ext cx="8839200" cy="4876800"/>
          </a:xfrm>
          <a:prstGeom prst="round2DiagRect">
            <a:avLst/>
          </a:prstGeom>
          <a:solidFill>
            <a:schemeClr val="tx1">
              <a:alpha val="25000"/>
            </a:schemeClr>
          </a:solidFill>
          <a:ln w="0"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1" hangingPunct="1">
              <a:lnSpc>
                <a:spcPct val="100000"/>
              </a:lnSpc>
              <a:spcBef>
                <a:spcPct val="0"/>
              </a:spcBef>
              <a:spcAft>
                <a:spcPct val="0"/>
              </a:spcAft>
              <a:buClrTx/>
              <a:buSzTx/>
              <a:buFontTx/>
              <a:buNone/>
              <a:tabLst/>
            </a:pPr>
            <a:endParaRPr kumimoji="1" lang="ko-KR" altLang="en-US" sz="24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p:txBody>
      </p:sp>
      <p:sp>
        <p:nvSpPr>
          <p:cNvPr id="6" name="TextBox 5"/>
          <p:cNvSpPr txBox="1"/>
          <p:nvPr/>
        </p:nvSpPr>
        <p:spPr>
          <a:xfrm>
            <a:off x="609600" y="285139"/>
            <a:ext cx="7543800" cy="2213170"/>
          </a:xfrm>
          <a:prstGeom prst="rect">
            <a:avLst/>
          </a:prstGeom>
          <a:noFill/>
          <a:effectLst>
            <a:outerShdw blurRad="50800" dist="38100" dir="2700000" algn="tl" rotWithShape="0">
              <a:prstClr val="black">
                <a:alpha val="40000"/>
              </a:prstClr>
            </a:outerShdw>
          </a:effectLst>
        </p:spPr>
        <p:txBody>
          <a:bodyPr wrap="square" rtlCol="0">
            <a:spAutoFit/>
          </a:bodyPr>
          <a:lstStyle/>
          <a:p>
            <a:pPr eaLnBrk="1" hangingPunct="1">
              <a:lnSpc>
                <a:spcPct val="150000"/>
              </a:lnSpc>
              <a:buFontTx/>
              <a:buNone/>
            </a:pPr>
            <a:r>
              <a:rPr lang="ko-KR" altLang="en-US" sz="3200" dirty="0">
                <a:solidFill>
                  <a:schemeClr val="bg1"/>
                </a:solidFill>
                <a:latin typeface="맑은 고딕" panose="020B0503020000020004" pitchFamily="50" charset="-127"/>
                <a:ea typeface="맑은 고딕" panose="020B0503020000020004" pitchFamily="50" charset="-127"/>
              </a:rPr>
              <a:t>나는 그의 유일하신 아들</a:t>
            </a:r>
            <a:r>
              <a:rPr lang="en-US" altLang="ko-KR" sz="3200" dirty="0">
                <a:solidFill>
                  <a:schemeClr val="bg1"/>
                </a:solidFill>
                <a:latin typeface="맑은 고딕" panose="020B0503020000020004" pitchFamily="50" charset="-127"/>
                <a:ea typeface="맑은 고딕" panose="020B0503020000020004" pitchFamily="50" charset="-127"/>
              </a:rPr>
              <a:t>,</a:t>
            </a:r>
          </a:p>
          <a:p>
            <a:pPr eaLnBrk="1" hangingPunct="1">
              <a:lnSpc>
                <a:spcPct val="150000"/>
              </a:lnSpc>
              <a:buFontTx/>
              <a:buNone/>
            </a:pPr>
            <a:r>
              <a:rPr lang="ko-KR" altLang="en-US" sz="3200" dirty="0">
                <a:solidFill>
                  <a:schemeClr val="bg1"/>
                </a:solidFill>
                <a:latin typeface="맑은 고딕" panose="020B0503020000020004" pitchFamily="50" charset="-127"/>
                <a:ea typeface="맑은 고딕" panose="020B0503020000020004" pitchFamily="50" charset="-127"/>
              </a:rPr>
              <a:t>우리 주 예수 그리스도를</a:t>
            </a:r>
            <a:r>
              <a:rPr lang="en-US" altLang="ko-KR" sz="3200" dirty="0">
                <a:solidFill>
                  <a:schemeClr val="bg1"/>
                </a:solidFill>
                <a:latin typeface="맑은 고딕" panose="020B0503020000020004" pitchFamily="50" charset="-127"/>
                <a:ea typeface="맑은 고딕" panose="020B0503020000020004" pitchFamily="50" charset="-127"/>
              </a:rPr>
              <a:t> </a:t>
            </a:r>
            <a:r>
              <a:rPr lang="ko-KR" altLang="en-US" sz="3200" dirty="0">
                <a:solidFill>
                  <a:schemeClr val="bg1"/>
                </a:solidFill>
                <a:latin typeface="맑은 고딕" panose="020B0503020000020004" pitchFamily="50" charset="-127"/>
                <a:ea typeface="맑은 고딕" panose="020B0503020000020004" pitchFamily="50" charset="-127"/>
              </a:rPr>
              <a:t>믿습니다</a:t>
            </a:r>
            <a:endParaRPr lang="en-US" altLang="ko-KR" sz="3200" dirty="0">
              <a:solidFill>
                <a:schemeClr val="bg1"/>
              </a:solidFill>
              <a:latin typeface="맑은 고딕" panose="020B0503020000020004" pitchFamily="50" charset="-127"/>
              <a:ea typeface="맑은 고딕" panose="020B0503020000020004" pitchFamily="50" charset="-127"/>
            </a:endParaRPr>
          </a:p>
          <a:p>
            <a:pPr eaLnBrk="1" hangingPunct="1">
              <a:lnSpc>
                <a:spcPct val="150000"/>
              </a:lnSpc>
              <a:buFontTx/>
              <a:buNone/>
            </a:pPr>
            <a:r>
              <a:rPr lang="ko-KR" altLang="en-US" sz="3200" dirty="0">
                <a:solidFill>
                  <a:schemeClr val="bg1"/>
                </a:solidFill>
                <a:latin typeface="맑은 고딕" panose="020B0503020000020004" pitchFamily="50" charset="-127"/>
                <a:ea typeface="맑은 고딕" panose="020B0503020000020004" pitchFamily="50" charset="-127"/>
              </a:rPr>
              <a:t>그는 성령으로 잉태되어</a:t>
            </a:r>
            <a:endParaRPr lang="en-US" altLang="ko-KR" sz="3200" dirty="0">
              <a:solidFill>
                <a:schemeClr val="bg1"/>
              </a:solidFill>
              <a:latin typeface="맑은 고딕" panose="020B0503020000020004" pitchFamily="50" charset="-127"/>
              <a:ea typeface="맑은 고딕" panose="020B0503020000020004" pitchFamily="50" charset="-127"/>
            </a:endParaRPr>
          </a:p>
        </p:txBody>
      </p:sp>
      <p:sp>
        <p:nvSpPr>
          <p:cNvPr id="2" name="TextBox 1">
            <a:extLst>
              <a:ext uri="{FF2B5EF4-FFF2-40B4-BE49-F238E27FC236}">
                <a16:creationId xmlns:a16="http://schemas.microsoft.com/office/drawing/2014/main" id="{A5DB29BE-4C5A-F33F-4487-591663E02910}"/>
              </a:ext>
            </a:extLst>
          </p:cNvPr>
          <p:cNvSpPr txBox="1"/>
          <p:nvPr/>
        </p:nvSpPr>
        <p:spPr>
          <a:xfrm>
            <a:off x="609600" y="2724150"/>
            <a:ext cx="7543800" cy="2213170"/>
          </a:xfrm>
          <a:prstGeom prst="rect">
            <a:avLst/>
          </a:prstGeom>
          <a:noFill/>
          <a:effectLst>
            <a:outerShdw blurRad="50800" dist="38100" dir="2700000" algn="tl" rotWithShape="0">
              <a:prstClr val="black">
                <a:alpha val="40000"/>
              </a:prstClr>
            </a:outerShdw>
          </a:effectLst>
        </p:spPr>
        <p:txBody>
          <a:bodyPr wrap="square" rtlCol="0">
            <a:spAutoFit/>
          </a:bodyPr>
          <a:lstStyle/>
          <a:p>
            <a:pPr>
              <a:lnSpc>
                <a:spcPct val="150000"/>
              </a:lnSpc>
            </a:pPr>
            <a:r>
              <a:rPr lang="en-US" altLang="ko-KR" sz="3200" dirty="0">
                <a:solidFill>
                  <a:schemeClr val="bg1"/>
                </a:solidFill>
                <a:latin typeface="Malgun Gothic" panose="020B0503020000020004" pitchFamily="50" charset="-127"/>
                <a:ea typeface="맑은 고딕" panose="020B0503020000020004" pitchFamily="50" charset="-127"/>
              </a:rPr>
              <a:t>And in Jesus Christ, his only Son, </a:t>
            </a:r>
          </a:p>
          <a:p>
            <a:pPr>
              <a:lnSpc>
                <a:spcPct val="150000"/>
              </a:lnSpc>
            </a:pPr>
            <a:r>
              <a:rPr lang="en-US" altLang="ko-KR" sz="3200" dirty="0">
                <a:solidFill>
                  <a:schemeClr val="bg1"/>
                </a:solidFill>
                <a:latin typeface="Malgun Gothic" panose="020B0503020000020004" pitchFamily="50" charset="-127"/>
                <a:ea typeface="맑은 고딕" panose="020B0503020000020004" pitchFamily="50" charset="-127"/>
              </a:rPr>
              <a:t>Our Lord, who was conceived by the Holy Spirit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2" cstate="print">
            <a:alphaModFix amt="80000"/>
            <a:lum/>
          </a:blip>
          <a:srcRect/>
          <a:stretch>
            <a:fillRect t="-2000" r="-52000" b="-100000"/>
          </a:stretch>
        </a:blipFill>
        <a:effectLst/>
      </p:bgPr>
    </p:bg>
    <p:spTree>
      <p:nvGrpSpPr>
        <p:cNvPr id="1" name="">
          <a:extLst>
            <a:ext uri="{FF2B5EF4-FFF2-40B4-BE49-F238E27FC236}">
              <a16:creationId xmlns:a16="http://schemas.microsoft.com/office/drawing/2014/main" id="{C4DD38DD-2396-F562-13BC-F8AE360B5235}"/>
            </a:ext>
          </a:extLst>
        </p:cNvPr>
        <p:cNvGrpSpPr/>
        <p:nvPr/>
      </p:nvGrpSpPr>
      <p:grpSpPr>
        <a:xfrm>
          <a:off x="0" y="0"/>
          <a:ext cx="0" cy="0"/>
          <a:chOff x="0" y="0"/>
          <a:chExt cx="0" cy="0"/>
        </a:xfrm>
      </p:grpSpPr>
      <p:sp>
        <p:nvSpPr>
          <p:cNvPr id="7" name="대각선 방향의 모서리가 둥근 사각형 6">
            <a:extLst>
              <a:ext uri="{FF2B5EF4-FFF2-40B4-BE49-F238E27FC236}">
                <a16:creationId xmlns:a16="http://schemas.microsoft.com/office/drawing/2014/main" id="{19A25368-7879-6B35-4D6B-35B286DF408C}"/>
              </a:ext>
            </a:extLst>
          </p:cNvPr>
          <p:cNvSpPr>
            <a:spLocks noChangeAspect="1"/>
          </p:cNvSpPr>
          <p:nvPr/>
        </p:nvSpPr>
        <p:spPr bwMode="auto">
          <a:xfrm>
            <a:off x="152400" y="133350"/>
            <a:ext cx="8839200" cy="4876800"/>
          </a:xfrm>
          <a:prstGeom prst="round2DiagRect">
            <a:avLst/>
          </a:prstGeom>
          <a:solidFill>
            <a:schemeClr val="tx1">
              <a:alpha val="25000"/>
            </a:schemeClr>
          </a:solidFill>
          <a:ln w="0"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1" hangingPunct="1">
              <a:lnSpc>
                <a:spcPct val="100000"/>
              </a:lnSpc>
              <a:spcBef>
                <a:spcPct val="0"/>
              </a:spcBef>
              <a:spcAft>
                <a:spcPct val="0"/>
              </a:spcAft>
              <a:buClrTx/>
              <a:buSzTx/>
              <a:buFontTx/>
              <a:buNone/>
              <a:tabLst/>
            </a:pPr>
            <a:endParaRPr kumimoji="1" lang="ko-KR" altLang="en-US" sz="24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p:txBody>
      </p:sp>
      <p:sp>
        <p:nvSpPr>
          <p:cNvPr id="6" name="TextBox 5">
            <a:extLst>
              <a:ext uri="{FF2B5EF4-FFF2-40B4-BE49-F238E27FC236}">
                <a16:creationId xmlns:a16="http://schemas.microsoft.com/office/drawing/2014/main" id="{379CB508-1500-E307-E590-B9FB673C32CD}"/>
              </a:ext>
            </a:extLst>
          </p:cNvPr>
          <p:cNvSpPr txBox="1"/>
          <p:nvPr/>
        </p:nvSpPr>
        <p:spPr>
          <a:xfrm>
            <a:off x="609600" y="285750"/>
            <a:ext cx="7543800" cy="2213170"/>
          </a:xfrm>
          <a:prstGeom prst="rect">
            <a:avLst/>
          </a:prstGeom>
          <a:noFill/>
          <a:effectLst>
            <a:outerShdw blurRad="50800" dist="38100" dir="2700000" algn="tl" rotWithShape="0">
              <a:prstClr val="black">
                <a:alpha val="40000"/>
              </a:prstClr>
            </a:outerShdw>
          </a:effectLst>
        </p:spPr>
        <p:txBody>
          <a:bodyPr wrap="square" rtlCol="0">
            <a:spAutoFit/>
          </a:bodyPr>
          <a:lstStyle/>
          <a:p>
            <a:pPr eaLnBrk="1" hangingPunct="1">
              <a:lnSpc>
                <a:spcPct val="150000"/>
              </a:lnSpc>
              <a:buFontTx/>
              <a:buNone/>
            </a:pPr>
            <a:r>
              <a:rPr lang="ko-KR" altLang="en-US" sz="3200" dirty="0">
                <a:solidFill>
                  <a:schemeClr val="bg1"/>
                </a:solidFill>
                <a:latin typeface="맑은 고딕" panose="020B0503020000020004" pitchFamily="50" charset="-127"/>
                <a:ea typeface="맑은 고딕" panose="020B0503020000020004" pitchFamily="50" charset="-127"/>
              </a:rPr>
              <a:t>동정녀 마리아에게서 나시고</a:t>
            </a:r>
            <a:r>
              <a:rPr lang="en-US" altLang="ko-KR" sz="3200" dirty="0">
                <a:solidFill>
                  <a:schemeClr val="bg1"/>
                </a:solidFill>
                <a:latin typeface="맑은 고딕" panose="020B0503020000020004" pitchFamily="50" charset="-127"/>
                <a:ea typeface="맑은 고딕" panose="020B0503020000020004" pitchFamily="50" charset="-127"/>
              </a:rPr>
              <a:t>,</a:t>
            </a:r>
          </a:p>
          <a:p>
            <a:pPr eaLnBrk="1" hangingPunct="1">
              <a:lnSpc>
                <a:spcPct val="150000"/>
              </a:lnSpc>
              <a:buFontTx/>
              <a:buNone/>
            </a:pPr>
            <a:r>
              <a:rPr lang="ko-KR" altLang="en-US" sz="3200" dirty="0" err="1">
                <a:solidFill>
                  <a:schemeClr val="bg1"/>
                </a:solidFill>
                <a:latin typeface="맑은 고딕" panose="020B0503020000020004" pitchFamily="50" charset="-127"/>
                <a:ea typeface="맑은 고딕" panose="020B0503020000020004" pitchFamily="50" charset="-127"/>
              </a:rPr>
              <a:t>본디오</a:t>
            </a:r>
            <a:r>
              <a:rPr lang="ko-KR" altLang="en-US" sz="3200" dirty="0">
                <a:solidFill>
                  <a:schemeClr val="bg1"/>
                </a:solidFill>
                <a:latin typeface="맑은 고딕" panose="020B0503020000020004" pitchFamily="50" charset="-127"/>
                <a:ea typeface="맑은 고딕" panose="020B0503020000020004" pitchFamily="50" charset="-127"/>
              </a:rPr>
              <a:t> </a:t>
            </a:r>
            <a:r>
              <a:rPr lang="ko-KR" altLang="en-US" sz="3200" dirty="0" err="1">
                <a:solidFill>
                  <a:schemeClr val="bg1"/>
                </a:solidFill>
                <a:latin typeface="맑은 고딕" panose="020B0503020000020004" pitchFamily="50" charset="-127"/>
                <a:ea typeface="맑은 고딕" panose="020B0503020000020004" pitchFamily="50" charset="-127"/>
              </a:rPr>
              <a:t>빌라도에게</a:t>
            </a:r>
            <a:r>
              <a:rPr lang="ko-KR" altLang="en-US" sz="3200" dirty="0">
                <a:solidFill>
                  <a:schemeClr val="bg1"/>
                </a:solidFill>
                <a:latin typeface="맑은 고딕" panose="020B0503020000020004" pitchFamily="50" charset="-127"/>
                <a:ea typeface="맑은 고딕" panose="020B0503020000020004" pitchFamily="50" charset="-127"/>
              </a:rPr>
              <a:t> 고난을 받아</a:t>
            </a:r>
            <a:endParaRPr lang="en-US" altLang="ko-KR" sz="3200" dirty="0">
              <a:solidFill>
                <a:schemeClr val="bg1"/>
              </a:solidFill>
              <a:latin typeface="맑은 고딕" panose="020B0503020000020004" pitchFamily="50" charset="-127"/>
              <a:ea typeface="맑은 고딕" panose="020B0503020000020004" pitchFamily="50" charset="-127"/>
            </a:endParaRPr>
          </a:p>
          <a:p>
            <a:pPr eaLnBrk="1" hangingPunct="1">
              <a:lnSpc>
                <a:spcPct val="150000"/>
              </a:lnSpc>
              <a:buFontTx/>
              <a:buNone/>
            </a:pPr>
            <a:r>
              <a:rPr lang="ko-KR" altLang="en-US" sz="3200" dirty="0">
                <a:solidFill>
                  <a:schemeClr val="bg1"/>
                </a:solidFill>
                <a:latin typeface="맑은 고딕" panose="020B0503020000020004" pitchFamily="50" charset="-127"/>
                <a:ea typeface="맑은 고딕" panose="020B0503020000020004" pitchFamily="50" charset="-127"/>
              </a:rPr>
              <a:t>십자가에 못 박혀 죽으시고</a:t>
            </a:r>
            <a:r>
              <a:rPr lang="en-US" altLang="ko-KR" sz="3200" dirty="0">
                <a:solidFill>
                  <a:schemeClr val="bg1"/>
                </a:solidFill>
                <a:latin typeface="맑은 고딕" panose="020B0503020000020004" pitchFamily="50" charset="-127"/>
                <a:ea typeface="맑은 고딕" panose="020B0503020000020004" pitchFamily="50" charset="-127"/>
              </a:rPr>
              <a:t>,</a:t>
            </a:r>
          </a:p>
        </p:txBody>
      </p:sp>
      <p:sp>
        <p:nvSpPr>
          <p:cNvPr id="2" name="TextBox 1">
            <a:extLst>
              <a:ext uri="{FF2B5EF4-FFF2-40B4-BE49-F238E27FC236}">
                <a16:creationId xmlns:a16="http://schemas.microsoft.com/office/drawing/2014/main" id="{343E31D5-9B1D-6A42-F9D2-88922619E4C9}"/>
              </a:ext>
            </a:extLst>
          </p:cNvPr>
          <p:cNvSpPr txBox="1"/>
          <p:nvPr/>
        </p:nvSpPr>
        <p:spPr>
          <a:xfrm>
            <a:off x="685800" y="2651320"/>
            <a:ext cx="7543800" cy="2213170"/>
          </a:xfrm>
          <a:prstGeom prst="rect">
            <a:avLst/>
          </a:prstGeom>
          <a:noFill/>
          <a:effectLst>
            <a:outerShdw blurRad="50800" dist="38100" dir="2700000" algn="tl" rotWithShape="0">
              <a:prstClr val="black">
                <a:alpha val="40000"/>
              </a:prstClr>
            </a:outerShdw>
          </a:effectLst>
        </p:spPr>
        <p:txBody>
          <a:bodyPr wrap="square" rtlCol="0">
            <a:spAutoFit/>
          </a:bodyPr>
          <a:lstStyle/>
          <a:p>
            <a:pPr eaLnBrk="1" hangingPunct="1">
              <a:lnSpc>
                <a:spcPct val="150000"/>
              </a:lnSpc>
              <a:buFontTx/>
              <a:buNone/>
            </a:pPr>
            <a:r>
              <a:rPr lang="en-US" altLang="ko-KR" sz="3200" dirty="0">
                <a:solidFill>
                  <a:schemeClr val="bg1"/>
                </a:solidFill>
                <a:latin typeface="Malgun Gothic" panose="020B0503020000020004" pitchFamily="50" charset="-127"/>
                <a:ea typeface="맑은 고딕" panose="020B0503020000020004" pitchFamily="50" charset="-127"/>
              </a:rPr>
              <a:t>Born of the Virgin Mary,</a:t>
            </a:r>
          </a:p>
          <a:p>
            <a:pPr>
              <a:lnSpc>
                <a:spcPct val="150000"/>
              </a:lnSpc>
            </a:pPr>
            <a:r>
              <a:rPr lang="en-US" altLang="ko-KR" sz="3200" dirty="0">
                <a:solidFill>
                  <a:schemeClr val="bg1"/>
                </a:solidFill>
                <a:latin typeface="Malgun Gothic" panose="020B0503020000020004" pitchFamily="50" charset="-127"/>
                <a:ea typeface="맑은 고딕" panose="020B0503020000020004" pitchFamily="50" charset="-127"/>
              </a:rPr>
              <a:t>Suffered Pontius Pilate, </a:t>
            </a:r>
          </a:p>
          <a:p>
            <a:pPr>
              <a:lnSpc>
                <a:spcPct val="150000"/>
              </a:lnSpc>
            </a:pPr>
            <a:r>
              <a:rPr lang="en-US" altLang="ko-KR" sz="3200" dirty="0">
                <a:solidFill>
                  <a:schemeClr val="bg1"/>
                </a:solidFill>
                <a:latin typeface="Malgun Gothic" panose="020B0503020000020004" pitchFamily="50" charset="-127"/>
                <a:ea typeface="맑은 고딕" panose="020B0503020000020004" pitchFamily="50" charset="-127"/>
              </a:rPr>
              <a:t>Was crucified, died, and buried</a:t>
            </a:r>
          </a:p>
        </p:txBody>
      </p:sp>
    </p:spTree>
    <p:extLst>
      <p:ext uri="{BB962C8B-B14F-4D97-AF65-F5344CB8AC3E}">
        <p14:creationId xmlns:p14="http://schemas.microsoft.com/office/powerpoint/2010/main" val="35745363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2" cstate="print">
            <a:alphaModFix amt="80000"/>
            <a:lum/>
          </a:blip>
          <a:srcRect/>
          <a:stretch>
            <a:fillRect t="-2000" r="-52000" b="-100000"/>
          </a:stretch>
        </a:blipFill>
        <a:effectLst/>
      </p:bgPr>
    </p:bg>
    <p:spTree>
      <p:nvGrpSpPr>
        <p:cNvPr id="1" name="">
          <a:extLst>
            <a:ext uri="{FF2B5EF4-FFF2-40B4-BE49-F238E27FC236}">
              <a16:creationId xmlns:a16="http://schemas.microsoft.com/office/drawing/2014/main" id="{A1A6BFCF-0362-A205-4BBC-226EEEB66BD0}"/>
            </a:ext>
          </a:extLst>
        </p:cNvPr>
        <p:cNvGrpSpPr/>
        <p:nvPr/>
      </p:nvGrpSpPr>
      <p:grpSpPr>
        <a:xfrm>
          <a:off x="0" y="0"/>
          <a:ext cx="0" cy="0"/>
          <a:chOff x="0" y="0"/>
          <a:chExt cx="0" cy="0"/>
        </a:xfrm>
      </p:grpSpPr>
      <p:sp>
        <p:nvSpPr>
          <p:cNvPr id="7" name="대각선 방향의 모서리가 둥근 사각형 6">
            <a:extLst>
              <a:ext uri="{FF2B5EF4-FFF2-40B4-BE49-F238E27FC236}">
                <a16:creationId xmlns:a16="http://schemas.microsoft.com/office/drawing/2014/main" id="{9CC4E733-17A0-080B-F966-BFB6F08B5C73}"/>
              </a:ext>
            </a:extLst>
          </p:cNvPr>
          <p:cNvSpPr>
            <a:spLocks noChangeAspect="1"/>
          </p:cNvSpPr>
          <p:nvPr/>
        </p:nvSpPr>
        <p:spPr bwMode="auto">
          <a:xfrm>
            <a:off x="152400" y="133350"/>
            <a:ext cx="8839200" cy="4876800"/>
          </a:xfrm>
          <a:prstGeom prst="round2DiagRect">
            <a:avLst/>
          </a:prstGeom>
          <a:solidFill>
            <a:schemeClr val="tx1">
              <a:alpha val="25000"/>
            </a:schemeClr>
          </a:solidFill>
          <a:ln w="0"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1" hangingPunct="1">
              <a:lnSpc>
                <a:spcPct val="100000"/>
              </a:lnSpc>
              <a:spcBef>
                <a:spcPct val="0"/>
              </a:spcBef>
              <a:spcAft>
                <a:spcPct val="0"/>
              </a:spcAft>
              <a:buClrTx/>
              <a:buSzTx/>
              <a:buFontTx/>
              <a:buNone/>
              <a:tabLst/>
            </a:pPr>
            <a:endParaRPr kumimoji="1" lang="ko-KR" altLang="en-US" sz="24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p:txBody>
      </p:sp>
      <p:sp>
        <p:nvSpPr>
          <p:cNvPr id="6" name="TextBox 5">
            <a:extLst>
              <a:ext uri="{FF2B5EF4-FFF2-40B4-BE49-F238E27FC236}">
                <a16:creationId xmlns:a16="http://schemas.microsoft.com/office/drawing/2014/main" id="{D5B74DE2-29A6-B5AE-970B-D37D3976A43D}"/>
              </a:ext>
            </a:extLst>
          </p:cNvPr>
          <p:cNvSpPr txBox="1"/>
          <p:nvPr/>
        </p:nvSpPr>
        <p:spPr>
          <a:xfrm>
            <a:off x="609600" y="294203"/>
            <a:ext cx="6477000" cy="2213170"/>
          </a:xfrm>
          <a:prstGeom prst="rect">
            <a:avLst/>
          </a:prstGeom>
          <a:noFill/>
          <a:effectLst>
            <a:outerShdw blurRad="50800" dist="38100" dir="2700000" algn="tl" rotWithShape="0">
              <a:prstClr val="black">
                <a:alpha val="40000"/>
              </a:prstClr>
            </a:outerShdw>
          </a:effectLst>
        </p:spPr>
        <p:txBody>
          <a:bodyPr wrap="square" rtlCol="0">
            <a:spAutoFit/>
          </a:bodyPr>
          <a:lstStyle/>
          <a:p>
            <a:pPr eaLnBrk="1" hangingPunct="1">
              <a:lnSpc>
                <a:spcPct val="150000"/>
              </a:lnSpc>
              <a:buFontTx/>
              <a:buNone/>
            </a:pPr>
            <a:r>
              <a:rPr lang="ko-KR" altLang="en-US" sz="3200" dirty="0">
                <a:solidFill>
                  <a:schemeClr val="bg1"/>
                </a:solidFill>
                <a:latin typeface="맑은 고딕" panose="020B0503020000020004" pitchFamily="50" charset="-127"/>
                <a:ea typeface="맑은 고딕" panose="020B0503020000020004" pitchFamily="50" charset="-127"/>
              </a:rPr>
              <a:t>장사된 지 사흘 만에</a:t>
            </a:r>
            <a:endParaRPr lang="en-US" altLang="ko-KR" sz="3200" dirty="0">
              <a:solidFill>
                <a:schemeClr val="bg1"/>
              </a:solidFill>
              <a:latin typeface="맑은 고딕" panose="020B0503020000020004" pitchFamily="50" charset="-127"/>
              <a:ea typeface="맑은 고딕" panose="020B0503020000020004" pitchFamily="50" charset="-127"/>
            </a:endParaRPr>
          </a:p>
          <a:p>
            <a:pPr eaLnBrk="1" hangingPunct="1">
              <a:lnSpc>
                <a:spcPct val="150000"/>
              </a:lnSpc>
              <a:buFontTx/>
              <a:buNone/>
            </a:pPr>
            <a:r>
              <a:rPr lang="ko-KR" altLang="en-US" sz="3200" dirty="0">
                <a:solidFill>
                  <a:schemeClr val="bg1"/>
                </a:solidFill>
                <a:latin typeface="맑은 고딕" panose="020B0503020000020004" pitchFamily="50" charset="-127"/>
                <a:ea typeface="맑은 고딕" panose="020B0503020000020004" pitchFamily="50" charset="-127"/>
              </a:rPr>
              <a:t>죽은 자 가운데서 </a:t>
            </a:r>
            <a:endParaRPr lang="en-US" altLang="ko-KR" sz="3200" dirty="0">
              <a:solidFill>
                <a:schemeClr val="bg1"/>
              </a:solidFill>
              <a:latin typeface="맑은 고딕" panose="020B0503020000020004" pitchFamily="50" charset="-127"/>
              <a:ea typeface="맑은 고딕" panose="020B0503020000020004" pitchFamily="50" charset="-127"/>
            </a:endParaRPr>
          </a:p>
          <a:p>
            <a:pPr eaLnBrk="1" hangingPunct="1">
              <a:lnSpc>
                <a:spcPct val="150000"/>
              </a:lnSpc>
              <a:buFontTx/>
              <a:buNone/>
            </a:pPr>
            <a:r>
              <a:rPr lang="ko-KR" altLang="en-US" sz="3200" dirty="0">
                <a:solidFill>
                  <a:schemeClr val="bg1"/>
                </a:solidFill>
                <a:latin typeface="맑은 고딕" panose="020B0503020000020004" pitchFamily="50" charset="-127"/>
                <a:ea typeface="맑은 고딕" panose="020B0503020000020004" pitchFamily="50" charset="-127"/>
              </a:rPr>
              <a:t>다시 살아나셨으며</a:t>
            </a:r>
            <a:r>
              <a:rPr lang="en-US" altLang="ko-KR" sz="3200" dirty="0">
                <a:solidFill>
                  <a:schemeClr val="bg1"/>
                </a:solidFill>
                <a:latin typeface="맑은 고딕" panose="020B0503020000020004" pitchFamily="50" charset="-127"/>
                <a:ea typeface="맑은 고딕" panose="020B0503020000020004" pitchFamily="50" charset="-127"/>
              </a:rPr>
              <a:t>,</a:t>
            </a:r>
          </a:p>
        </p:txBody>
      </p:sp>
      <p:sp>
        <p:nvSpPr>
          <p:cNvPr id="2" name="TextBox 1">
            <a:extLst>
              <a:ext uri="{FF2B5EF4-FFF2-40B4-BE49-F238E27FC236}">
                <a16:creationId xmlns:a16="http://schemas.microsoft.com/office/drawing/2014/main" id="{86079091-F514-1F56-16C9-0FADE283CB8B}"/>
              </a:ext>
            </a:extLst>
          </p:cNvPr>
          <p:cNvSpPr txBox="1"/>
          <p:nvPr/>
        </p:nvSpPr>
        <p:spPr>
          <a:xfrm>
            <a:off x="628816" y="2674355"/>
            <a:ext cx="6477000" cy="2213170"/>
          </a:xfrm>
          <a:prstGeom prst="rect">
            <a:avLst/>
          </a:prstGeom>
          <a:noFill/>
          <a:effectLst>
            <a:outerShdw blurRad="50800" dist="38100" dir="2700000" algn="tl" rotWithShape="0">
              <a:prstClr val="black">
                <a:alpha val="40000"/>
              </a:prstClr>
            </a:outerShdw>
          </a:effectLst>
        </p:spPr>
        <p:txBody>
          <a:bodyPr wrap="square" rtlCol="0">
            <a:spAutoFit/>
          </a:bodyPr>
          <a:lstStyle/>
          <a:p>
            <a:pPr>
              <a:lnSpc>
                <a:spcPct val="150000"/>
              </a:lnSpc>
            </a:pPr>
            <a:r>
              <a:rPr lang="en-US" altLang="ko-KR" sz="3200" dirty="0">
                <a:solidFill>
                  <a:schemeClr val="bg1"/>
                </a:solidFill>
                <a:latin typeface="Malgun Gothic" panose="020B0503020000020004" pitchFamily="50" charset="-127"/>
                <a:ea typeface="맑은 고딕" panose="020B0503020000020004" pitchFamily="50" charset="-127"/>
              </a:rPr>
              <a:t>He descended into hell; </a:t>
            </a:r>
          </a:p>
          <a:p>
            <a:pPr>
              <a:lnSpc>
                <a:spcPct val="150000"/>
              </a:lnSpc>
            </a:pPr>
            <a:r>
              <a:rPr lang="en-US" altLang="ko-KR" sz="3200" dirty="0">
                <a:solidFill>
                  <a:schemeClr val="bg1"/>
                </a:solidFill>
                <a:latin typeface="Malgun Gothic" panose="020B0503020000020004" pitchFamily="50" charset="-127"/>
                <a:ea typeface="맑은 고딕" panose="020B0503020000020004" pitchFamily="50" charset="-127"/>
              </a:rPr>
              <a:t>On the third day he rose again</a:t>
            </a:r>
          </a:p>
          <a:p>
            <a:pPr>
              <a:lnSpc>
                <a:spcPct val="150000"/>
              </a:lnSpc>
            </a:pPr>
            <a:r>
              <a:rPr lang="en-US" altLang="ko-KR" sz="3200" dirty="0">
                <a:solidFill>
                  <a:schemeClr val="bg1"/>
                </a:solidFill>
                <a:latin typeface="Malgun Gothic" panose="020B0503020000020004" pitchFamily="50" charset="-127"/>
                <a:ea typeface="맑은 고딕" panose="020B0503020000020004" pitchFamily="50" charset="-127"/>
              </a:rPr>
              <a:t>From the dead</a:t>
            </a:r>
          </a:p>
        </p:txBody>
      </p:sp>
    </p:spTree>
    <p:extLst>
      <p:ext uri="{BB962C8B-B14F-4D97-AF65-F5344CB8AC3E}">
        <p14:creationId xmlns:p14="http://schemas.microsoft.com/office/powerpoint/2010/main" val="15203843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2" cstate="print">
            <a:alphaModFix amt="80000"/>
            <a:lum/>
          </a:blip>
          <a:srcRect/>
          <a:stretch>
            <a:fillRect t="-2000" r="-52000" b="-100000"/>
          </a:stretch>
        </a:blipFill>
        <a:effectLst/>
      </p:bgPr>
    </p:bg>
    <p:spTree>
      <p:nvGrpSpPr>
        <p:cNvPr id="1" name=""/>
        <p:cNvGrpSpPr/>
        <p:nvPr/>
      </p:nvGrpSpPr>
      <p:grpSpPr>
        <a:xfrm>
          <a:off x="0" y="0"/>
          <a:ext cx="0" cy="0"/>
          <a:chOff x="0" y="0"/>
          <a:chExt cx="0" cy="0"/>
        </a:xfrm>
      </p:grpSpPr>
      <p:sp>
        <p:nvSpPr>
          <p:cNvPr id="7" name="대각선 방향의 모서리가 둥근 사각형 6"/>
          <p:cNvSpPr>
            <a:spLocks noChangeAspect="1"/>
          </p:cNvSpPr>
          <p:nvPr/>
        </p:nvSpPr>
        <p:spPr bwMode="auto">
          <a:xfrm>
            <a:off x="152400" y="133350"/>
            <a:ext cx="8839200" cy="4876800"/>
          </a:xfrm>
          <a:prstGeom prst="round2DiagRect">
            <a:avLst/>
          </a:prstGeom>
          <a:solidFill>
            <a:schemeClr val="tx1">
              <a:alpha val="25000"/>
            </a:schemeClr>
          </a:solidFill>
          <a:ln w="0"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1" hangingPunct="1">
              <a:lnSpc>
                <a:spcPct val="100000"/>
              </a:lnSpc>
              <a:spcBef>
                <a:spcPct val="0"/>
              </a:spcBef>
              <a:spcAft>
                <a:spcPct val="0"/>
              </a:spcAft>
              <a:buClrTx/>
              <a:buSzTx/>
              <a:buFontTx/>
              <a:buNone/>
              <a:tabLst/>
            </a:pPr>
            <a:endParaRPr kumimoji="1" lang="ko-KR" altLang="en-US" sz="24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p:txBody>
      </p:sp>
      <p:sp>
        <p:nvSpPr>
          <p:cNvPr id="6" name="TextBox 5"/>
          <p:cNvSpPr txBox="1"/>
          <p:nvPr/>
        </p:nvSpPr>
        <p:spPr>
          <a:xfrm>
            <a:off x="609600" y="294203"/>
            <a:ext cx="6477000" cy="2213170"/>
          </a:xfrm>
          <a:prstGeom prst="rect">
            <a:avLst/>
          </a:prstGeom>
          <a:noFill/>
          <a:effectLst>
            <a:outerShdw blurRad="50800" dist="38100" dir="2700000" algn="tl" rotWithShape="0">
              <a:prstClr val="black">
                <a:alpha val="40000"/>
              </a:prstClr>
            </a:outerShdw>
          </a:effectLst>
        </p:spPr>
        <p:txBody>
          <a:bodyPr wrap="square" rtlCol="0">
            <a:spAutoFit/>
          </a:bodyPr>
          <a:lstStyle/>
          <a:p>
            <a:pPr eaLnBrk="1" hangingPunct="1">
              <a:lnSpc>
                <a:spcPct val="150000"/>
              </a:lnSpc>
              <a:buFontTx/>
              <a:buNone/>
            </a:pPr>
            <a:r>
              <a:rPr lang="ko-KR" altLang="en-US" sz="3200" dirty="0">
                <a:solidFill>
                  <a:schemeClr val="bg1"/>
                </a:solidFill>
                <a:latin typeface="맑은 고딕" panose="020B0503020000020004" pitchFamily="50" charset="-127"/>
                <a:ea typeface="맑은 고딕" panose="020B0503020000020004" pitchFamily="50" charset="-127"/>
              </a:rPr>
              <a:t>하늘에 오르시어 전능하신</a:t>
            </a:r>
            <a:endParaRPr lang="en-US" altLang="ko-KR" sz="3200" dirty="0">
              <a:solidFill>
                <a:schemeClr val="bg1"/>
              </a:solidFill>
              <a:latin typeface="맑은 고딕" panose="020B0503020000020004" pitchFamily="50" charset="-127"/>
              <a:ea typeface="맑은 고딕" panose="020B0503020000020004" pitchFamily="50" charset="-127"/>
            </a:endParaRPr>
          </a:p>
          <a:p>
            <a:pPr eaLnBrk="1" hangingPunct="1">
              <a:lnSpc>
                <a:spcPct val="150000"/>
              </a:lnSpc>
              <a:buFontTx/>
              <a:buNone/>
            </a:pPr>
            <a:r>
              <a:rPr lang="ko-KR" altLang="en-US" sz="3200" dirty="0">
                <a:solidFill>
                  <a:schemeClr val="bg1"/>
                </a:solidFill>
                <a:latin typeface="맑은 고딕" panose="020B0503020000020004" pitchFamily="50" charset="-127"/>
                <a:ea typeface="맑은 고딕" panose="020B0503020000020004" pitchFamily="50" charset="-127"/>
              </a:rPr>
              <a:t>아버지 하나님 우편에</a:t>
            </a:r>
            <a:endParaRPr lang="en-US" altLang="ko-KR" sz="3200" dirty="0">
              <a:solidFill>
                <a:schemeClr val="bg1"/>
              </a:solidFill>
              <a:latin typeface="맑은 고딕" panose="020B0503020000020004" pitchFamily="50" charset="-127"/>
              <a:ea typeface="맑은 고딕" panose="020B0503020000020004" pitchFamily="50" charset="-127"/>
            </a:endParaRPr>
          </a:p>
          <a:p>
            <a:pPr eaLnBrk="1" hangingPunct="1">
              <a:lnSpc>
                <a:spcPct val="150000"/>
              </a:lnSpc>
              <a:buFontTx/>
              <a:buNone/>
            </a:pPr>
            <a:r>
              <a:rPr lang="ko-KR" altLang="en-US" sz="3200" dirty="0">
                <a:solidFill>
                  <a:schemeClr val="bg1"/>
                </a:solidFill>
                <a:latin typeface="맑은 고딕" panose="020B0503020000020004" pitchFamily="50" charset="-127"/>
                <a:ea typeface="맑은 고딕" panose="020B0503020000020004" pitchFamily="50" charset="-127"/>
              </a:rPr>
              <a:t>앉아 계시다가</a:t>
            </a:r>
            <a:r>
              <a:rPr lang="en-US" altLang="ko-KR" sz="3200" dirty="0">
                <a:solidFill>
                  <a:schemeClr val="bg1"/>
                </a:solidFill>
                <a:latin typeface="맑은 고딕" panose="020B0503020000020004" pitchFamily="50" charset="-127"/>
                <a:ea typeface="맑은 고딕" panose="020B0503020000020004" pitchFamily="50" charset="-127"/>
              </a:rPr>
              <a:t>,</a:t>
            </a:r>
          </a:p>
        </p:txBody>
      </p:sp>
      <p:sp>
        <p:nvSpPr>
          <p:cNvPr id="2" name="TextBox 1">
            <a:extLst>
              <a:ext uri="{FF2B5EF4-FFF2-40B4-BE49-F238E27FC236}">
                <a16:creationId xmlns:a16="http://schemas.microsoft.com/office/drawing/2014/main" id="{105AE26A-F002-A6DF-CF7C-C915B25B349D}"/>
              </a:ext>
            </a:extLst>
          </p:cNvPr>
          <p:cNvSpPr txBox="1"/>
          <p:nvPr/>
        </p:nvSpPr>
        <p:spPr>
          <a:xfrm>
            <a:off x="685800" y="2670379"/>
            <a:ext cx="6477000" cy="2213170"/>
          </a:xfrm>
          <a:prstGeom prst="rect">
            <a:avLst/>
          </a:prstGeom>
          <a:noFill/>
          <a:effectLst>
            <a:outerShdw blurRad="50800" dist="38100" dir="2700000" algn="tl" rotWithShape="0">
              <a:prstClr val="black">
                <a:alpha val="40000"/>
              </a:prstClr>
            </a:outerShdw>
          </a:effectLst>
        </p:spPr>
        <p:txBody>
          <a:bodyPr wrap="square" rtlCol="0">
            <a:spAutoFit/>
          </a:bodyPr>
          <a:lstStyle/>
          <a:p>
            <a:pPr eaLnBrk="1" hangingPunct="1">
              <a:lnSpc>
                <a:spcPct val="150000"/>
              </a:lnSpc>
              <a:buFontTx/>
              <a:buNone/>
            </a:pPr>
            <a:r>
              <a:rPr lang="en-US" altLang="ko-KR" sz="3200" dirty="0">
                <a:solidFill>
                  <a:schemeClr val="bg1"/>
                </a:solidFill>
                <a:latin typeface="Malgun Gothic" panose="020B0503020000020004" pitchFamily="50" charset="-127"/>
                <a:ea typeface="맑은 고딕" panose="020B0503020000020004" pitchFamily="50" charset="-127"/>
              </a:rPr>
              <a:t>He ascended into heaven,</a:t>
            </a:r>
          </a:p>
          <a:p>
            <a:pPr eaLnBrk="1" hangingPunct="1">
              <a:lnSpc>
                <a:spcPct val="150000"/>
              </a:lnSpc>
              <a:buFontTx/>
              <a:buNone/>
            </a:pPr>
            <a:r>
              <a:rPr lang="en-US" altLang="ko-KR" sz="3200" dirty="0">
                <a:solidFill>
                  <a:schemeClr val="bg1"/>
                </a:solidFill>
                <a:latin typeface="Malgun Gothic" panose="020B0503020000020004" pitchFamily="50" charset="-127"/>
                <a:ea typeface="맑은 고딕" panose="020B0503020000020004" pitchFamily="50" charset="-127"/>
              </a:rPr>
              <a:t>And was seated at the right hand of God the Father Almighty</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2" cstate="print">
            <a:alphaModFix amt="80000"/>
            <a:lum/>
          </a:blip>
          <a:srcRect/>
          <a:stretch>
            <a:fillRect t="-2000" r="-52000" b="-100000"/>
          </a:stretch>
        </a:blipFill>
        <a:effectLst/>
      </p:bgPr>
    </p:bg>
    <p:spTree>
      <p:nvGrpSpPr>
        <p:cNvPr id="1" name=""/>
        <p:cNvGrpSpPr/>
        <p:nvPr/>
      </p:nvGrpSpPr>
      <p:grpSpPr>
        <a:xfrm>
          <a:off x="0" y="0"/>
          <a:ext cx="0" cy="0"/>
          <a:chOff x="0" y="0"/>
          <a:chExt cx="0" cy="0"/>
        </a:xfrm>
      </p:grpSpPr>
      <p:sp>
        <p:nvSpPr>
          <p:cNvPr id="7" name="대각선 방향의 모서리가 둥근 사각형 6"/>
          <p:cNvSpPr>
            <a:spLocks noChangeAspect="1"/>
          </p:cNvSpPr>
          <p:nvPr/>
        </p:nvSpPr>
        <p:spPr bwMode="auto">
          <a:xfrm>
            <a:off x="152400" y="133350"/>
            <a:ext cx="8839200" cy="4876800"/>
          </a:xfrm>
          <a:prstGeom prst="round2DiagRect">
            <a:avLst/>
          </a:prstGeom>
          <a:solidFill>
            <a:schemeClr val="tx1">
              <a:alpha val="25000"/>
            </a:schemeClr>
          </a:solidFill>
          <a:ln w="0"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1" hangingPunct="1">
              <a:lnSpc>
                <a:spcPct val="100000"/>
              </a:lnSpc>
              <a:spcBef>
                <a:spcPct val="0"/>
              </a:spcBef>
              <a:spcAft>
                <a:spcPct val="0"/>
              </a:spcAft>
              <a:buClrTx/>
              <a:buSzTx/>
              <a:buFontTx/>
              <a:buNone/>
              <a:tabLst/>
            </a:pPr>
            <a:endParaRPr kumimoji="1" lang="ko-KR" altLang="en-US" sz="24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p:txBody>
      </p:sp>
      <p:sp>
        <p:nvSpPr>
          <p:cNvPr id="6" name="TextBox 5"/>
          <p:cNvSpPr txBox="1"/>
          <p:nvPr/>
        </p:nvSpPr>
        <p:spPr>
          <a:xfrm>
            <a:off x="647700" y="514350"/>
            <a:ext cx="7848600" cy="1474506"/>
          </a:xfrm>
          <a:prstGeom prst="rect">
            <a:avLst/>
          </a:prstGeom>
          <a:noFill/>
          <a:effectLst>
            <a:outerShdw blurRad="50800" dist="38100" dir="2700000" algn="tl" rotWithShape="0">
              <a:prstClr val="black">
                <a:alpha val="40000"/>
              </a:prstClr>
            </a:outerShdw>
          </a:effectLst>
        </p:spPr>
        <p:txBody>
          <a:bodyPr wrap="square" rtlCol="0">
            <a:spAutoFit/>
          </a:bodyPr>
          <a:lstStyle/>
          <a:p>
            <a:pPr eaLnBrk="1" hangingPunct="1">
              <a:lnSpc>
                <a:spcPct val="150000"/>
              </a:lnSpc>
              <a:buFontTx/>
              <a:buNone/>
            </a:pPr>
            <a:r>
              <a:rPr lang="ko-KR" altLang="en-US" sz="3200" dirty="0">
                <a:solidFill>
                  <a:schemeClr val="bg1"/>
                </a:solidFill>
                <a:latin typeface="맑은 고딕" panose="020B0503020000020004" pitchFamily="50" charset="-127"/>
                <a:ea typeface="맑은 고딕" panose="020B0503020000020004" pitchFamily="50" charset="-127"/>
              </a:rPr>
              <a:t>거기로부터 살아 있는 자와</a:t>
            </a:r>
            <a:endParaRPr lang="en-US" altLang="ko-KR" sz="3200" dirty="0">
              <a:solidFill>
                <a:schemeClr val="bg1"/>
              </a:solidFill>
              <a:latin typeface="맑은 고딕" panose="020B0503020000020004" pitchFamily="50" charset="-127"/>
              <a:ea typeface="맑은 고딕" panose="020B0503020000020004" pitchFamily="50" charset="-127"/>
            </a:endParaRPr>
          </a:p>
          <a:p>
            <a:pPr eaLnBrk="1" hangingPunct="1">
              <a:lnSpc>
                <a:spcPct val="150000"/>
              </a:lnSpc>
              <a:buFontTx/>
              <a:buNone/>
            </a:pPr>
            <a:r>
              <a:rPr lang="ko-KR" altLang="en-US" sz="3200" dirty="0">
                <a:solidFill>
                  <a:schemeClr val="bg1"/>
                </a:solidFill>
                <a:latin typeface="맑은 고딕" panose="020B0503020000020004" pitchFamily="50" charset="-127"/>
                <a:ea typeface="맑은 고딕" panose="020B0503020000020004" pitchFamily="50" charset="-127"/>
              </a:rPr>
              <a:t>죽은 자를 심판하러 오십니다</a:t>
            </a:r>
            <a:endParaRPr lang="en-US" altLang="ko-KR" sz="3200" dirty="0">
              <a:solidFill>
                <a:schemeClr val="bg1"/>
              </a:solidFill>
              <a:latin typeface="맑은 고딕" panose="020B0503020000020004" pitchFamily="50" charset="-127"/>
              <a:ea typeface="맑은 고딕" panose="020B0503020000020004" pitchFamily="50" charset="-127"/>
            </a:endParaRPr>
          </a:p>
        </p:txBody>
      </p:sp>
      <p:sp>
        <p:nvSpPr>
          <p:cNvPr id="2" name="TextBox 1">
            <a:extLst>
              <a:ext uri="{FF2B5EF4-FFF2-40B4-BE49-F238E27FC236}">
                <a16:creationId xmlns:a16="http://schemas.microsoft.com/office/drawing/2014/main" id="{7A8E8593-70BE-6CB0-5E0F-19F462510502}"/>
              </a:ext>
            </a:extLst>
          </p:cNvPr>
          <p:cNvSpPr txBox="1"/>
          <p:nvPr/>
        </p:nvSpPr>
        <p:spPr>
          <a:xfrm>
            <a:off x="685800" y="2647950"/>
            <a:ext cx="7848600" cy="1474506"/>
          </a:xfrm>
          <a:prstGeom prst="rect">
            <a:avLst/>
          </a:prstGeom>
          <a:noFill/>
          <a:effectLst>
            <a:outerShdw blurRad="50800" dist="38100" dir="2700000" algn="tl" rotWithShape="0">
              <a:prstClr val="black">
                <a:alpha val="40000"/>
              </a:prstClr>
            </a:outerShdw>
          </a:effectLst>
        </p:spPr>
        <p:txBody>
          <a:bodyPr wrap="square" rtlCol="0">
            <a:spAutoFit/>
          </a:bodyPr>
          <a:lstStyle/>
          <a:p>
            <a:pPr eaLnBrk="1" hangingPunct="1">
              <a:lnSpc>
                <a:spcPct val="150000"/>
              </a:lnSpc>
              <a:buFontTx/>
              <a:buNone/>
            </a:pPr>
            <a:r>
              <a:rPr lang="en-US" altLang="ko-KR" sz="3200" dirty="0">
                <a:solidFill>
                  <a:schemeClr val="bg1"/>
                </a:solidFill>
                <a:latin typeface="Malgun Gothic" panose="020B0503020000020004" pitchFamily="50" charset="-127"/>
                <a:ea typeface="맑은 고딕" panose="020B0503020000020004" pitchFamily="50" charset="-127"/>
              </a:rPr>
              <a:t>From there he will come to </a:t>
            </a:r>
          </a:p>
          <a:p>
            <a:pPr eaLnBrk="1" hangingPunct="1">
              <a:lnSpc>
                <a:spcPct val="150000"/>
              </a:lnSpc>
              <a:buFontTx/>
              <a:buNone/>
            </a:pPr>
            <a:r>
              <a:rPr lang="en-US" altLang="ko-KR" sz="3200" dirty="0">
                <a:solidFill>
                  <a:schemeClr val="bg1"/>
                </a:solidFill>
                <a:latin typeface="Malgun Gothic" panose="020B0503020000020004" pitchFamily="50" charset="-127"/>
                <a:ea typeface="맑은 고딕" panose="020B0503020000020004" pitchFamily="50" charset="-127"/>
              </a:rPr>
              <a:t>Judge the living and the dead</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2" cstate="print">
            <a:alphaModFix amt="80000"/>
            <a:lum/>
          </a:blip>
          <a:srcRect/>
          <a:stretch>
            <a:fillRect t="-2000" r="-52000" b="-100000"/>
          </a:stretch>
        </a:blipFill>
        <a:effectLst/>
      </p:bgPr>
    </p:bg>
    <p:spTree>
      <p:nvGrpSpPr>
        <p:cNvPr id="1" name="">
          <a:extLst>
            <a:ext uri="{FF2B5EF4-FFF2-40B4-BE49-F238E27FC236}">
              <a16:creationId xmlns:a16="http://schemas.microsoft.com/office/drawing/2014/main" id="{38130ABE-6C96-A385-0241-C7DAED3F7411}"/>
            </a:ext>
          </a:extLst>
        </p:cNvPr>
        <p:cNvGrpSpPr/>
        <p:nvPr/>
      </p:nvGrpSpPr>
      <p:grpSpPr>
        <a:xfrm>
          <a:off x="0" y="0"/>
          <a:ext cx="0" cy="0"/>
          <a:chOff x="0" y="0"/>
          <a:chExt cx="0" cy="0"/>
        </a:xfrm>
      </p:grpSpPr>
      <p:sp>
        <p:nvSpPr>
          <p:cNvPr id="7" name="대각선 방향의 모서리가 둥근 사각형 6">
            <a:extLst>
              <a:ext uri="{FF2B5EF4-FFF2-40B4-BE49-F238E27FC236}">
                <a16:creationId xmlns:a16="http://schemas.microsoft.com/office/drawing/2014/main" id="{CF3BEEC2-2797-91B1-CC67-08BC4D4F06B2}"/>
              </a:ext>
            </a:extLst>
          </p:cNvPr>
          <p:cNvSpPr>
            <a:spLocks noChangeAspect="1"/>
          </p:cNvSpPr>
          <p:nvPr/>
        </p:nvSpPr>
        <p:spPr bwMode="auto">
          <a:xfrm>
            <a:off x="152400" y="133350"/>
            <a:ext cx="8839200" cy="4876800"/>
          </a:xfrm>
          <a:prstGeom prst="round2DiagRect">
            <a:avLst/>
          </a:prstGeom>
          <a:solidFill>
            <a:schemeClr val="tx1">
              <a:alpha val="25000"/>
            </a:schemeClr>
          </a:solidFill>
          <a:ln w="0"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1" hangingPunct="1">
              <a:lnSpc>
                <a:spcPct val="100000"/>
              </a:lnSpc>
              <a:spcBef>
                <a:spcPct val="0"/>
              </a:spcBef>
              <a:spcAft>
                <a:spcPct val="0"/>
              </a:spcAft>
              <a:buClrTx/>
              <a:buSzTx/>
              <a:buFontTx/>
              <a:buNone/>
              <a:tabLst/>
            </a:pPr>
            <a:endParaRPr kumimoji="1" lang="ko-KR" altLang="en-US" sz="24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p:txBody>
      </p:sp>
      <p:sp>
        <p:nvSpPr>
          <p:cNvPr id="6" name="TextBox 5">
            <a:extLst>
              <a:ext uri="{FF2B5EF4-FFF2-40B4-BE49-F238E27FC236}">
                <a16:creationId xmlns:a16="http://schemas.microsoft.com/office/drawing/2014/main" id="{947659F7-EE12-861E-8DDB-FA6E83893879}"/>
              </a:ext>
            </a:extLst>
          </p:cNvPr>
          <p:cNvSpPr txBox="1"/>
          <p:nvPr/>
        </p:nvSpPr>
        <p:spPr>
          <a:xfrm>
            <a:off x="647700" y="294203"/>
            <a:ext cx="7848600" cy="2213170"/>
          </a:xfrm>
          <a:prstGeom prst="rect">
            <a:avLst/>
          </a:prstGeom>
          <a:noFill/>
          <a:effectLst>
            <a:outerShdw blurRad="50800" dist="38100" dir="2700000" algn="tl" rotWithShape="0">
              <a:prstClr val="black">
                <a:alpha val="40000"/>
              </a:prstClr>
            </a:outerShdw>
          </a:effectLst>
        </p:spPr>
        <p:txBody>
          <a:bodyPr wrap="square" rtlCol="0">
            <a:spAutoFit/>
          </a:bodyPr>
          <a:lstStyle/>
          <a:p>
            <a:pPr eaLnBrk="1" hangingPunct="1">
              <a:lnSpc>
                <a:spcPct val="150000"/>
              </a:lnSpc>
              <a:buFontTx/>
              <a:buNone/>
            </a:pPr>
            <a:r>
              <a:rPr lang="ko-KR" altLang="en-US" sz="3200" dirty="0">
                <a:solidFill>
                  <a:schemeClr val="bg1"/>
                </a:solidFill>
                <a:latin typeface="맑은 고딕" panose="020B0503020000020004" pitchFamily="50" charset="-127"/>
                <a:ea typeface="맑은 고딕" panose="020B0503020000020004" pitchFamily="50" charset="-127"/>
              </a:rPr>
              <a:t>나는 성령을 믿으며</a:t>
            </a:r>
            <a:r>
              <a:rPr lang="en-US" altLang="ko-KR" sz="3200" dirty="0">
                <a:solidFill>
                  <a:schemeClr val="bg1"/>
                </a:solidFill>
                <a:latin typeface="맑은 고딕" panose="020B0503020000020004" pitchFamily="50" charset="-127"/>
                <a:ea typeface="맑은 고딕" panose="020B0503020000020004" pitchFamily="50" charset="-127"/>
              </a:rPr>
              <a:t>, </a:t>
            </a:r>
          </a:p>
          <a:p>
            <a:pPr eaLnBrk="1" hangingPunct="1">
              <a:lnSpc>
                <a:spcPct val="150000"/>
              </a:lnSpc>
              <a:buFontTx/>
              <a:buNone/>
            </a:pPr>
            <a:r>
              <a:rPr lang="ko-KR" altLang="en-US" sz="3200" dirty="0">
                <a:solidFill>
                  <a:schemeClr val="bg1"/>
                </a:solidFill>
                <a:latin typeface="맑은 고딕" panose="020B0503020000020004" pitchFamily="50" charset="-127"/>
                <a:ea typeface="맑은 고딕" panose="020B0503020000020004" pitchFamily="50" charset="-127"/>
              </a:rPr>
              <a:t>거룩한 공교회와 </a:t>
            </a:r>
            <a:br>
              <a:rPr lang="en-US" altLang="ko-KR" sz="3200" dirty="0">
                <a:solidFill>
                  <a:schemeClr val="bg1"/>
                </a:solidFill>
                <a:latin typeface="맑은 고딕" panose="020B0503020000020004" pitchFamily="50" charset="-127"/>
                <a:ea typeface="맑은 고딕" panose="020B0503020000020004" pitchFamily="50" charset="-127"/>
              </a:rPr>
            </a:br>
            <a:r>
              <a:rPr lang="ko-KR" altLang="en-US" sz="3200" dirty="0">
                <a:solidFill>
                  <a:schemeClr val="bg1"/>
                </a:solidFill>
                <a:latin typeface="맑은 고딕" panose="020B0503020000020004" pitchFamily="50" charset="-127"/>
                <a:ea typeface="맑은 고딕" panose="020B0503020000020004" pitchFamily="50" charset="-127"/>
              </a:rPr>
              <a:t>성도의 교제와</a:t>
            </a:r>
            <a:endParaRPr lang="en-US" altLang="ko-KR" sz="3200" dirty="0">
              <a:solidFill>
                <a:schemeClr val="bg1"/>
              </a:solidFill>
              <a:latin typeface="맑은 고딕" panose="020B0503020000020004" pitchFamily="50" charset="-127"/>
              <a:ea typeface="맑은 고딕" panose="020B0503020000020004" pitchFamily="50" charset="-127"/>
            </a:endParaRPr>
          </a:p>
        </p:txBody>
      </p:sp>
      <p:sp>
        <p:nvSpPr>
          <p:cNvPr id="2" name="TextBox 1">
            <a:extLst>
              <a:ext uri="{FF2B5EF4-FFF2-40B4-BE49-F238E27FC236}">
                <a16:creationId xmlns:a16="http://schemas.microsoft.com/office/drawing/2014/main" id="{651A20AD-1AE9-2FF3-658B-8AE62221AB10}"/>
              </a:ext>
            </a:extLst>
          </p:cNvPr>
          <p:cNvSpPr txBox="1"/>
          <p:nvPr/>
        </p:nvSpPr>
        <p:spPr>
          <a:xfrm>
            <a:off x="685800" y="2724150"/>
            <a:ext cx="7848600" cy="2213170"/>
          </a:xfrm>
          <a:prstGeom prst="rect">
            <a:avLst/>
          </a:prstGeom>
          <a:noFill/>
          <a:effectLst>
            <a:outerShdw blurRad="50800" dist="38100" dir="2700000" algn="tl" rotWithShape="0">
              <a:prstClr val="black">
                <a:alpha val="40000"/>
              </a:prstClr>
            </a:outerShdw>
          </a:effectLst>
        </p:spPr>
        <p:txBody>
          <a:bodyPr wrap="square" rtlCol="0">
            <a:spAutoFit/>
          </a:bodyPr>
          <a:lstStyle/>
          <a:p>
            <a:pPr eaLnBrk="1" hangingPunct="1">
              <a:lnSpc>
                <a:spcPct val="150000"/>
              </a:lnSpc>
              <a:buFontTx/>
              <a:buNone/>
            </a:pPr>
            <a:r>
              <a:rPr lang="en-US" altLang="ko-KR" sz="3200" dirty="0">
                <a:solidFill>
                  <a:schemeClr val="bg1"/>
                </a:solidFill>
                <a:latin typeface="Malgun Gothic" panose="020B0503020000020004" pitchFamily="50" charset="-127"/>
                <a:ea typeface="맑은 고딕" panose="020B0503020000020004" pitchFamily="50" charset="-127"/>
              </a:rPr>
              <a:t>believe in the Holy Spirit</a:t>
            </a:r>
          </a:p>
          <a:p>
            <a:pPr eaLnBrk="1" hangingPunct="1">
              <a:lnSpc>
                <a:spcPct val="150000"/>
              </a:lnSpc>
              <a:buFontTx/>
              <a:buNone/>
            </a:pPr>
            <a:r>
              <a:rPr lang="en-US" altLang="ko-KR" sz="3200" dirty="0">
                <a:solidFill>
                  <a:schemeClr val="bg1"/>
                </a:solidFill>
                <a:latin typeface="Malgun Gothic" panose="020B0503020000020004" pitchFamily="50" charset="-127"/>
                <a:ea typeface="맑은 고딕" panose="020B0503020000020004" pitchFamily="50" charset="-127"/>
              </a:rPr>
              <a:t>The Holy Universal Church</a:t>
            </a:r>
          </a:p>
          <a:p>
            <a:pPr eaLnBrk="1" hangingPunct="1">
              <a:lnSpc>
                <a:spcPct val="150000"/>
              </a:lnSpc>
              <a:buFontTx/>
              <a:buNone/>
            </a:pPr>
            <a:r>
              <a:rPr lang="en-US" altLang="ko-KR" sz="3200" dirty="0">
                <a:solidFill>
                  <a:schemeClr val="bg1"/>
                </a:solidFill>
                <a:latin typeface="Malgun Gothic" panose="020B0503020000020004" pitchFamily="50" charset="-127"/>
                <a:ea typeface="맑은 고딕" panose="020B0503020000020004" pitchFamily="50" charset="-127"/>
              </a:rPr>
              <a:t>The communion of saints</a:t>
            </a:r>
          </a:p>
        </p:txBody>
      </p:sp>
    </p:spTree>
    <p:extLst>
      <p:ext uri="{BB962C8B-B14F-4D97-AF65-F5344CB8AC3E}">
        <p14:creationId xmlns:p14="http://schemas.microsoft.com/office/powerpoint/2010/main" val="10332450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2" cstate="print">
            <a:alphaModFix amt="80000"/>
            <a:lum/>
          </a:blip>
          <a:srcRect/>
          <a:stretch>
            <a:fillRect t="-2000" r="-52000" b="-100000"/>
          </a:stretch>
        </a:blipFill>
        <a:effectLst/>
      </p:bgPr>
    </p:bg>
    <p:spTree>
      <p:nvGrpSpPr>
        <p:cNvPr id="1" name="">
          <a:extLst>
            <a:ext uri="{FF2B5EF4-FFF2-40B4-BE49-F238E27FC236}">
              <a16:creationId xmlns:a16="http://schemas.microsoft.com/office/drawing/2014/main" id="{6AAB8254-224E-3308-AD6E-E47063170DF2}"/>
            </a:ext>
          </a:extLst>
        </p:cNvPr>
        <p:cNvGrpSpPr/>
        <p:nvPr/>
      </p:nvGrpSpPr>
      <p:grpSpPr>
        <a:xfrm>
          <a:off x="0" y="0"/>
          <a:ext cx="0" cy="0"/>
          <a:chOff x="0" y="0"/>
          <a:chExt cx="0" cy="0"/>
        </a:xfrm>
      </p:grpSpPr>
      <p:sp>
        <p:nvSpPr>
          <p:cNvPr id="7" name="대각선 방향의 모서리가 둥근 사각형 6">
            <a:extLst>
              <a:ext uri="{FF2B5EF4-FFF2-40B4-BE49-F238E27FC236}">
                <a16:creationId xmlns:a16="http://schemas.microsoft.com/office/drawing/2014/main" id="{373EA2D7-F6FE-3E4C-3F87-1D88F9C3A2E0}"/>
              </a:ext>
            </a:extLst>
          </p:cNvPr>
          <p:cNvSpPr>
            <a:spLocks noChangeAspect="1"/>
          </p:cNvSpPr>
          <p:nvPr/>
        </p:nvSpPr>
        <p:spPr bwMode="auto">
          <a:xfrm>
            <a:off x="152400" y="133350"/>
            <a:ext cx="8839200" cy="4876800"/>
          </a:xfrm>
          <a:prstGeom prst="round2DiagRect">
            <a:avLst/>
          </a:prstGeom>
          <a:solidFill>
            <a:schemeClr val="tx1">
              <a:alpha val="25000"/>
            </a:schemeClr>
          </a:solidFill>
          <a:ln w="0"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1" hangingPunct="1">
              <a:lnSpc>
                <a:spcPct val="100000"/>
              </a:lnSpc>
              <a:spcBef>
                <a:spcPct val="0"/>
              </a:spcBef>
              <a:spcAft>
                <a:spcPct val="0"/>
              </a:spcAft>
              <a:buClrTx/>
              <a:buSzTx/>
              <a:buFontTx/>
              <a:buNone/>
              <a:tabLst/>
            </a:pPr>
            <a:endParaRPr kumimoji="1" lang="ko-KR" altLang="en-US" sz="24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p:txBody>
      </p:sp>
      <p:sp>
        <p:nvSpPr>
          <p:cNvPr id="6" name="TextBox 5">
            <a:extLst>
              <a:ext uri="{FF2B5EF4-FFF2-40B4-BE49-F238E27FC236}">
                <a16:creationId xmlns:a16="http://schemas.microsoft.com/office/drawing/2014/main" id="{E79FFE30-D2C5-5643-6B1E-052C04EDA7BD}"/>
              </a:ext>
            </a:extLst>
          </p:cNvPr>
          <p:cNvSpPr txBox="1"/>
          <p:nvPr/>
        </p:nvSpPr>
        <p:spPr>
          <a:xfrm>
            <a:off x="647700" y="363453"/>
            <a:ext cx="7848600" cy="1474506"/>
          </a:xfrm>
          <a:prstGeom prst="rect">
            <a:avLst/>
          </a:prstGeom>
          <a:noFill/>
          <a:effectLst>
            <a:outerShdw blurRad="50800" dist="38100" dir="2700000" algn="tl" rotWithShape="0">
              <a:prstClr val="black">
                <a:alpha val="40000"/>
              </a:prstClr>
            </a:outerShdw>
          </a:effectLst>
        </p:spPr>
        <p:txBody>
          <a:bodyPr wrap="square" rtlCol="0">
            <a:spAutoFit/>
          </a:bodyPr>
          <a:lstStyle/>
          <a:p>
            <a:pPr eaLnBrk="1" hangingPunct="1">
              <a:lnSpc>
                <a:spcPct val="150000"/>
              </a:lnSpc>
              <a:buFontTx/>
              <a:buNone/>
            </a:pPr>
            <a:r>
              <a:rPr lang="ko-KR" altLang="en-US" sz="3200" dirty="0">
                <a:solidFill>
                  <a:schemeClr val="bg1"/>
                </a:solidFill>
                <a:latin typeface="맑은 고딕" panose="020B0503020000020004" pitchFamily="50" charset="-127"/>
                <a:ea typeface="맑은 고딕" panose="020B0503020000020004" pitchFamily="50" charset="-127"/>
              </a:rPr>
              <a:t>죄를 용서받는 것과</a:t>
            </a:r>
            <a:endParaRPr lang="en-US" altLang="ko-KR" sz="3200" dirty="0">
              <a:solidFill>
                <a:schemeClr val="bg1"/>
              </a:solidFill>
              <a:latin typeface="맑은 고딕" panose="020B0503020000020004" pitchFamily="50" charset="-127"/>
              <a:ea typeface="맑은 고딕" panose="020B0503020000020004" pitchFamily="50" charset="-127"/>
            </a:endParaRPr>
          </a:p>
          <a:p>
            <a:pPr eaLnBrk="1" hangingPunct="1">
              <a:lnSpc>
                <a:spcPct val="150000"/>
              </a:lnSpc>
              <a:buFontTx/>
              <a:buNone/>
            </a:pPr>
            <a:r>
              <a:rPr lang="ko-KR" altLang="en-US" sz="3200" dirty="0">
                <a:solidFill>
                  <a:schemeClr val="bg1"/>
                </a:solidFill>
                <a:latin typeface="맑은 고딕" panose="020B0503020000020004" pitchFamily="50" charset="-127"/>
                <a:ea typeface="맑은 고딕" panose="020B0503020000020004" pitchFamily="50" charset="-127"/>
              </a:rPr>
              <a:t>몸의 부활과 영생을 믿습니다</a:t>
            </a:r>
            <a:r>
              <a:rPr lang="en-US" altLang="ko-KR" sz="3200" dirty="0">
                <a:solidFill>
                  <a:schemeClr val="bg1"/>
                </a:solidFill>
                <a:latin typeface="맑은 고딕" panose="020B0503020000020004" pitchFamily="50" charset="-127"/>
                <a:ea typeface="맑은 고딕" panose="020B0503020000020004" pitchFamily="50" charset="-127"/>
              </a:rPr>
              <a:t>.</a:t>
            </a:r>
            <a:r>
              <a:rPr lang="ko-KR" altLang="en-US" sz="3200" dirty="0">
                <a:solidFill>
                  <a:schemeClr val="bg1"/>
                </a:solidFill>
                <a:latin typeface="맑은 고딕" panose="020B0503020000020004" pitchFamily="50" charset="-127"/>
                <a:ea typeface="맑은 고딕" panose="020B0503020000020004" pitchFamily="50" charset="-127"/>
              </a:rPr>
              <a:t>         아 멘</a:t>
            </a:r>
          </a:p>
        </p:txBody>
      </p:sp>
      <p:sp>
        <p:nvSpPr>
          <p:cNvPr id="2" name="TextBox 1">
            <a:extLst>
              <a:ext uri="{FF2B5EF4-FFF2-40B4-BE49-F238E27FC236}">
                <a16:creationId xmlns:a16="http://schemas.microsoft.com/office/drawing/2014/main" id="{D0C048C5-160F-0C15-63BD-3A976630A220}"/>
              </a:ext>
            </a:extLst>
          </p:cNvPr>
          <p:cNvSpPr txBox="1"/>
          <p:nvPr/>
        </p:nvSpPr>
        <p:spPr>
          <a:xfrm>
            <a:off x="679505" y="2566877"/>
            <a:ext cx="7848600" cy="2213170"/>
          </a:xfrm>
          <a:prstGeom prst="rect">
            <a:avLst/>
          </a:prstGeom>
          <a:noFill/>
          <a:effectLst>
            <a:outerShdw blurRad="50800" dist="38100" dir="2700000" algn="tl" rotWithShape="0">
              <a:prstClr val="black">
                <a:alpha val="40000"/>
              </a:prstClr>
            </a:outerShdw>
          </a:effectLst>
        </p:spPr>
        <p:txBody>
          <a:bodyPr wrap="square" rtlCol="0">
            <a:spAutoFit/>
          </a:bodyPr>
          <a:lstStyle/>
          <a:p>
            <a:pPr eaLnBrk="1" hangingPunct="1">
              <a:lnSpc>
                <a:spcPct val="150000"/>
              </a:lnSpc>
              <a:buFontTx/>
              <a:buNone/>
            </a:pPr>
            <a:r>
              <a:rPr lang="en-US" altLang="ko-KR" sz="3200" dirty="0">
                <a:solidFill>
                  <a:schemeClr val="bg1"/>
                </a:solidFill>
                <a:latin typeface="Malgun Gothic" panose="020B0503020000020004" pitchFamily="50" charset="-127"/>
                <a:ea typeface="맑은 고딕" panose="020B0503020000020004" pitchFamily="50" charset="-127"/>
              </a:rPr>
              <a:t>The forgiveness of sins,</a:t>
            </a:r>
          </a:p>
          <a:p>
            <a:pPr eaLnBrk="1" hangingPunct="1">
              <a:lnSpc>
                <a:spcPct val="150000"/>
              </a:lnSpc>
              <a:buFontTx/>
              <a:buNone/>
            </a:pPr>
            <a:r>
              <a:rPr lang="en-US" altLang="ko-KR" sz="3200" dirty="0">
                <a:solidFill>
                  <a:schemeClr val="bg1"/>
                </a:solidFill>
                <a:latin typeface="Malgun Gothic" panose="020B0503020000020004" pitchFamily="50" charset="-127"/>
                <a:ea typeface="맑은 고딕" panose="020B0503020000020004" pitchFamily="50" charset="-127"/>
              </a:rPr>
              <a:t>The resurrection of the body,</a:t>
            </a:r>
          </a:p>
          <a:p>
            <a:pPr eaLnBrk="1" hangingPunct="1">
              <a:lnSpc>
                <a:spcPct val="150000"/>
              </a:lnSpc>
              <a:buFontTx/>
              <a:buNone/>
            </a:pPr>
            <a:r>
              <a:rPr lang="en-US" altLang="ko-KR" sz="3200" dirty="0">
                <a:solidFill>
                  <a:schemeClr val="bg1"/>
                </a:solidFill>
                <a:latin typeface="Malgun Gothic" panose="020B0503020000020004" pitchFamily="50" charset="-127"/>
                <a:ea typeface="맑은 고딕" panose="020B0503020000020004" pitchFamily="50" charset="-127"/>
              </a:rPr>
              <a:t>And life everlasting.			       Amen</a:t>
            </a:r>
          </a:p>
        </p:txBody>
      </p:sp>
    </p:spTree>
    <p:extLst>
      <p:ext uri="{BB962C8B-B14F-4D97-AF65-F5344CB8AC3E}">
        <p14:creationId xmlns:p14="http://schemas.microsoft.com/office/powerpoint/2010/main" val="24844446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0">
          <a:blip r:embed="rId2">
            <a:alphaModFix amt="50000"/>
            <a:lum/>
          </a:blip>
          <a:srcRect/>
          <a:stretch>
            <a:fillRect r="-33000"/>
          </a:stretch>
        </a:blipFill>
        <a:effectLst/>
      </p:bgPr>
    </p:bg>
    <p:spTree>
      <p:nvGrpSpPr>
        <p:cNvPr id="1" name=""/>
        <p:cNvGrpSpPr/>
        <p:nvPr/>
      </p:nvGrpSpPr>
      <p:grpSpPr>
        <a:xfrm>
          <a:off x="0" y="0"/>
          <a:ext cx="0" cy="0"/>
          <a:chOff x="0" y="0"/>
          <a:chExt cx="0" cy="0"/>
        </a:xfrm>
      </p:grpSpPr>
      <p:sp>
        <p:nvSpPr>
          <p:cNvPr id="3" name="직사각형 2"/>
          <p:cNvSpPr/>
          <p:nvPr/>
        </p:nvSpPr>
        <p:spPr bwMode="auto">
          <a:xfrm>
            <a:off x="-762000" y="0"/>
            <a:ext cx="9906000" cy="424732"/>
          </a:xfrm>
          <a:prstGeom prst="rect">
            <a:avLst/>
          </a:prstGeom>
          <a:noFill/>
          <a:ln w="9525">
            <a:noFill/>
            <a:miter lim="800000"/>
            <a:headEnd/>
            <a:tailEnd/>
          </a:ln>
        </p:spPr>
        <p:txBody>
          <a:bodyPr wrap="square" rtlCol="0" anchor="ctr">
            <a:spAutoFit/>
          </a:bodyPr>
          <a:lstStyle/>
          <a:p>
            <a:pPr algn="just">
              <a:lnSpc>
                <a:spcPct val="80000"/>
              </a:lnSpc>
              <a:spcBef>
                <a:spcPct val="20000"/>
              </a:spcBef>
            </a:pPr>
            <a:endParaRPr lang="ko-KR" altLang="en-US" b="1" dirty="0">
              <a:solidFill>
                <a:schemeClr val="bg1"/>
              </a:solidFill>
              <a:latin typeface="맑은 고딕" panose="020B0503020000020004" pitchFamily="50" charset="-127"/>
              <a:ea typeface="맑은 고딕" panose="020B0503020000020004" pitchFamily="50" charset="-127"/>
            </a:endParaRPr>
          </a:p>
        </p:txBody>
      </p:sp>
      <p:sp>
        <p:nvSpPr>
          <p:cNvPr id="173058" name="제목 1"/>
          <p:cNvSpPr>
            <a:spLocks noGrp="1"/>
          </p:cNvSpPr>
          <p:nvPr>
            <p:ph type="title"/>
          </p:nvPr>
        </p:nvSpPr>
        <p:spPr>
          <a:xfrm>
            <a:off x="533400" y="895350"/>
            <a:ext cx="5791200" cy="781050"/>
          </a:xfrm>
          <a:effectLst>
            <a:outerShdw blurRad="50800" dist="38100" dir="2700000" algn="tl" rotWithShape="0">
              <a:prstClr val="black">
                <a:alpha val="40000"/>
              </a:prstClr>
            </a:outerShdw>
          </a:effectLst>
        </p:spPr>
        <p:txBody>
          <a:bodyPr/>
          <a:lstStyle/>
          <a:p>
            <a:r>
              <a:rPr lang="ko-KR" altLang="en-US" sz="6600" b="1" spc="300" dirty="0">
                <a:solidFill>
                  <a:srgbClr val="351717"/>
                </a:solidFill>
                <a:latin typeface="Malgun Gothic" panose="020B0503020000020004" pitchFamily="50" charset="-127"/>
              </a:rPr>
              <a:t>참  회  기  도</a:t>
            </a:r>
          </a:p>
        </p:txBody>
      </p:sp>
      <p:sp>
        <p:nvSpPr>
          <p:cNvPr id="2" name="TextBox 1">
            <a:extLst>
              <a:ext uri="{FF2B5EF4-FFF2-40B4-BE49-F238E27FC236}">
                <a16:creationId xmlns:a16="http://schemas.microsoft.com/office/drawing/2014/main" id="{9C07CCD1-3FB3-FC94-B145-313638EE4A5D}"/>
              </a:ext>
            </a:extLst>
          </p:cNvPr>
          <p:cNvSpPr txBox="1"/>
          <p:nvPr/>
        </p:nvSpPr>
        <p:spPr>
          <a:xfrm>
            <a:off x="714022" y="2038350"/>
            <a:ext cx="3508022" cy="400110"/>
          </a:xfrm>
          <a:prstGeom prst="rect">
            <a:avLst/>
          </a:prstGeom>
          <a:noFill/>
          <a:effectLst>
            <a:outerShdw blurRad="50800" dist="38100" dir="2700000" algn="tl" rotWithShape="0">
              <a:prstClr val="black">
                <a:alpha val="40000"/>
              </a:prstClr>
            </a:outerShdw>
          </a:effectLst>
        </p:spPr>
        <p:txBody>
          <a:bodyPr wrap="square">
            <a:spAutoFit/>
          </a:bodyPr>
          <a:lstStyle/>
          <a:p>
            <a:pPr algn="ctr">
              <a:defRPr/>
            </a:pPr>
            <a:r>
              <a:rPr lang="en-US" altLang="ko-KR" sz="2000" b="1" dirty="0">
                <a:solidFill>
                  <a:srgbClr val="431D1D"/>
                </a:solidFill>
                <a:latin typeface="Malgun Gothic" panose="020B0503020000020004" pitchFamily="50" charset="-127"/>
                <a:ea typeface="맑은 고딕" panose="020B0503020000020004" pitchFamily="50" charset="-127"/>
              </a:rPr>
              <a:t>PRAYER OF CONFESSION</a:t>
            </a:r>
            <a:endParaRPr lang="ko-KR" altLang="en-US" sz="2000" b="1" dirty="0">
              <a:solidFill>
                <a:srgbClr val="431D1D"/>
              </a:solidFill>
              <a:latin typeface="Malgun Gothic" panose="020B0503020000020004" pitchFamily="50" charset="-127"/>
              <a:ea typeface="맑은 고딕" panose="020B0503020000020004" pitchFamily="50" charset="-127"/>
              <a:cs typeface="+mn-cs"/>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9D238F86-50B7-710D-9BA6-868C82A796AC}"/>
            </a:ext>
          </a:extLst>
        </p:cNvPr>
        <p:cNvGrpSpPr/>
        <p:nvPr/>
      </p:nvGrpSpPr>
      <p:grpSpPr>
        <a:xfrm>
          <a:off x="0" y="0"/>
          <a:ext cx="0" cy="0"/>
          <a:chOff x="0" y="0"/>
          <a:chExt cx="0" cy="0"/>
        </a:xfrm>
      </p:grpSpPr>
      <p:sp>
        <p:nvSpPr>
          <p:cNvPr id="7" name="대각선 방향의 모서리가 둥근 사각형 6">
            <a:extLst>
              <a:ext uri="{FF2B5EF4-FFF2-40B4-BE49-F238E27FC236}">
                <a16:creationId xmlns:a16="http://schemas.microsoft.com/office/drawing/2014/main" id="{0A9BF38A-10E6-2A67-1370-E3E51392D4C9}"/>
              </a:ext>
            </a:extLst>
          </p:cNvPr>
          <p:cNvSpPr>
            <a:spLocks noChangeAspect="1"/>
          </p:cNvSpPr>
          <p:nvPr/>
        </p:nvSpPr>
        <p:spPr bwMode="auto">
          <a:xfrm>
            <a:off x="1371600" y="971550"/>
            <a:ext cx="6477000" cy="3429000"/>
          </a:xfrm>
          <a:prstGeom prst="round2DiagRect">
            <a:avLst/>
          </a:prstGeom>
          <a:solidFill>
            <a:srgbClr val="0C0C32">
              <a:alpha val="20000"/>
            </a:srgbClr>
          </a:solidFill>
          <a:ln w="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24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endParaRPr>
          </a:p>
        </p:txBody>
      </p:sp>
      <p:sp>
        <p:nvSpPr>
          <p:cNvPr id="9" name="TextBox 8">
            <a:extLst>
              <a:ext uri="{FF2B5EF4-FFF2-40B4-BE49-F238E27FC236}">
                <a16:creationId xmlns:a16="http://schemas.microsoft.com/office/drawing/2014/main" id="{D1C29B5F-E7BE-E8E7-46AC-9C0B0D84B76C}"/>
              </a:ext>
            </a:extLst>
          </p:cNvPr>
          <p:cNvSpPr txBox="1"/>
          <p:nvPr/>
        </p:nvSpPr>
        <p:spPr>
          <a:xfrm>
            <a:off x="1371600" y="1625808"/>
            <a:ext cx="6477000" cy="1015663"/>
          </a:xfrm>
          <a:prstGeom prst="rect">
            <a:avLst/>
          </a:prstGeom>
          <a:noFill/>
          <a:effectLst>
            <a:outerShdw blurRad="50800" dist="38100" dir="2700000" algn="tl" rotWithShape="0">
              <a:prstClr val="black">
                <a:alpha val="40000"/>
              </a:prstClr>
            </a:outerShdw>
          </a:effectLst>
        </p:spPr>
        <p:txBody>
          <a:bodyPr wrap="square" rtlCol="0">
            <a:sp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ko-KR" altLang="en-US" sz="6000" b="1" i="0" u="none" strike="noStrike" kern="1200" cap="none" spc="0" normalizeH="0" baseline="0" noProof="0" dirty="0">
                <a:ln>
                  <a:noFill/>
                </a:ln>
                <a:solidFill>
                  <a:srgbClr val="00194C"/>
                </a:solidFill>
                <a:effectLst/>
                <a:uLnTx/>
                <a:uFillTx/>
                <a:latin typeface="Malgun Gothic" panose="020B0503020000020004" pitchFamily="50" charset="-127"/>
                <a:ea typeface="맑은 고딕" panose="020B0503020000020004" pitchFamily="50" charset="-127"/>
              </a:rPr>
              <a:t>찬   송   가</a:t>
            </a:r>
          </a:p>
        </p:txBody>
      </p:sp>
      <p:sp>
        <p:nvSpPr>
          <p:cNvPr id="10" name="TextBox 9">
            <a:extLst>
              <a:ext uri="{FF2B5EF4-FFF2-40B4-BE49-F238E27FC236}">
                <a16:creationId xmlns:a16="http://schemas.microsoft.com/office/drawing/2014/main" id="{DFD625C6-8AFE-AB65-A748-496BCDC0ECB3}"/>
              </a:ext>
            </a:extLst>
          </p:cNvPr>
          <p:cNvSpPr txBox="1"/>
          <p:nvPr/>
        </p:nvSpPr>
        <p:spPr>
          <a:xfrm>
            <a:off x="1371600" y="3134173"/>
            <a:ext cx="6477000" cy="707886"/>
          </a:xfrm>
          <a:prstGeom prst="rect">
            <a:avLst/>
          </a:prstGeom>
          <a:noFill/>
          <a:effectLst>
            <a:outerShdw blurRad="50800" dist="38100" dir="2700000" algn="tl" rotWithShape="0">
              <a:prstClr val="black">
                <a:alpha val="40000"/>
              </a:prstClr>
            </a:outerShdw>
          </a:effectLst>
        </p:spPr>
        <p:txBody>
          <a:bodyPr wrap="square" rtlCol="0">
            <a:sp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4000" b="1" i="0" u="none" strike="noStrike" kern="1200" cap="none" spc="0" normalizeH="0" baseline="0" noProof="0" dirty="0">
                <a:ln>
                  <a:noFill/>
                </a:ln>
                <a:solidFill>
                  <a:srgbClr val="002060"/>
                </a:solidFill>
                <a:effectLst/>
                <a:uLnTx/>
                <a:uFillTx/>
                <a:latin typeface="Malgun Gothic" panose="020B0503020000020004" pitchFamily="50" charset="-127"/>
                <a:ea typeface="맑은 고딕" panose="020B0503020000020004" pitchFamily="50" charset="-127"/>
              </a:rPr>
              <a:t>{{</a:t>
            </a:r>
            <a:r>
              <a:rPr kumimoji="1" lang="en-US" altLang="ko-KR" sz="3600" b="1" i="0" u="none" strike="noStrike" kern="1200" cap="none" spc="0" normalizeH="0" baseline="0" noProof="0" dirty="0">
                <a:ln>
                  <a:noFill/>
                </a:ln>
                <a:solidFill>
                  <a:srgbClr val="002060"/>
                </a:solidFill>
                <a:effectLst/>
                <a:uLnTx/>
                <a:uFillTx/>
                <a:latin typeface="Malgun Gothic" panose="020B0503020000020004" pitchFamily="50" charset="-127"/>
                <a:ea typeface="맑은 고딕" panose="020B0503020000020004" pitchFamily="50" charset="-127"/>
              </a:rPr>
              <a:t>HYMN1</a:t>
            </a:r>
            <a:r>
              <a:rPr kumimoji="1" lang="en-US" altLang="ko-KR" sz="4000" b="1" i="0" u="none" strike="noStrike" kern="1200" cap="none" spc="0" normalizeH="0" baseline="0" noProof="0" dirty="0">
                <a:ln>
                  <a:noFill/>
                </a:ln>
                <a:solidFill>
                  <a:srgbClr val="002060"/>
                </a:solidFill>
                <a:effectLst/>
                <a:uLnTx/>
                <a:uFillTx/>
                <a:latin typeface="Malgun Gothic" panose="020B0503020000020004" pitchFamily="50" charset="-127"/>
                <a:ea typeface="맑은 고딕" panose="020B0503020000020004" pitchFamily="50" charset="-127"/>
              </a:rPr>
              <a:t>}}</a:t>
            </a:r>
            <a:endParaRPr kumimoji="1" lang="ko-KR" altLang="en-US" sz="4000" b="1" i="0" u="none" strike="noStrike" kern="1200" cap="none" spc="0" normalizeH="0" baseline="0" noProof="0" dirty="0">
              <a:ln>
                <a:noFill/>
              </a:ln>
              <a:solidFill>
                <a:srgbClr val="002060"/>
              </a:solidFill>
              <a:effectLst/>
              <a:uLnTx/>
              <a:uFillTx/>
              <a:latin typeface="Malgun Gothic" panose="020B0503020000020004" pitchFamily="50" charset="-127"/>
              <a:ea typeface="맑은 고딕" panose="020B0503020000020004" pitchFamily="50" charset="-127"/>
            </a:endParaRPr>
          </a:p>
        </p:txBody>
      </p:sp>
      <p:sp>
        <p:nvSpPr>
          <p:cNvPr id="2" name="TextBox 1">
            <a:extLst>
              <a:ext uri="{FF2B5EF4-FFF2-40B4-BE49-F238E27FC236}">
                <a16:creationId xmlns:a16="http://schemas.microsoft.com/office/drawing/2014/main" id="{C7848D3F-7179-EF09-9046-7EA991753B8E}"/>
              </a:ext>
            </a:extLst>
          </p:cNvPr>
          <p:cNvSpPr txBox="1"/>
          <p:nvPr/>
        </p:nvSpPr>
        <p:spPr>
          <a:xfrm>
            <a:off x="2981677" y="2641471"/>
            <a:ext cx="3180645" cy="400110"/>
          </a:xfrm>
          <a:prstGeom prst="rect">
            <a:avLst/>
          </a:prstGeom>
          <a:noFill/>
          <a:effectLst>
            <a:outerShdw blurRad="50800" dist="38100" dir="2700000" algn="tl" rotWithShape="0">
              <a:prstClr val="black">
                <a:alpha val="40000"/>
              </a:prstClr>
            </a:outerShdw>
          </a:effectLst>
        </p:spPr>
        <p:txBody>
          <a:bodyPr wrap="square">
            <a:spAutoFit/>
          </a:bodyPr>
          <a:lstStyle/>
          <a:p>
            <a:pPr algn="ctr">
              <a:defRPr/>
            </a:pPr>
            <a:r>
              <a:rPr lang="en-US" altLang="ko-KR" sz="1800" dirty="0">
                <a:solidFill>
                  <a:srgbClr val="0C0C32"/>
                </a:solidFill>
                <a:latin typeface="Malgun Gothic" panose="020B0503020000020004" pitchFamily="50" charset="-127"/>
                <a:ea typeface="맑은 고딕" panose="020B0503020000020004" pitchFamily="50" charset="-127"/>
              </a:rPr>
              <a:t>WORSHIP</a:t>
            </a:r>
            <a:r>
              <a:rPr lang="en-US" altLang="ko-KR" sz="2000" dirty="0">
                <a:solidFill>
                  <a:srgbClr val="0C0C32"/>
                </a:solidFill>
                <a:latin typeface="Malgun Gothic" panose="020B0503020000020004" pitchFamily="50" charset="-127"/>
                <a:ea typeface="맑은 고딕" panose="020B0503020000020004" pitchFamily="50" charset="-127"/>
              </a:rPr>
              <a:t> HYMN</a:t>
            </a:r>
            <a:endParaRPr lang="ko-KR" altLang="en-US" sz="2000" dirty="0">
              <a:solidFill>
                <a:srgbClr val="0C0C32"/>
              </a:solidFill>
              <a:latin typeface="Malgun Gothic" panose="020B0503020000020004" pitchFamily="50" charset="-127"/>
              <a:ea typeface="맑은 고딕" panose="020B0503020000020004" pitchFamily="50" charset="-127"/>
              <a:cs typeface="+mn-cs"/>
            </a:endParaRPr>
          </a:p>
        </p:txBody>
      </p:sp>
    </p:spTree>
    <p:extLst>
      <p:ext uri="{BB962C8B-B14F-4D97-AF65-F5344CB8AC3E}">
        <p14:creationId xmlns:p14="http://schemas.microsoft.com/office/powerpoint/2010/main" val="18991381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PhAnim="0">
  <p:cSld>
    <p:bg>
      <p:bgPr>
        <a:blipFill dpi="0" rotWithShape="0">
          <a:blip r:embed="rId2">
            <a:alphaModFix amt="75000"/>
            <a:lum/>
          </a:blip>
          <a:srcRect/>
          <a:stretch>
            <a:fillRect l="-29000" t="-13000" b="-15000"/>
          </a:stretch>
        </a:blipFill>
        <a:effectLst/>
      </p:bgPr>
    </p:bg>
    <p:spTree>
      <p:nvGrpSpPr>
        <p:cNvPr id="1" name="">
          <a:extLst>
            <a:ext uri="{FF2B5EF4-FFF2-40B4-BE49-F238E27FC236}">
              <a16:creationId xmlns:a16="http://schemas.microsoft.com/office/drawing/2014/main" id="{F7A94C5A-FDBC-B653-C9EC-78A02E97F966}"/>
            </a:ext>
          </a:extLst>
        </p:cNvPr>
        <p:cNvGrpSpPr/>
        <p:nvPr/>
      </p:nvGrpSpPr>
      <p:grpSpPr>
        <a:xfrm>
          <a:off x="0" y="0"/>
          <a:ext cx="0" cy="0"/>
          <a:chOff x="0" y="0"/>
          <a:chExt cx="0" cy="0"/>
        </a:xfrm>
      </p:grpSpPr>
      <p:sp>
        <p:nvSpPr>
          <p:cNvPr id="8" name="대각선 방향의 모서리가 둥근 사각형 7">
            <a:extLst>
              <a:ext uri="{FF2B5EF4-FFF2-40B4-BE49-F238E27FC236}">
                <a16:creationId xmlns:a16="http://schemas.microsoft.com/office/drawing/2014/main" id="{04EA1B12-99BD-6161-C435-D2A6FC64B5A3}"/>
              </a:ext>
            </a:extLst>
          </p:cNvPr>
          <p:cNvSpPr>
            <a:spLocks noChangeAspect="1"/>
          </p:cNvSpPr>
          <p:nvPr/>
        </p:nvSpPr>
        <p:spPr bwMode="auto">
          <a:xfrm>
            <a:off x="381000" y="335056"/>
            <a:ext cx="8382000" cy="4495800"/>
          </a:xfrm>
          <a:prstGeom prst="round2DiagRect">
            <a:avLst/>
          </a:prstGeom>
          <a:solidFill>
            <a:srgbClr val="002060">
              <a:alpha val="30000"/>
            </a:srgbClr>
          </a:solidFill>
          <a:ln w="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24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endParaRPr>
          </a:p>
        </p:txBody>
      </p:sp>
      <p:sp>
        <p:nvSpPr>
          <p:cNvPr id="2113538" name="Rectangle 2">
            <a:extLst>
              <a:ext uri="{FF2B5EF4-FFF2-40B4-BE49-F238E27FC236}">
                <a16:creationId xmlns:a16="http://schemas.microsoft.com/office/drawing/2014/main" id="{9BF2C300-F6CD-E0B9-E7A7-6AD35ADD6CC2}"/>
              </a:ext>
            </a:extLst>
          </p:cNvPr>
          <p:cNvSpPr>
            <a:spLocks noGrp="1" noChangeArrowheads="1"/>
          </p:cNvSpPr>
          <p:nvPr>
            <p:ph type="title"/>
          </p:nvPr>
        </p:nvSpPr>
        <p:spPr>
          <a:xfrm>
            <a:off x="1600200" y="742950"/>
            <a:ext cx="5756822" cy="857250"/>
          </a:xfrm>
          <a:effectLst>
            <a:outerShdw blurRad="50800" dist="38100" dir="2700000" algn="tl" rotWithShape="0">
              <a:prstClr val="black">
                <a:alpha val="40000"/>
              </a:prstClr>
            </a:outerShdw>
          </a:effectLst>
        </p:spPr>
        <p:txBody>
          <a:bodyPr/>
          <a:lstStyle/>
          <a:p>
            <a:pPr eaLnBrk="1" hangingPunct="1"/>
            <a:r>
              <a:rPr lang="ko-KR" altLang="en-US" sz="6600" dirty="0">
                <a:solidFill>
                  <a:schemeClr val="bg1"/>
                </a:solidFill>
                <a:latin typeface="Malgun Gothic" panose="020B0503020000020004" pitchFamily="50" charset="-127"/>
              </a:rPr>
              <a:t>대  표  기  도</a:t>
            </a:r>
          </a:p>
        </p:txBody>
      </p:sp>
      <p:sp>
        <p:nvSpPr>
          <p:cNvPr id="187396" name="Rectangle 4">
            <a:extLst>
              <a:ext uri="{FF2B5EF4-FFF2-40B4-BE49-F238E27FC236}">
                <a16:creationId xmlns:a16="http://schemas.microsoft.com/office/drawing/2014/main" id="{729B1DD1-6CA1-5495-A496-19DD82B11462}"/>
              </a:ext>
            </a:extLst>
          </p:cNvPr>
          <p:cNvSpPr>
            <a:spLocks noChangeArrowheads="1"/>
          </p:cNvSpPr>
          <p:nvPr/>
        </p:nvSpPr>
        <p:spPr bwMode="auto">
          <a:xfrm>
            <a:off x="323882" y="2571751"/>
            <a:ext cx="4343401" cy="1728788"/>
          </a:xfrm>
          <a:prstGeom prst="rect">
            <a:avLst/>
          </a:prstGeom>
          <a:noFill/>
          <a:ln>
            <a:noFill/>
          </a:ln>
          <a:effectLst>
            <a:outerShdw dist="3592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3492" tIns="31746" rIns="63492" bIns="31746"/>
          <a:lstStyle>
            <a:lvl1pPr marL="342900" indent="-342900" eaLnBrk="0" hangingPunct="0">
              <a:spcBef>
                <a:spcPct val="20000"/>
              </a:spcBef>
              <a:buChar char="•"/>
              <a:defRPr kumimoji="1" sz="3200">
                <a:solidFill>
                  <a:schemeClr val="tx1"/>
                </a:solidFill>
                <a:latin typeface="Gulim" pitchFamily="34" charset="-127"/>
                <a:ea typeface="Gulim" pitchFamily="34" charset="-127"/>
              </a:defRPr>
            </a:lvl1pPr>
            <a:lvl2pPr marL="742950" indent="-285750" eaLnBrk="0" hangingPunct="0">
              <a:spcBef>
                <a:spcPct val="20000"/>
              </a:spcBef>
              <a:buChar char="–"/>
              <a:defRPr kumimoji="1" sz="2800">
                <a:solidFill>
                  <a:schemeClr val="tx1"/>
                </a:solidFill>
                <a:latin typeface="Gulim" pitchFamily="34" charset="-127"/>
                <a:ea typeface="Gulim" pitchFamily="34" charset="-127"/>
              </a:defRPr>
            </a:lvl2pPr>
            <a:lvl3pPr marL="1143000" indent="-228600" eaLnBrk="0" hangingPunct="0">
              <a:spcBef>
                <a:spcPct val="20000"/>
              </a:spcBef>
              <a:buChar char="•"/>
              <a:defRPr kumimoji="1" sz="2400">
                <a:solidFill>
                  <a:schemeClr val="tx1"/>
                </a:solidFill>
                <a:latin typeface="Gulim" pitchFamily="34" charset="-127"/>
                <a:ea typeface="Gulim" pitchFamily="34" charset="-127"/>
              </a:defRPr>
            </a:lvl3pPr>
            <a:lvl4pPr marL="1600200" indent="-228600" eaLnBrk="0" hangingPunct="0">
              <a:spcBef>
                <a:spcPct val="20000"/>
              </a:spcBef>
              <a:buChar char="–"/>
              <a:defRPr kumimoji="1" sz="2000">
                <a:solidFill>
                  <a:schemeClr val="tx1"/>
                </a:solidFill>
                <a:latin typeface="Gulim" pitchFamily="34" charset="-127"/>
                <a:ea typeface="Gulim" pitchFamily="34" charset="-127"/>
              </a:defRPr>
            </a:lvl4pPr>
            <a:lvl5pPr marL="2057400" indent="-228600" eaLnBrk="0" hangingPunct="0">
              <a:spcBef>
                <a:spcPct val="20000"/>
              </a:spcBef>
              <a:buChar char="»"/>
              <a:defRPr kumimoji="1" sz="2000">
                <a:solidFill>
                  <a:schemeClr val="tx1"/>
                </a:solidFill>
                <a:latin typeface="Gulim" pitchFamily="34" charset="-127"/>
                <a:ea typeface="Gulim"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Gulim" pitchFamily="34" charset="-127"/>
                <a:ea typeface="Gulim"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Gulim" pitchFamily="34" charset="-127"/>
                <a:ea typeface="Gulim"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Gulim" pitchFamily="34" charset="-127"/>
                <a:ea typeface="Gulim"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Gulim" pitchFamily="34" charset="-127"/>
                <a:ea typeface="Gulim" pitchFamily="34" charset="-127"/>
              </a:defRPr>
            </a:lvl9pPr>
          </a:lstStyle>
          <a:p>
            <a:pPr marL="342900" marR="0" lvl="0" indent="-342900" algn="l" defTabSz="914400" rtl="0" eaLnBrk="1" fontAlgn="base" latinLnBrk="1" hangingPunct="1">
              <a:lnSpc>
                <a:spcPct val="100000"/>
              </a:lnSpc>
              <a:spcBef>
                <a:spcPct val="20000"/>
              </a:spcBef>
              <a:spcAft>
                <a:spcPct val="0"/>
              </a:spcAft>
              <a:buClrTx/>
              <a:buSzTx/>
              <a:buFontTx/>
              <a:buNone/>
              <a:tabLst/>
              <a:defRPr/>
            </a:pPr>
            <a:endParaRPr kumimoji="1" lang="en-US" altLang="ko-KR" sz="32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endParaRPr>
          </a:p>
        </p:txBody>
      </p:sp>
      <p:sp>
        <p:nvSpPr>
          <p:cNvPr id="7" name="TextBox 6">
            <a:extLst>
              <a:ext uri="{FF2B5EF4-FFF2-40B4-BE49-F238E27FC236}">
                <a16:creationId xmlns:a16="http://schemas.microsoft.com/office/drawing/2014/main" id="{ACF60089-94DB-F76A-D972-C430DDA93E00}"/>
              </a:ext>
            </a:extLst>
          </p:cNvPr>
          <p:cNvSpPr txBox="1"/>
          <p:nvPr/>
        </p:nvSpPr>
        <p:spPr bwMode="auto">
          <a:xfrm>
            <a:off x="1123982" y="2879034"/>
            <a:ext cx="7086600" cy="707886"/>
          </a:xfrm>
          <a:prstGeom prst="rect">
            <a:avLst/>
          </a:prstGeom>
          <a:noFill/>
          <a:ln w="9525" algn="ctr">
            <a:noFill/>
            <a:miter lim="800000"/>
            <a:headEnd/>
            <a:tailEnd/>
          </a:ln>
          <a:effectLst>
            <a:outerShdw blurRad="50800" dist="38100" dir="2700000" algn="tl" rotWithShape="0">
              <a:prstClr val="black">
                <a:alpha val="40000"/>
              </a:prstClr>
            </a:outerShdw>
          </a:effectLst>
        </p:spPr>
        <p:txBody>
          <a:bodyPr wrap="square" rtlCol="0">
            <a:spAutoFit/>
          </a:bodyPr>
          <a:lstStyle/>
          <a:p>
            <a:pPr marL="457200" marR="0" lvl="0" indent="-457200" algn="ctr" defTabSz="914400" rtl="0" eaLnBrk="1" fontAlgn="base" latinLnBrk="1" hangingPunct="1">
              <a:lnSpc>
                <a:spcPct val="100000"/>
              </a:lnSpc>
              <a:spcBef>
                <a:spcPct val="0"/>
              </a:spcBef>
              <a:spcAft>
                <a:spcPct val="0"/>
              </a:spcAft>
              <a:buClrTx/>
              <a:buSzTx/>
              <a:buFontTx/>
              <a:buNone/>
              <a:tabLst/>
              <a:defRPr/>
            </a:pPr>
            <a:r>
              <a:rPr lang="en-US" altLang="ko-KR" sz="4000" dirty="0">
                <a:solidFill>
                  <a:srgbClr val="FFFFFF"/>
                </a:solidFill>
                <a:latin typeface="Malgun Gothic" panose="020B0503020000020004" pitchFamily="50" charset="-127"/>
                <a:ea typeface="맑은 고딕" panose="020B0503020000020004" pitchFamily="50" charset="-127"/>
              </a:rPr>
              <a:t>{{PRAYER}}</a:t>
            </a:r>
            <a:endParaRPr kumimoji="1" lang="ko-KR" altLang="en-US" sz="4000" b="0" i="0" u="none" strike="noStrike" kern="1200" cap="none" spc="0" normalizeH="0" baseline="0" noProof="0" dirty="0">
              <a:ln>
                <a:noFill/>
              </a:ln>
              <a:solidFill>
                <a:srgbClr val="FFFFFF"/>
              </a:solidFill>
              <a:effectLst/>
              <a:uLnTx/>
              <a:uFillTx/>
              <a:latin typeface="Malgun Gothic" panose="020B0503020000020004" pitchFamily="50" charset="-127"/>
              <a:ea typeface="맑은 고딕" panose="020B0503020000020004" pitchFamily="50" charset="-127"/>
            </a:endParaRPr>
          </a:p>
        </p:txBody>
      </p:sp>
      <p:sp>
        <p:nvSpPr>
          <p:cNvPr id="2" name="TextBox 1">
            <a:extLst>
              <a:ext uri="{FF2B5EF4-FFF2-40B4-BE49-F238E27FC236}">
                <a16:creationId xmlns:a16="http://schemas.microsoft.com/office/drawing/2014/main" id="{DC2DA80D-9503-4610-3526-5D6A1BF511AD}"/>
              </a:ext>
            </a:extLst>
          </p:cNvPr>
          <p:cNvSpPr txBox="1"/>
          <p:nvPr/>
        </p:nvSpPr>
        <p:spPr>
          <a:xfrm>
            <a:off x="2796911" y="1808039"/>
            <a:ext cx="3740743" cy="400110"/>
          </a:xfrm>
          <a:prstGeom prst="rect">
            <a:avLst/>
          </a:prstGeom>
          <a:noFill/>
          <a:effectLst>
            <a:outerShdw blurRad="50800" dist="38100" dir="2700000" algn="tl" rotWithShape="0">
              <a:prstClr val="black">
                <a:alpha val="40000"/>
              </a:prstClr>
            </a:outerShdw>
          </a:effectLst>
        </p:spPr>
        <p:txBody>
          <a:bodyPr wrap="square">
            <a:sp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2000" b="0" i="0" u="none" strike="noStrike" kern="1200" cap="none" spc="0" normalizeH="0" baseline="0" noProof="0" dirty="0">
                <a:ln>
                  <a:noFill/>
                </a:ln>
                <a:solidFill>
                  <a:srgbClr val="FFFFFF"/>
                </a:solidFill>
                <a:effectLst/>
                <a:uLnTx/>
                <a:uFillTx/>
                <a:latin typeface="Malgun Gothic" panose="020B0503020000020004" pitchFamily="50" charset="-127"/>
                <a:ea typeface="맑은 고딕" panose="020B0503020000020004" pitchFamily="50" charset="-127"/>
              </a:rPr>
              <a:t>CONGREGATIONAL PRAYER</a:t>
            </a:r>
            <a:endParaRPr kumimoji="1" lang="ko-KR" altLang="en-US" sz="2000" b="0" i="0" u="none" strike="noStrike" kern="1200" cap="none" spc="0" normalizeH="0" baseline="0" noProof="0" dirty="0">
              <a:ln>
                <a:noFill/>
              </a:ln>
              <a:solidFill>
                <a:srgbClr val="FFFFFF"/>
              </a:solidFill>
              <a:effectLst/>
              <a:uLnTx/>
              <a:uFillTx/>
              <a:latin typeface="Malgun Gothic" panose="020B0503020000020004" pitchFamily="50" charset="-127"/>
              <a:ea typeface="맑은 고딕" panose="020B0503020000020004" pitchFamily="50" charset="-127"/>
              <a:cs typeface="+mn-cs"/>
            </a:endParaRPr>
          </a:p>
        </p:txBody>
      </p:sp>
    </p:spTree>
    <p:extLst>
      <p:ext uri="{BB962C8B-B14F-4D97-AF65-F5344CB8AC3E}">
        <p14:creationId xmlns:p14="http://schemas.microsoft.com/office/powerpoint/2010/main" val="11455620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PhAnim="0">
  <p:cSld>
    <p:bg>
      <p:bgPr>
        <a:blipFill dpi="0" rotWithShape="0">
          <a:blip r:embed="rId2">
            <a:alphaModFix amt="50000"/>
            <a:lum/>
          </a:blip>
          <a:srcRect/>
          <a:stretch>
            <a:fillRect/>
          </a:stretch>
        </a:blipFill>
        <a:effectLst/>
      </p:bgPr>
    </p:bg>
    <p:spTree>
      <p:nvGrpSpPr>
        <p:cNvPr id="1" name="">
          <a:extLst>
            <a:ext uri="{FF2B5EF4-FFF2-40B4-BE49-F238E27FC236}">
              <a16:creationId xmlns:a16="http://schemas.microsoft.com/office/drawing/2014/main" id="{36E39660-E8EE-0A86-1381-13D097F1EED3}"/>
            </a:ext>
          </a:extLst>
        </p:cNvPr>
        <p:cNvGrpSpPr/>
        <p:nvPr/>
      </p:nvGrpSpPr>
      <p:grpSpPr>
        <a:xfrm>
          <a:off x="0" y="0"/>
          <a:ext cx="0" cy="0"/>
          <a:chOff x="0" y="0"/>
          <a:chExt cx="0" cy="0"/>
        </a:xfrm>
      </p:grpSpPr>
      <p:sp>
        <p:nvSpPr>
          <p:cNvPr id="5" name="대각선 방향의 모서리가 둥근 사각형 4">
            <a:extLst>
              <a:ext uri="{FF2B5EF4-FFF2-40B4-BE49-F238E27FC236}">
                <a16:creationId xmlns:a16="http://schemas.microsoft.com/office/drawing/2014/main" id="{62456C39-268B-4089-97DB-97B9E93BE110}"/>
              </a:ext>
            </a:extLst>
          </p:cNvPr>
          <p:cNvSpPr>
            <a:spLocks noChangeAspect="1"/>
          </p:cNvSpPr>
          <p:nvPr/>
        </p:nvSpPr>
        <p:spPr bwMode="auto">
          <a:xfrm>
            <a:off x="1143000" y="1352550"/>
            <a:ext cx="6858000" cy="3200400"/>
          </a:xfrm>
          <a:prstGeom prst="round2DiagRect">
            <a:avLst/>
          </a:prstGeom>
          <a:solidFill>
            <a:schemeClr val="tx1">
              <a:alpha val="65000"/>
            </a:schemeClr>
          </a:solidFill>
          <a:ln w="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24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endParaRPr>
          </a:p>
        </p:txBody>
      </p:sp>
      <p:sp>
        <p:nvSpPr>
          <p:cNvPr id="7" name="TextBox 6">
            <a:extLst>
              <a:ext uri="{FF2B5EF4-FFF2-40B4-BE49-F238E27FC236}">
                <a16:creationId xmlns:a16="http://schemas.microsoft.com/office/drawing/2014/main" id="{28772D59-ED31-DC51-6046-8D469D1A566B}"/>
              </a:ext>
            </a:extLst>
          </p:cNvPr>
          <p:cNvSpPr txBox="1"/>
          <p:nvPr/>
        </p:nvSpPr>
        <p:spPr>
          <a:xfrm>
            <a:off x="1371600" y="3235332"/>
            <a:ext cx="6477000" cy="461665"/>
          </a:xfrm>
          <a:prstGeom prst="rect">
            <a:avLst/>
          </a:prstGeom>
          <a:noFill/>
          <a:effectLst>
            <a:outerShdw blurRad="50800" dist="38100" dir="2700000" algn="tl" rotWithShape="0">
              <a:prstClr val="black">
                <a:alpha val="40000"/>
              </a:prstClr>
            </a:outerShdw>
          </a:effectLst>
        </p:spPr>
        <p:txBody>
          <a:bodyPr wrap="square" rtlCol="0">
            <a:sp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ko-KR" altLang="en-US" sz="2400" b="1" i="0" u="none" strike="noStrike" kern="1200" cap="none" spc="0" normalizeH="0" baseline="0" noProof="0" dirty="0">
                <a:ln>
                  <a:noFill/>
                </a:ln>
                <a:solidFill>
                  <a:srgbClr val="FFFFFF"/>
                </a:solidFill>
                <a:effectLst/>
                <a:uLnTx/>
                <a:uFillTx/>
                <a:latin typeface="Malgun Gothic" panose="020B0503020000020004" pitchFamily="50" charset="-127"/>
                <a:ea typeface="맑은 고딕" panose="020B0503020000020004" pitchFamily="50" charset="-127"/>
              </a:rPr>
              <a:t>김은호 </a:t>
            </a:r>
            <a:r>
              <a:rPr lang="ko-KR" altLang="en-US" sz="2400" b="1" dirty="0">
                <a:solidFill>
                  <a:srgbClr val="FFFFFF"/>
                </a:solidFill>
                <a:latin typeface="Malgun Gothic" panose="020B0503020000020004" pitchFamily="50" charset="-127"/>
                <a:ea typeface="맑은 고딕" panose="020B0503020000020004" pitchFamily="50" charset="-127"/>
              </a:rPr>
              <a:t>전도</a:t>
            </a:r>
            <a:r>
              <a:rPr kumimoji="1" lang="ko-KR" altLang="en-US" sz="2400" b="1" i="0" u="none" strike="noStrike" kern="1200" cap="none" spc="0" normalizeH="0" baseline="0" noProof="0" dirty="0">
                <a:ln>
                  <a:noFill/>
                </a:ln>
                <a:solidFill>
                  <a:srgbClr val="FFFFFF"/>
                </a:solidFill>
                <a:effectLst/>
                <a:uLnTx/>
                <a:uFillTx/>
                <a:latin typeface="Malgun Gothic" panose="020B0503020000020004" pitchFamily="50" charset="-127"/>
                <a:ea typeface="맑은 고딕" panose="020B0503020000020004" pitchFamily="50" charset="-127"/>
              </a:rPr>
              <a:t>사</a:t>
            </a:r>
          </a:p>
        </p:txBody>
      </p:sp>
      <p:sp>
        <p:nvSpPr>
          <p:cNvPr id="1937410" name="Rectangle 2">
            <a:extLst>
              <a:ext uri="{FF2B5EF4-FFF2-40B4-BE49-F238E27FC236}">
                <a16:creationId xmlns:a16="http://schemas.microsoft.com/office/drawing/2014/main" id="{31D12950-4BE1-F906-39D4-CD3E310F548D}"/>
              </a:ext>
            </a:extLst>
          </p:cNvPr>
          <p:cNvSpPr>
            <a:spLocks noGrp="1" noChangeArrowheads="1"/>
          </p:cNvSpPr>
          <p:nvPr>
            <p:ph type="title"/>
          </p:nvPr>
        </p:nvSpPr>
        <p:spPr>
          <a:xfrm>
            <a:off x="1371600" y="40684"/>
            <a:ext cx="6477000" cy="862013"/>
          </a:xfrm>
          <a:effectLst>
            <a:outerShdw blurRad="50800" dist="38100" dir="2700000" algn="tl" rotWithShape="0">
              <a:prstClr val="black">
                <a:alpha val="40000"/>
              </a:prstClr>
            </a:outerShdw>
          </a:effectLst>
        </p:spPr>
        <p:txBody>
          <a:bodyPr/>
          <a:lstStyle/>
          <a:p>
            <a:pPr eaLnBrk="1" hangingPunct="1"/>
            <a:r>
              <a:rPr lang="ko-KR" altLang="en-US" sz="4000" b="1" dirty="0">
                <a:solidFill>
                  <a:schemeClr val="tx1"/>
                </a:solidFill>
                <a:latin typeface="Malgun Gothic" panose="020B0503020000020004" pitchFamily="50" charset="-127"/>
                <a:ea typeface="맑은 고딕" panose="020B0503020000020004" pitchFamily="50" charset="-127"/>
              </a:rPr>
              <a:t>말 씀 선 포</a:t>
            </a:r>
          </a:p>
        </p:txBody>
      </p:sp>
      <p:sp>
        <p:nvSpPr>
          <p:cNvPr id="9" name="TextBox 8">
            <a:extLst>
              <a:ext uri="{FF2B5EF4-FFF2-40B4-BE49-F238E27FC236}">
                <a16:creationId xmlns:a16="http://schemas.microsoft.com/office/drawing/2014/main" id="{45B4A10A-1A78-B142-4CC9-24380773B863}"/>
              </a:ext>
            </a:extLst>
          </p:cNvPr>
          <p:cNvSpPr txBox="1"/>
          <p:nvPr/>
        </p:nvSpPr>
        <p:spPr>
          <a:xfrm>
            <a:off x="1371600" y="2039381"/>
            <a:ext cx="6477000" cy="707886"/>
          </a:xfrm>
          <a:prstGeom prst="rect">
            <a:avLst/>
          </a:prstGeom>
          <a:noFill/>
          <a:effectLst>
            <a:outerShdw blurRad="50800" dist="38100" dir="2700000" algn="tl" rotWithShape="0">
              <a:prstClr val="black">
                <a:alpha val="40000"/>
              </a:prstClr>
            </a:outerShdw>
          </a:effectLst>
        </p:spPr>
        <p:txBody>
          <a:bodyPr wrap="square" rtlCol="0">
            <a:sp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4000" b="1"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a:t>
            </a:r>
            <a:r>
              <a:rPr kumimoji="1" lang="en-US" altLang="ko-KR" sz="4000" b="1" i="0" u="none" strike="noStrike" kern="1200" cap="none" spc="0" normalizeH="0" baseline="0" dirty="0">
                <a:ln>
                  <a:noFill/>
                </a:ln>
                <a:solidFill>
                  <a:srgbClr val="FFFFFF"/>
                </a:solidFill>
                <a:effectLst/>
                <a:uLnTx/>
                <a:uFillTx/>
                <a:latin typeface="맑은 고딕" panose="020B0503020000020004" pitchFamily="50" charset="-127"/>
                <a:ea typeface="맑은 고딕" panose="020B0503020000020004" pitchFamily="50" charset="-127"/>
              </a:rPr>
              <a:t>{{SERMON_TITLE2}}</a:t>
            </a:r>
            <a:r>
              <a:rPr kumimoji="1" lang="ko-KR" altLang="en-US" sz="4000" b="1"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a:t>
            </a:r>
          </a:p>
        </p:txBody>
      </p:sp>
      <p:sp>
        <p:nvSpPr>
          <p:cNvPr id="2" name="TextBox 1">
            <a:extLst>
              <a:ext uri="{FF2B5EF4-FFF2-40B4-BE49-F238E27FC236}">
                <a16:creationId xmlns:a16="http://schemas.microsoft.com/office/drawing/2014/main" id="{A0BFB7C2-42C1-50C8-EBC5-49FD2533A455}"/>
              </a:ext>
            </a:extLst>
          </p:cNvPr>
          <p:cNvSpPr txBox="1"/>
          <p:nvPr/>
        </p:nvSpPr>
        <p:spPr>
          <a:xfrm>
            <a:off x="2701628" y="832235"/>
            <a:ext cx="3740743" cy="400110"/>
          </a:xfrm>
          <a:prstGeom prst="rect">
            <a:avLst/>
          </a:prstGeom>
          <a:noFill/>
          <a:effectLst>
            <a:outerShdw blurRad="50800" dist="38100" dir="2700000" algn="tl" rotWithShape="0">
              <a:prstClr val="black">
                <a:alpha val="40000"/>
              </a:prstClr>
            </a:outerShdw>
          </a:effectLst>
        </p:spPr>
        <p:txBody>
          <a:bodyPr wrap="square">
            <a:sp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2000" b="0"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rPr>
              <a:t>SERMON</a:t>
            </a:r>
            <a:endParaRPr kumimoji="1" lang="ko-KR" altLang="en-US" sz="2000" b="0"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cs typeface="+mn-cs"/>
            </a:endParaRPr>
          </a:p>
        </p:txBody>
      </p:sp>
    </p:spTree>
    <p:extLst>
      <p:ext uri="{BB962C8B-B14F-4D97-AF65-F5344CB8AC3E}">
        <p14:creationId xmlns:p14="http://schemas.microsoft.com/office/powerpoint/2010/main" val="31105451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PhAnim="0">
  <p:cSld>
    <p:bg>
      <p:bgPr>
        <a:blipFill dpi="0" rotWithShape="0">
          <a:blip r:embed="rId2">
            <a:alphaModFix amt="50000"/>
            <a:lum/>
          </a:blip>
          <a:srcRect/>
          <a:stretch>
            <a:fillRect t="-9000" b="-9000"/>
          </a:stretch>
        </a:blipFill>
        <a:effectLst/>
      </p:bgPr>
    </p:bg>
    <p:spTree>
      <p:nvGrpSpPr>
        <p:cNvPr id="1" name="">
          <a:extLst>
            <a:ext uri="{FF2B5EF4-FFF2-40B4-BE49-F238E27FC236}">
              <a16:creationId xmlns:a16="http://schemas.microsoft.com/office/drawing/2014/main" id="{4BE48328-5838-E416-7037-50D930D83AC3}"/>
            </a:ext>
          </a:extLst>
        </p:cNvPr>
        <p:cNvGrpSpPr/>
        <p:nvPr/>
      </p:nvGrpSpPr>
      <p:grpSpPr>
        <a:xfrm>
          <a:off x="0" y="0"/>
          <a:ext cx="0" cy="0"/>
          <a:chOff x="0" y="0"/>
          <a:chExt cx="0" cy="0"/>
        </a:xfrm>
      </p:grpSpPr>
      <p:sp>
        <p:nvSpPr>
          <p:cNvPr id="5" name="대각선 방향의 모서리가 둥근 사각형 4">
            <a:extLst>
              <a:ext uri="{FF2B5EF4-FFF2-40B4-BE49-F238E27FC236}">
                <a16:creationId xmlns:a16="http://schemas.microsoft.com/office/drawing/2014/main" id="{0932533F-A2AF-39E4-142E-905A4DED693E}"/>
              </a:ext>
            </a:extLst>
          </p:cNvPr>
          <p:cNvSpPr>
            <a:spLocks noChangeAspect="1"/>
          </p:cNvSpPr>
          <p:nvPr/>
        </p:nvSpPr>
        <p:spPr bwMode="auto">
          <a:xfrm>
            <a:off x="533400" y="438150"/>
            <a:ext cx="8077200" cy="4343400"/>
          </a:xfrm>
          <a:prstGeom prst="round2DiagRect">
            <a:avLst>
              <a:gd name="adj1" fmla="val 16667"/>
              <a:gd name="adj2" fmla="val 0"/>
            </a:avLst>
          </a:prstGeom>
          <a:solidFill>
            <a:schemeClr val="bg2">
              <a:lumMod val="60000"/>
              <a:lumOff val="40000"/>
              <a:alpha val="34000"/>
            </a:schemeClr>
          </a:solidFill>
          <a:ln w="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24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endParaRPr>
          </a:p>
        </p:txBody>
      </p:sp>
      <p:sp>
        <p:nvSpPr>
          <p:cNvPr id="4664322" name="Rectangle 2">
            <a:extLst>
              <a:ext uri="{FF2B5EF4-FFF2-40B4-BE49-F238E27FC236}">
                <a16:creationId xmlns:a16="http://schemas.microsoft.com/office/drawing/2014/main" id="{76D1C59F-3188-BD74-6B29-4D15E54CF71A}"/>
              </a:ext>
            </a:extLst>
          </p:cNvPr>
          <p:cNvSpPr>
            <a:spLocks noGrp="1" noChangeArrowheads="1"/>
          </p:cNvSpPr>
          <p:nvPr>
            <p:ph type="title"/>
          </p:nvPr>
        </p:nvSpPr>
        <p:spPr>
          <a:xfrm>
            <a:off x="1371600" y="919104"/>
            <a:ext cx="6477000" cy="1243013"/>
          </a:xfrm>
          <a:effectLst>
            <a:outerShdw blurRad="50800" dist="38100" dir="2700000" algn="tl" rotWithShape="0">
              <a:prstClr val="black">
                <a:alpha val="40000"/>
              </a:prstClr>
            </a:outerShdw>
          </a:effectLst>
        </p:spPr>
        <p:txBody>
          <a:bodyPr/>
          <a:lstStyle/>
          <a:p>
            <a:pPr eaLnBrk="1" hangingPunct="1"/>
            <a:r>
              <a:rPr lang="ko-KR" altLang="en-US" sz="6000" dirty="0">
                <a:solidFill>
                  <a:schemeClr val="tx1"/>
                </a:solidFill>
                <a:latin typeface="Malgun Gothic" panose="020B0503020000020004" pitchFamily="50" charset="-127"/>
              </a:rPr>
              <a:t>성 경 봉 독</a:t>
            </a:r>
          </a:p>
        </p:txBody>
      </p:sp>
      <p:sp>
        <p:nvSpPr>
          <p:cNvPr id="2" name="TextBox 1">
            <a:extLst>
              <a:ext uri="{FF2B5EF4-FFF2-40B4-BE49-F238E27FC236}">
                <a16:creationId xmlns:a16="http://schemas.microsoft.com/office/drawing/2014/main" id="{C4B93419-AAA0-B25A-053F-F22B3484F024}"/>
              </a:ext>
            </a:extLst>
          </p:cNvPr>
          <p:cNvSpPr txBox="1"/>
          <p:nvPr/>
        </p:nvSpPr>
        <p:spPr>
          <a:xfrm>
            <a:off x="2739728" y="2117233"/>
            <a:ext cx="3740743" cy="369332"/>
          </a:xfrm>
          <a:prstGeom prst="rect">
            <a:avLst/>
          </a:prstGeom>
          <a:noFill/>
          <a:effectLst>
            <a:outerShdw blurRad="50800" dist="38100" dir="2700000" algn="tl" rotWithShape="0">
              <a:prstClr val="black">
                <a:alpha val="40000"/>
              </a:prstClr>
            </a:outerShdw>
          </a:effectLst>
        </p:spPr>
        <p:txBody>
          <a:bodyPr wrap="square">
            <a:spAutoFit/>
          </a:bodyPr>
          <a:lstStyle/>
          <a:p>
            <a:pPr algn="ctr">
              <a:defRPr/>
            </a:pPr>
            <a:r>
              <a:rPr lang="en-US" altLang="ko-KR" sz="1800" dirty="0">
                <a:latin typeface="Malgun Gothic" panose="020B0503020000020004" pitchFamily="50" charset="-127"/>
                <a:ea typeface="맑은 고딕" panose="020B0503020000020004" pitchFamily="50" charset="-127"/>
              </a:rPr>
              <a:t>SCRIPTURE READING</a:t>
            </a:r>
            <a:endParaRPr lang="ko-KR" altLang="en-US" sz="1800" dirty="0">
              <a:latin typeface="Malgun Gothic" panose="020B0503020000020004" pitchFamily="50" charset="-127"/>
              <a:ea typeface="맑은 고딕" panose="020B0503020000020004" pitchFamily="50" charset="-127"/>
              <a:cs typeface="+mn-cs"/>
            </a:endParaRPr>
          </a:p>
        </p:txBody>
      </p:sp>
      <p:sp>
        <p:nvSpPr>
          <p:cNvPr id="3" name="Rectangle 2">
            <a:extLst>
              <a:ext uri="{FF2B5EF4-FFF2-40B4-BE49-F238E27FC236}">
                <a16:creationId xmlns:a16="http://schemas.microsoft.com/office/drawing/2014/main" id="{1D478BA4-D87F-8BD3-B116-015A8A3ECEC7}"/>
              </a:ext>
            </a:extLst>
          </p:cNvPr>
          <p:cNvSpPr txBox="1">
            <a:spLocks noChangeArrowheads="1"/>
          </p:cNvSpPr>
          <p:nvPr/>
        </p:nvSpPr>
        <p:spPr bwMode="auto">
          <a:xfrm>
            <a:off x="762000" y="2612265"/>
            <a:ext cx="7620000" cy="168222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3492" tIns="31746" rIns="63492" bIns="31746" numCol="1" anchor="ctr" anchorCtr="0" compatLnSpc="1">
            <a:prstTxWarp prst="textNoShape">
              <a:avLst/>
            </a:prstTxWarp>
          </a:bodyPr>
          <a:lstStyle>
            <a:lvl1pPr algn="ctr" rtl="0" eaLnBrk="0" fontAlgn="base" latinLnBrk="1" hangingPunct="0">
              <a:spcBef>
                <a:spcPct val="0"/>
              </a:spcBef>
              <a:spcAft>
                <a:spcPct val="0"/>
              </a:spcAft>
              <a:defRPr kumimoji="1" sz="3100">
                <a:solidFill>
                  <a:schemeClr val="tx2"/>
                </a:solidFill>
                <a:latin typeface="Gulim" pitchFamily="34" charset="-127"/>
                <a:ea typeface="Gulim" pitchFamily="34" charset="-127"/>
                <a:cs typeface="+mj-cs"/>
              </a:defRPr>
            </a:lvl1pPr>
            <a:lvl2pPr algn="ctr" rtl="0" eaLnBrk="0" fontAlgn="base" latinLnBrk="1" hangingPunct="0">
              <a:spcBef>
                <a:spcPct val="0"/>
              </a:spcBef>
              <a:spcAft>
                <a:spcPct val="0"/>
              </a:spcAft>
              <a:defRPr kumimoji="1" sz="3100">
                <a:solidFill>
                  <a:schemeClr val="tx2"/>
                </a:solidFill>
                <a:latin typeface="Gulim" pitchFamily="34" charset="-127"/>
                <a:ea typeface="Gulim" pitchFamily="34" charset="-127"/>
              </a:defRPr>
            </a:lvl2pPr>
            <a:lvl3pPr algn="ctr" rtl="0" eaLnBrk="0" fontAlgn="base" latinLnBrk="1" hangingPunct="0">
              <a:spcBef>
                <a:spcPct val="0"/>
              </a:spcBef>
              <a:spcAft>
                <a:spcPct val="0"/>
              </a:spcAft>
              <a:defRPr kumimoji="1" sz="3100">
                <a:solidFill>
                  <a:schemeClr val="tx2"/>
                </a:solidFill>
                <a:latin typeface="Gulim" pitchFamily="34" charset="-127"/>
                <a:ea typeface="Gulim" pitchFamily="34" charset="-127"/>
              </a:defRPr>
            </a:lvl3pPr>
            <a:lvl4pPr algn="ctr" rtl="0" eaLnBrk="0" fontAlgn="base" latinLnBrk="1" hangingPunct="0">
              <a:spcBef>
                <a:spcPct val="0"/>
              </a:spcBef>
              <a:spcAft>
                <a:spcPct val="0"/>
              </a:spcAft>
              <a:defRPr kumimoji="1" sz="3100">
                <a:solidFill>
                  <a:schemeClr val="tx2"/>
                </a:solidFill>
                <a:latin typeface="Gulim" pitchFamily="34" charset="-127"/>
                <a:ea typeface="Gulim" pitchFamily="34" charset="-127"/>
              </a:defRPr>
            </a:lvl4pPr>
            <a:lvl5pPr algn="ctr" rtl="0" eaLnBrk="0" fontAlgn="base" latinLnBrk="1" hangingPunct="0">
              <a:spcBef>
                <a:spcPct val="0"/>
              </a:spcBef>
              <a:spcAft>
                <a:spcPct val="0"/>
              </a:spcAft>
              <a:defRPr kumimoji="1" sz="3100">
                <a:solidFill>
                  <a:schemeClr val="tx2"/>
                </a:solidFill>
                <a:latin typeface="Gulim" pitchFamily="34" charset="-127"/>
                <a:ea typeface="Gulim" pitchFamily="34" charset="-127"/>
              </a:defRPr>
            </a:lvl5pPr>
            <a:lvl6pPr marL="317456" algn="ctr" rtl="0" fontAlgn="base" latinLnBrk="1">
              <a:spcBef>
                <a:spcPct val="0"/>
              </a:spcBef>
              <a:spcAft>
                <a:spcPct val="0"/>
              </a:spcAft>
              <a:defRPr kumimoji="1" sz="3100">
                <a:solidFill>
                  <a:schemeClr val="tx2"/>
                </a:solidFill>
                <a:latin typeface="굴림" pitchFamily="50" charset="-127"/>
                <a:ea typeface="굴림" pitchFamily="50" charset="-127"/>
              </a:defRPr>
            </a:lvl6pPr>
            <a:lvl7pPr marL="634913" algn="ctr" rtl="0" fontAlgn="base" latinLnBrk="1">
              <a:spcBef>
                <a:spcPct val="0"/>
              </a:spcBef>
              <a:spcAft>
                <a:spcPct val="0"/>
              </a:spcAft>
              <a:defRPr kumimoji="1" sz="3100">
                <a:solidFill>
                  <a:schemeClr val="tx2"/>
                </a:solidFill>
                <a:latin typeface="굴림" pitchFamily="50" charset="-127"/>
                <a:ea typeface="굴림" pitchFamily="50" charset="-127"/>
              </a:defRPr>
            </a:lvl7pPr>
            <a:lvl8pPr marL="952369" algn="ctr" rtl="0" fontAlgn="base" latinLnBrk="1">
              <a:spcBef>
                <a:spcPct val="0"/>
              </a:spcBef>
              <a:spcAft>
                <a:spcPct val="0"/>
              </a:spcAft>
              <a:defRPr kumimoji="1" sz="3100">
                <a:solidFill>
                  <a:schemeClr val="tx2"/>
                </a:solidFill>
                <a:latin typeface="굴림" pitchFamily="50" charset="-127"/>
                <a:ea typeface="굴림" pitchFamily="50" charset="-127"/>
              </a:defRPr>
            </a:lvl8pPr>
            <a:lvl9pPr marL="1269825" algn="ctr" rtl="0" fontAlgn="base" latinLnBrk="1">
              <a:spcBef>
                <a:spcPct val="0"/>
              </a:spcBef>
              <a:spcAft>
                <a:spcPct val="0"/>
              </a:spcAft>
              <a:defRPr kumimoji="1" sz="3100">
                <a:solidFill>
                  <a:schemeClr val="tx2"/>
                </a:solidFill>
                <a:latin typeface="굴림" pitchFamily="50" charset="-127"/>
                <a:ea typeface="굴림" pitchFamily="50" charset="-127"/>
              </a:defRPr>
            </a:lvl9pPr>
          </a:lstStyle>
          <a:p>
            <a:pPr eaLnBrk="1" hangingPunct="1">
              <a:lnSpc>
                <a:spcPct val="150000"/>
              </a:lnSpc>
              <a:spcBef>
                <a:spcPts val="300"/>
              </a:spcBef>
            </a:pPr>
            <a:r>
              <a:rPr lang="en-US" altLang="ko-KR" sz="3200" b="1" dirty="0">
                <a:solidFill>
                  <a:schemeClr val="tx1"/>
                </a:solidFill>
                <a:latin typeface="Malgun Gothic" panose="020B0503020000020004" pitchFamily="50" charset="-127"/>
                <a:ea typeface="맑은 고딕" panose="020B0503020000020004" pitchFamily="50" charset="-127"/>
              </a:rPr>
              <a:t>{{SCRIPTURE_KO_EN}}</a:t>
            </a:r>
            <a:br>
              <a:rPr lang="en-US" altLang="ko-KR" sz="3200" b="1">
                <a:solidFill>
                  <a:schemeClr val="tx1"/>
                </a:solidFill>
                <a:latin typeface="Malgun Gothic" panose="020B0503020000020004" pitchFamily="50" charset="-127"/>
                <a:ea typeface="맑은 고딕" panose="020B0503020000020004" pitchFamily="50" charset="-127"/>
              </a:rPr>
            </a:br>
            <a:r>
              <a:rPr lang="en-US" altLang="ko-KR" sz="3200" b="1">
                <a:solidFill>
                  <a:schemeClr val="tx1"/>
                </a:solidFill>
                <a:latin typeface="Malgun Gothic" panose="020B0503020000020004" pitchFamily="50" charset="-127"/>
                <a:ea typeface="맑은 고딕" panose="020B0503020000020004" pitchFamily="50" charset="-127"/>
              </a:rPr>
              <a:t>{{</a:t>
            </a:r>
            <a:r>
              <a:rPr lang="en-US" altLang="ko-KR" sz="3200" b="1" dirty="0">
                <a:solidFill>
                  <a:schemeClr val="tx1"/>
                </a:solidFill>
                <a:latin typeface="Malgun Gothic" panose="020B0503020000020004" pitchFamily="50" charset="-127"/>
                <a:ea typeface="맑은 고딕" panose="020B0503020000020004" pitchFamily="50" charset="-127"/>
              </a:rPr>
              <a:t>SCRIPTURE_</a:t>
            </a:r>
            <a:r>
              <a:rPr lang="en-US" altLang="ko-KR" sz="3200" b="1">
                <a:solidFill>
                  <a:schemeClr val="tx1"/>
                </a:solidFill>
                <a:latin typeface="Malgun Gothic" panose="020B0503020000020004" pitchFamily="50" charset="-127"/>
                <a:ea typeface="맑은 고딕" panose="020B0503020000020004" pitchFamily="50" charset="-127"/>
              </a:rPr>
              <a:t>VERSE}}</a:t>
            </a:r>
            <a:endParaRPr lang="ko-KR" altLang="en-US" sz="3200" dirty="0">
              <a:solidFill>
                <a:schemeClr val="tx1"/>
              </a:solidFill>
              <a:latin typeface="Malgun Gothic"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42632740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PhAnim="0">
  <p:cSld>
    <p:bg>
      <p:bgPr>
        <a:blipFill dpi="0" rotWithShape="0">
          <a:blip r:embed="rId2">
            <a:alphaModFix amt="50000"/>
            <a:lum/>
          </a:blip>
          <a:srcRect/>
          <a:stretch>
            <a:fillRect t="-9000" b="-9000"/>
          </a:stretch>
        </a:blipFill>
        <a:effectLst/>
      </p:bgPr>
    </p:bg>
    <p:spTree>
      <p:nvGrpSpPr>
        <p:cNvPr id="1" name="">
          <a:extLst>
            <a:ext uri="{FF2B5EF4-FFF2-40B4-BE49-F238E27FC236}">
              <a16:creationId xmlns:a16="http://schemas.microsoft.com/office/drawing/2014/main" id="{21BE6716-A474-87FF-29CF-8A9DF824FB23}"/>
            </a:ext>
          </a:extLst>
        </p:cNvPr>
        <p:cNvGrpSpPr/>
        <p:nvPr/>
      </p:nvGrpSpPr>
      <p:grpSpPr>
        <a:xfrm>
          <a:off x="0" y="0"/>
          <a:ext cx="0" cy="0"/>
          <a:chOff x="0" y="0"/>
          <a:chExt cx="0" cy="0"/>
        </a:xfrm>
      </p:grpSpPr>
      <p:sp>
        <p:nvSpPr>
          <p:cNvPr id="4" name="대각선 방향의 모서리가 둥근 사각형 4">
            <a:extLst>
              <a:ext uri="{FF2B5EF4-FFF2-40B4-BE49-F238E27FC236}">
                <a16:creationId xmlns:a16="http://schemas.microsoft.com/office/drawing/2014/main" id="{B0138CEC-23E5-47DD-2F9D-5857781F5DF6}"/>
              </a:ext>
            </a:extLst>
          </p:cNvPr>
          <p:cNvSpPr>
            <a:spLocks noChangeAspect="1"/>
          </p:cNvSpPr>
          <p:nvPr/>
        </p:nvSpPr>
        <p:spPr bwMode="auto">
          <a:xfrm>
            <a:off x="152400" y="133350"/>
            <a:ext cx="8839200" cy="4876800"/>
          </a:xfrm>
          <a:prstGeom prst="round2DiagRect">
            <a:avLst>
              <a:gd name="adj1" fmla="val 16667"/>
              <a:gd name="adj2" fmla="val 0"/>
            </a:avLst>
          </a:prstGeom>
          <a:solidFill>
            <a:schemeClr val="bg1">
              <a:alpha val="34000"/>
            </a:schemeClr>
          </a:solidFill>
          <a:ln w="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24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endParaRPr>
          </a:p>
        </p:txBody>
      </p:sp>
      <p:sp>
        <p:nvSpPr>
          <p:cNvPr id="6" name="TextBox 5">
            <a:extLst>
              <a:ext uri="{FF2B5EF4-FFF2-40B4-BE49-F238E27FC236}">
                <a16:creationId xmlns:a16="http://schemas.microsoft.com/office/drawing/2014/main" id="{6471EAF1-741B-5344-91E9-BCB7C13AC023}"/>
              </a:ext>
            </a:extLst>
          </p:cNvPr>
          <p:cNvSpPr txBox="1"/>
          <p:nvPr/>
        </p:nvSpPr>
        <p:spPr bwMode="auto">
          <a:xfrm>
            <a:off x="304800" y="209550"/>
            <a:ext cx="5029200" cy="615553"/>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defRPr/>
            </a:pPr>
            <a:r>
              <a:rPr lang="en-US" altLang="ko-KR" sz="3400" b="1" dirty="0">
                <a:effectLst/>
                <a:latin typeface="Malgun Gothic" panose="020B0503020000020004" pitchFamily="50" charset="-127"/>
                <a:ea typeface="맑은 고딕" panose="020B0503020000020004" pitchFamily="50" charset="-127"/>
              </a:rPr>
              <a:t>{{VERSE_REF}}</a:t>
            </a:r>
            <a:endParaRPr lang="en-US" sz="3400" b="1" dirty="0">
              <a:solidFill>
                <a:schemeClr val="bg1"/>
              </a:solidFill>
              <a:latin typeface="Malgun Gothic" panose="020B0503020000020004" pitchFamily="50" charset="-127"/>
              <a:ea typeface="궁서체" pitchFamily="17" charset="-127"/>
            </a:endParaRPr>
          </a:p>
        </p:txBody>
      </p:sp>
      <p:sp>
        <p:nvSpPr>
          <p:cNvPr id="2" name="TextBox 1">
            <a:extLst>
              <a:ext uri="{FF2B5EF4-FFF2-40B4-BE49-F238E27FC236}">
                <a16:creationId xmlns:a16="http://schemas.microsoft.com/office/drawing/2014/main" id="{4515AA5E-9D0A-2281-9857-2E1C201484B2}"/>
              </a:ext>
            </a:extLst>
          </p:cNvPr>
          <p:cNvSpPr txBox="1"/>
          <p:nvPr/>
        </p:nvSpPr>
        <p:spPr bwMode="auto">
          <a:xfrm>
            <a:off x="432178" y="831562"/>
            <a:ext cx="8407021" cy="615553"/>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lang="en-US" altLang="ko-KR" sz="3400" b="1" dirty="0">
                <a:latin typeface="Malgun Gothic" panose="020B0503020000020004" pitchFamily="50" charset="-127"/>
                <a:ea typeface="맑은 고딕" panose="020B0503020000020004" pitchFamily="50" charset="-127"/>
              </a:rPr>
              <a:t>{{VERSE_KO}}</a:t>
            </a:r>
            <a:endParaRPr lang="en-US" sz="3400" b="1" dirty="0">
              <a:solidFill>
                <a:schemeClr val="bg1"/>
              </a:solidFill>
              <a:latin typeface="Malgun Gothic" panose="020B0503020000020004" pitchFamily="50" charset="-127"/>
              <a:ea typeface="궁서체" pitchFamily="17" charset="-127"/>
            </a:endParaRPr>
          </a:p>
        </p:txBody>
      </p:sp>
      <p:sp>
        <p:nvSpPr>
          <p:cNvPr id="3" name="TextBox 2">
            <a:extLst>
              <a:ext uri="{FF2B5EF4-FFF2-40B4-BE49-F238E27FC236}">
                <a16:creationId xmlns:a16="http://schemas.microsoft.com/office/drawing/2014/main" id="{B57098D7-5335-2573-9F6A-9D2CB5A95B2D}"/>
              </a:ext>
            </a:extLst>
          </p:cNvPr>
          <p:cNvSpPr txBox="1"/>
          <p:nvPr/>
        </p:nvSpPr>
        <p:spPr bwMode="auto">
          <a:xfrm>
            <a:off x="507242" y="4081105"/>
            <a:ext cx="8331958" cy="461665"/>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lang="en-US" sz="2400" b="1" dirty="0">
                <a:latin typeface="Malgun Gothic" panose="020B0503020000020004" pitchFamily="50" charset="-127"/>
                <a:ea typeface="맑은 고딕" panose="020B0503020000020004" pitchFamily="50" charset="-127"/>
              </a:rPr>
              <a:t>{{VERSE_EN}}</a:t>
            </a:r>
            <a:endParaRPr kumimoji="0" lang="en-US" altLang="ko-KR" sz="2400" b="1" dirty="0">
              <a:latin typeface="Malgun Gothic"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6561146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PhAnim="0">
  <p:cSld>
    <p:bg>
      <p:bgPr>
        <a:blipFill dpi="0" rotWithShape="0">
          <a:blip r:embed="rId2">
            <a:alphaModFix amt="50000"/>
            <a:lum/>
          </a:blip>
          <a:srcRect/>
          <a:stretch>
            <a:fillRect t="-9000" b="-9000"/>
          </a:stretch>
        </a:blipFill>
        <a:effectLst/>
      </p:bgPr>
    </p:bg>
    <p:spTree>
      <p:nvGrpSpPr>
        <p:cNvPr id="1" name="">
          <a:extLst>
            <a:ext uri="{FF2B5EF4-FFF2-40B4-BE49-F238E27FC236}">
              <a16:creationId xmlns:a16="http://schemas.microsoft.com/office/drawing/2014/main" id="{DD491694-416A-BD35-2521-3FDA4F8EA754}"/>
            </a:ext>
          </a:extLst>
        </p:cNvPr>
        <p:cNvGrpSpPr/>
        <p:nvPr/>
      </p:nvGrpSpPr>
      <p:grpSpPr>
        <a:xfrm>
          <a:off x="0" y="0"/>
          <a:ext cx="0" cy="0"/>
          <a:chOff x="0" y="0"/>
          <a:chExt cx="0" cy="0"/>
        </a:xfrm>
      </p:grpSpPr>
      <p:sp>
        <p:nvSpPr>
          <p:cNvPr id="7" name="대각선 방향의 모서리가 둥근 사각형 4">
            <a:extLst>
              <a:ext uri="{FF2B5EF4-FFF2-40B4-BE49-F238E27FC236}">
                <a16:creationId xmlns:a16="http://schemas.microsoft.com/office/drawing/2014/main" id="{85C948A2-AB77-371F-8050-FEB4B96832CF}"/>
              </a:ext>
            </a:extLst>
          </p:cNvPr>
          <p:cNvSpPr>
            <a:spLocks noChangeAspect="1"/>
          </p:cNvSpPr>
          <p:nvPr/>
        </p:nvSpPr>
        <p:spPr bwMode="auto">
          <a:xfrm>
            <a:off x="152400" y="133350"/>
            <a:ext cx="8839200" cy="4876800"/>
          </a:xfrm>
          <a:prstGeom prst="round2DiagRect">
            <a:avLst>
              <a:gd name="adj1" fmla="val 16667"/>
              <a:gd name="adj2" fmla="val 0"/>
            </a:avLst>
          </a:prstGeom>
          <a:solidFill>
            <a:schemeClr val="bg1">
              <a:alpha val="34000"/>
            </a:schemeClr>
          </a:solidFill>
          <a:ln w="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24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endParaRPr>
          </a:p>
        </p:txBody>
      </p:sp>
      <p:sp>
        <p:nvSpPr>
          <p:cNvPr id="6" name="TextBox 5">
            <a:extLst>
              <a:ext uri="{FF2B5EF4-FFF2-40B4-BE49-F238E27FC236}">
                <a16:creationId xmlns:a16="http://schemas.microsoft.com/office/drawing/2014/main" id="{66D7E055-5429-103B-9E80-A8CAF46088C8}"/>
              </a:ext>
            </a:extLst>
          </p:cNvPr>
          <p:cNvSpPr txBox="1"/>
          <p:nvPr/>
        </p:nvSpPr>
        <p:spPr bwMode="auto">
          <a:xfrm>
            <a:off x="304800" y="209550"/>
            <a:ext cx="7772400" cy="615553"/>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defRPr/>
            </a:pPr>
            <a:r>
              <a:rPr kumimoji="1" lang="en-US" altLang="ko-KR" sz="3400" b="1"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cs typeface="+mn-cs"/>
              </a:rPr>
              <a:t>{{VERSE_REF_LAST}}</a:t>
            </a:r>
            <a:endParaRPr lang="en-US" altLang="ko-KR" sz="3400" b="1" dirty="0">
              <a:solidFill>
                <a:schemeClr val="accent2">
                  <a:lumMod val="75000"/>
                </a:schemeClr>
              </a:solidFill>
              <a:latin typeface="Malgun Gothic" panose="020B0503020000020004" pitchFamily="50" charset="-127"/>
              <a:ea typeface="맑은 고딕" panose="020B0503020000020004" pitchFamily="50" charset="-127"/>
            </a:endParaRPr>
          </a:p>
        </p:txBody>
      </p:sp>
      <p:sp>
        <p:nvSpPr>
          <p:cNvPr id="2" name="TextBox 1">
            <a:extLst>
              <a:ext uri="{FF2B5EF4-FFF2-40B4-BE49-F238E27FC236}">
                <a16:creationId xmlns:a16="http://schemas.microsoft.com/office/drawing/2014/main" id="{1FBD45F8-333C-ABD1-90FB-CDB20A1EF27D}"/>
              </a:ext>
            </a:extLst>
          </p:cNvPr>
          <p:cNvSpPr txBox="1"/>
          <p:nvPr/>
        </p:nvSpPr>
        <p:spPr bwMode="auto">
          <a:xfrm>
            <a:off x="384470" y="1335394"/>
            <a:ext cx="8454730" cy="615553"/>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marR="0" lvl="0" algn="l" defTabSz="914400" rtl="0" eaLnBrk="1" fontAlgn="base" latinLnBrk="1" hangingPunct="1">
              <a:lnSpc>
                <a:spcPct val="100000"/>
              </a:lnSpc>
              <a:spcBef>
                <a:spcPct val="0"/>
              </a:spcBef>
              <a:spcAft>
                <a:spcPct val="0"/>
              </a:spcAft>
              <a:buClrTx/>
              <a:buSzTx/>
              <a:buFontTx/>
              <a:buNone/>
              <a:tabLst/>
              <a:defRPr/>
            </a:pPr>
            <a:r>
              <a:rPr kumimoji="1" lang="en-US" altLang="ko-KR" sz="3400" b="1"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cs typeface="+mn-cs"/>
              </a:rPr>
              <a:t>{{VERSE_KO_LAST}}</a:t>
            </a:r>
            <a:endParaRPr kumimoji="1" lang="en-US" sz="3400" b="1" i="0" u="none" strike="noStrike" kern="1200" cap="none" spc="0" normalizeH="0" baseline="0" noProof="0" dirty="0">
              <a:ln>
                <a:noFill/>
              </a:ln>
              <a:solidFill>
                <a:srgbClr val="FFFFFF"/>
              </a:solidFill>
              <a:effectLst/>
              <a:uLnTx/>
              <a:uFillTx/>
              <a:latin typeface="Malgun Gothic" panose="020B0503020000020004" pitchFamily="50" charset="-127"/>
              <a:ea typeface="궁서체" pitchFamily="17" charset="-127"/>
              <a:cs typeface="+mn-cs"/>
            </a:endParaRPr>
          </a:p>
        </p:txBody>
      </p:sp>
      <p:sp>
        <p:nvSpPr>
          <p:cNvPr id="3" name="TextBox 2">
            <a:extLst>
              <a:ext uri="{FF2B5EF4-FFF2-40B4-BE49-F238E27FC236}">
                <a16:creationId xmlns:a16="http://schemas.microsoft.com/office/drawing/2014/main" id="{3FD30A0F-A3FB-A4BD-80FC-DCD154881238}"/>
              </a:ext>
            </a:extLst>
          </p:cNvPr>
          <p:cNvSpPr txBox="1"/>
          <p:nvPr/>
        </p:nvSpPr>
        <p:spPr bwMode="auto">
          <a:xfrm>
            <a:off x="532494" y="4194357"/>
            <a:ext cx="8227288" cy="461665"/>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marR="0" lvl="0" algn="l" defTabSz="914400" rtl="0" eaLnBrk="1" fontAlgn="base" latinLnBrk="1" hangingPunct="1">
              <a:lnSpc>
                <a:spcPct val="100000"/>
              </a:lnSpc>
              <a:spcBef>
                <a:spcPct val="0"/>
              </a:spcBef>
              <a:spcAft>
                <a:spcPct val="0"/>
              </a:spcAft>
              <a:buClrTx/>
              <a:buSzTx/>
              <a:buFontTx/>
              <a:buNone/>
              <a:tabLst/>
              <a:defRPr/>
            </a:pPr>
            <a:r>
              <a:rPr kumimoji="1" lang="en-US" sz="2400" b="1"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cs typeface="+mn-cs"/>
              </a:rPr>
              <a:t>{{VERSE_EN}}</a:t>
            </a:r>
            <a:endParaRPr kumimoji="0" lang="en-US" altLang="ko-KR" sz="2400" b="1"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cs typeface="+mn-cs"/>
            </a:endParaRPr>
          </a:p>
        </p:txBody>
      </p:sp>
      <p:sp>
        <p:nvSpPr>
          <p:cNvPr id="4" name="TextBox 3">
            <a:extLst>
              <a:ext uri="{FF2B5EF4-FFF2-40B4-BE49-F238E27FC236}">
                <a16:creationId xmlns:a16="http://schemas.microsoft.com/office/drawing/2014/main" id="{7E0BB8B0-F3DB-4BC0-8A49-F47D51109026}"/>
              </a:ext>
            </a:extLst>
          </p:cNvPr>
          <p:cNvSpPr txBox="1"/>
          <p:nvPr/>
        </p:nvSpPr>
        <p:spPr bwMode="auto">
          <a:xfrm>
            <a:off x="321816" y="783722"/>
            <a:ext cx="1735584" cy="584775"/>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lang="en-US" altLang="ko-KR" sz="3200" b="1" dirty="0">
                <a:solidFill>
                  <a:schemeClr val="accent2">
                    <a:lumMod val="75000"/>
                  </a:schemeClr>
                </a:solidFill>
                <a:latin typeface="맑은 고딕" panose="020B0503020000020004" pitchFamily="50" charset="-127"/>
                <a:ea typeface="맑은 고딕" panose="020B0503020000020004" pitchFamily="50" charset="-127"/>
              </a:rPr>
              <a:t>[</a:t>
            </a:r>
            <a:r>
              <a:rPr lang="ko-KR" altLang="en-US" sz="3200" b="1" dirty="0">
                <a:solidFill>
                  <a:schemeClr val="accent2">
                    <a:lumMod val="75000"/>
                  </a:schemeClr>
                </a:solidFill>
                <a:latin typeface="맑은 고딕" panose="020B0503020000020004" pitchFamily="50" charset="-127"/>
                <a:ea typeface="맑은 고딕" panose="020B0503020000020004" pitchFamily="50" charset="-127"/>
              </a:rPr>
              <a:t>다같이</a:t>
            </a:r>
            <a:r>
              <a:rPr lang="en-US" altLang="ko-KR" sz="3200" b="1" dirty="0">
                <a:solidFill>
                  <a:schemeClr val="accent2">
                    <a:lumMod val="75000"/>
                  </a:schemeClr>
                </a:solidFill>
                <a:latin typeface="맑은 고딕" panose="020B0503020000020004" pitchFamily="50" charset="-127"/>
                <a:ea typeface="맑은 고딕" panose="020B0503020000020004" pitchFamily="50" charset="-127"/>
              </a:rPr>
              <a:t>]</a:t>
            </a:r>
            <a:endParaRPr lang="en-US" sz="3200" dirty="0">
              <a:solidFill>
                <a:schemeClr val="bg1"/>
              </a:solidFill>
              <a:latin typeface="맑은 고딕" panose="020B0503020000020004" pitchFamily="50" charset="-127"/>
              <a:ea typeface="맑은 고딕" panose="020B0503020000020004" pitchFamily="50" charset="-127"/>
            </a:endParaRPr>
          </a:p>
        </p:txBody>
      </p:sp>
      <p:sp>
        <p:nvSpPr>
          <p:cNvPr id="5" name="TextBox 4">
            <a:extLst>
              <a:ext uri="{FF2B5EF4-FFF2-40B4-BE49-F238E27FC236}">
                <a16:creationId xmlns:a16="http://schemas.microsoft.com/office/drawing/2014/main" id="{A789DD4E-6DF6-9263-70E7-DF53A04EF7F1}"/>
              </a:ext>
            </a:extLst>
          </p:cNvPr>
          <p:cNvSpPr txBox="1"/>
          <p:nvPr/>
        </p:nvSpPr>
        <p:spPr bwMode="auto">
          <a:xfrm>
            <a:off x="400463" y="3943350"/>
            <a:ext cx="1656937" cy="400110"/>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kumimoji="0" lang="en-US" altLang="ko-KR" sz="2000" b="1" dirty="0">
                <a:solidFill>
                  <a:schemeClr val="accent2">
                    <a:lumMod val="75000"/>
                  </a:schemeClr>
                </a:solidFill>
                <a:latin typeface="Malgun Gothic" panose="020B0503020000020004" pitchFamily="50" charset="-127"/>
                <a:ea typeface="맑은 고딕" panose="020B0503020000020004" pitchFamily="50" charset="-127"/>
              </a:rPr>
              <a:t>[Altogether]</a:t>
            </a:r>
            <a:endParaRPr lang="en-US" sz="2000" dirty="0">
              <a:solidFill>
                <a:srgbClr val="000000"/>
              </a:solidFill>
              <a:latin typeface="Malgun Gothic"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9021074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0">
          <a:blip r:embed="rId3">
            <a:alphaModFix amt="40000"/>
            <a:lum/>
          </a:blip>
          <a:srcRect/>
          <a:stretch>
            <a:fillRect t="-13000" r="-9000" b="-22000"/>
          </a:stretch>
        </a:blipFill>
        <a:effectLst/>
      </p:bgPr>
    </p:bg>
    <p:spTree>
      <p:nvGrpSpPr>
        <p:cNvPr id="1" name=""/>
        <p:cNvGrpSpPr/>
        <p:nvPr/>
      </p:nvGrpSpPr>
      <p:grpSpPr>
        <a:xfrm>
          <a:off x="0" y="0"/>
          <a:ext cx="0" cy="0"/>
          <a:chOff x="0" y="0"/>
          <a:chExt cx="0" cy="0"/>
        </a:xfrm>
      </p:grpSpPr>
      <p:sp>
        <p:nvSpPr>
          <p:cNvPr id="5" name="대각선 방향의 모서리가 둥근 사각형 4"/>
          <p:cNvSpPr>
            <a:spLocks noChangeAspect="1"/>
          </p:cNvSpPr>
          <p:nvPr/>
        </p:nvSpPr>
        <p:spPr bwMode="auto">
          <a:xfrm>
            <a:off x="1371600" y="895350"/>
            <a:ext cx="6477000" cy="3429000"/>
          </a:xfrm>
          <a:prstGeom prst="round2DiagRect">
            <a:avLst/>
          </a:prstGeom>
          <a:solidFill>
            <a:schemeClr val="tx1">
              <a:alpha val="65000"/>
            </a:schemeClr>
          </a:solidFill>
          <a:ln w="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ko-KR" altLang="en-US" sz="2400" dirty="0">
              <a:solidFill>
                <a:srgbClr val="000000"/>
              </a:solidFill>
              <a:latin typeface="맑은 고딕" panose="020B0503020000020004" pitchFamily="50" charset="-127"/>
              <a:ea typeface="맑은 고딕" panose="020B0503020000020004" pitchFamily="50" charset="-127"/>
            </a:endParaRPr>
          </a:p>
        </p:txBody>
      </p:sp>
      <p:sp>
        <p:nvSpPr>
          <p:cNvPr id="6" name="TextBox 5"/>
          <p:cNvSpPr txBox="1"/>
          <p:nvPr/>
        </p:nvSpPr>
        <p:spPr>
          <a:xfrm>
            <a:off x="1371600" y="1890721"/>
            <a:ext cx="6477000" cy="1015663"/>
          </a:xfrm>
          <a:prstGeom prst="rect">
            <a:avLst/>
          </a:prstGeom>
          <a:noFill/>
          <a:effectLst>
            <a:outerShdw blurRad="50800" dist="38100" dir="2700000" algn="tl" rotWithShape="0">
              <a:prstClr val="black">
                <a:alpha val="40000"/>
              </a:prstClr>
            </a:outerShdw>
          </a:effectLst>
        </p:spPr>
        <p:txBody>
          <a:bodyPr wrap="square" rtlCol="0">
            <a:spAutoFit/>
          </a:bodyPr>
          <a:lstStyle/>
          <a:p>
            <a:pPr algn="ctr"/>
            <a:r>
              <a:rPr lang="ko-KR" altLang="en-US" sz="6000" dirty="0">
                <a:solidFill>
                  <a:srgbClr val="FFFFFF"/>
                </a:solidFill>
                <a:latin typeface="Malgun Gothic" panose="020B0503020000020004" pitchFamily="50" charset="-127"/>
                <a:ea typeface="맑은 고딕" panose="020B0503020000020004" pitchFamily="50" charset="-127"/>
              </a:rPr>
              <a:t>찬    양</a:t>
            </a:r>
          </a:p>
        </p:txBody>
      </p:sp>
      <p:sp>
        <p:nvSpPr>
          <p:cNvPr id="7" name="TextBox 6"/>
          <p:cNvSpPr txBox="1"/>
          <p:nvPr/>
        </p:nvSpPr>
        <p:spPr>
          <a:xfrm>
            <a:off x="1371600" y="3153701"/>
            <a:ext cx="6477000" cy="461665"/>
          </a:xfrm>
          <a:prstGeom prst="rect">
            <a:avLst/>
          </a:prstGeom>
          <a:noFill/>
          <a:effectLst>
            <a:outerShdw blurRad="50800" dist="38100" dir="2700000" algn="tl" rotWithShape="0">
              <a:prstClr val="black">
                <a:alpha val="40000"/>
              </a:prstClr>
            </a:outerShdw>
          </a:effectLst>
        </p:spPr>
        <p:txBody>
          <a:bodyPr wrap="square" rtlCol="0">
            <a:spAutoFit/>
          </a:bodyPr>
          <a:lstStyle/>
          <a:p>
            <a:pPr algn="ctr"/>
            <a:r>
              <a:rPr lang="ko-KR" altLang="en-US" sz="2400" dirty="0">
                <a:solidFill>
                  <a:srgbClr val="FFFFFF">
                    <a:lumMod val="95000"/>
                  </a:srgbClr>
                </a:solidFill>
                <a:latin typeface="Malgun Gothic" panose="020B0503020000020004" pitchFamily="50" charset="-127"/>
                <a:ea typeface="맑은 고딕" panose="020B0503020000020004" pitchFamily="50" charset="-127"/>
              </a:rPr>
              <a:t>새 신 교 회 찬 양 대</a:t>
            </a:r>
          </a:p>
        </p:txBody>
      </p:sp>
      <p:sp>
        <p:nvSpPr>
          <p:cNvPr id="8" name="TextBox 7"/>
          <p:cNvSpPr txBox="1"/>
          <p:nvPr/>
        </p:nvSpPr>
        <p:spPr>
          <a:xfrm>
            <a:off x="1371600" y="1183277"/>
            <a:ext cx="6477000" cy="461665"/>
          </a:xfrm>
          <a:prstGeom prst="rect">
            <a:avLst/>
          </a:prstGeom>
          <a:noFill/>
          <a:effectLst>
            <a:outerShdw blurRad="50800" dist="38100" dir="2700000" algn="tl" rotWithShape="0">
              <a:prstClr val="black">
                <a:alpha val="40000"/>
              </a:prstClr>
            </a:outerShdw>
          </a:effectLst>
        </p:spPr>
        <p:txBody>
          <a:bodyPr wrap="square" rtlCol="0">
            <a:spAutoFit/>
          </a:bodyPr>
          <a:lstStyle/>
          <a:p>
            <a:pPr algn="ctr"/>
            <a:r>
              <a:rPr lang="en-US" altLang="ko-KR" sz="2400" dirty="0">
                <a:solidFill>
                  <a:srgbClr val="FFFFFF">
                    <a:lumMod val="95000"/>
                  </a:srgbClr>
                </a:solidFill>
                <a:latin typeface="Malgun Gothic" panose="020B0503020000020004" pitchFamily="50" charset="-127"/>
                <a:ea typeface="맑은 고딕" panose="020B0503020000020004" pitchFamily="50" charset="-127"/>
              </a:rPr>
              <a:t>Praise the Lord</a:t>
            </a:r>
            <a:endParaRPr lang="ko-KR" altLang="en-US" sz="2400" dirty="0">
              <a:solidFill>
                <a:srgbClr val="FFFFFF">
                  <a:lumMod val="95000"/>
                </a:srgbClr>
              </a:solidFill>
              <a:latin typeface="Malgun Gothic"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40781063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PhAnim="0">
  <p:cSld>
    <p:bg>
      <p:bgPr>
        <a:blipFill dpi="0" rotWithShape="0">
          <a:blip r:embed="rId2">
            <a:alphaModFix amt="50000"/>
            <a:lum/>
          </a:blip>
          <a:srcRect/>
          <a:stretch>
            <a:fillRect/>
          </a:stretch>
        </a:blipFill>
        <a:effectLst/>
      </p:bgPr>
    </p:bg>
    <p:spTree>
      <p:nvGrpSpPr>
        <p:cNvPr id="1" name="">
          <a:extLst>
            <a:ext uri="{FF2B5EF4-FFF2-40B4-BE49-F238E27FC236}">
              <a16:creationId xmlns:a16="http://schemas.microsoft.com/office/drawing/2014/main" id="{554E81E1-4918-9AFC-1616-725F60F8DC0F}"/>
            </a:ext>
          </a:extLst>
        </p:cNvPr>
        <p:cNvGrpSpPr/>
        <p:nvPr/>
      </p:nvGrpSpPr>
      <p:grpSpPr>
        <a:xfrm>
          <a:off x="0" y="0"/>
          <a:ext cx="0" cy="0"/>
          <a:chOff x="0" y="0"/>
          <a:chExt cx="0" cy="0"/>
        </a:xfrm>
      </p:grpSpPr>
      <p:sp>
        <p:nvSpPr>
          <p:cNvPr id="5" name="대각선 방향의 모서리가 둥근 사각형 4">
            <a:extLst>
              <a:ext uri="{FF2B5EF4-FFF2-40B4-BE49-F238E27FC236}">
                <a16:creationId xmlns:a16="http://schemas.microsoft.com/office/drawing/2014/main" id="{EB361E6A-AE5E-EC2C-9D68-659C3D915FC3}"/>
              </a:ext>
            </a:extLst>
          </p:cNvPr>
          <p:cNvSpPr>
            <a:spLocks noChangeAspect="1"/>
          </p:cNvSpPr>
          <p:nvPr/>
        </p:nvSpPr>
        <p:spPr bwMode="auto">
          <a:xfrm>
            <a:off x="1143000" y="1352550"/>
            <a:ext cx="6934200" cy="3276600"/>
          </a:xfrm>
          <a:prstGeom prst="round2DiagRect">
            <a:avLst/>
          </a:prstGeom>
          <a:solidFill>
            <a:schemeClr val="tx1">
              <a:alpha val="65000"/>
            </a:schemeClr>
          </a:solidFill>
          <a:ln w="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ko-KR" altLang="en-US" sz="2400" dirty="0">
              <a:solidFill>
                <a:srgbClr val="000000"/>
              </a:solidFill>
              <a:latin typeface="맑은 고딕" panose="020B0503020000020004" pitchFamily="50" charset="-127"/>
              <a:ea typeface="맑은 고딕" panose="020B0503020000020004" pitchFamily="50" charset="-127"/>
            </a:endParaRPr>
          </a:p>
        </p:txBody>
      </p:sp>
      <p:sp>
        <p:nvSpPr>
          <p:cNvPr id="7" name="TextBox 6">
            <a:extLst>
              <a:ext uri="{FF2B5EF4-FFF2-40B4-BE49-F238E27FC236}">
                <a16:creationId xmlns:a16="http://schemas.microsoft.com/office/drawing/2014/main" id="{242835CD-86F7-3F67-0C45-580751B85522}"/>
              </a:ext>
            </a:extLst>
          </p:cNvPr>
          <p:cNvSpPr txBox="1"/>
          <p:nvPr/>
        </p:nvSpPr>
        <p:spPr>
          <a:xfrm>
            <a:off x="1378039" y="3658352"/>
            <a:ext cx="6477000" cy="584775"/>
          </a:xfrm>
          <a:prstGeom prst="rect">
            <a:avLst/>
          </a:prstGeom>
          <a:noFill/>
          <a:effectLst>
            <a:outerShdw blurRad="50800" dist="38100" dir="2700000" algn="tl" rotWithShape="0">
              <a:prstClr val="black">
                <a:alpha val="40000"/>
              </a:prstClr>
            </a:outerShdw>
          </a:effectLst>
        </p:spPr>
        <p:txBody>
          <a:bodyPr wrap="square" rtlCol="0">
            <a:sp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3200" b="1" i="0" u="none" strike="noStrike" kern="1200" cap="none" spc="0" normalizeH="0" baseline="0" noProof="0" dirty="0">
                <a:ln>
                  <a:noFill/>
                </a:ln>
                <a:solidFill>
                  <a:schemeClr val="bg1"/>
                </a:solidFill>
                <a:effectLst/>
                <a:uLnTx/>
                <a:uFillTx/>
                <a:latin typeface="Malgun Gothic" panose="020B0503020000020004" pitchFamily="50" charset="-127"/>
                <a:ea typeface="맑은 고딕" panose="020B0503020000020004" pitchFamily="50" charset="-127"/>
              </a:rPr>
              <a:t>{{</a:t>
            </a:r>
            <a:r>
              <a:rPr lang="en-US" altLang="ko-KR" sz="3200" b="1" dirty="0">
                <a:solidFill>
                  <a:schemeClr val="bg1"/>
                </a:solidFill>
                <a:latin typeface="Malgun Gothic" panose="020B0503020000020004" pitchFamily="50" charset="-127"/>
                <a:ea typeface="맑은 고딕" panose="020B0503020000020004" pitchFamily="50" charset="-127"/>
              </a:rPr>
              <a:t>PASTOR}}</a:t>
            </a:r>
            <a:endParaRPr kumimoji="1" lang="ko-KR" altLang="en-US" sz="3200" b="1" i="0" u="none" strike="noStrike" kern="1200" cap="none" spc="0" normalizeH="0" baseline="0" noProof="0" dirty="0">
              <a:ln>
                <a:noFill/>
              </a:ln>
              <a:solidFill>
                <a:schemeClr val="bg1"/>
              </a:solidFill>
              <a:effectLst/>
              <a:uLnTx/>
              <a:uFillTx/>
              <a:latin typeface="Malgun Gothic" panose="020B0503020000020004" pitchFamily="50" charset="-127"/>
              <a:ea typeface="맑은 고딕" panose="020B0503020000020004" pitchFamily="50" charset="-127"/>
            </a:endParaRPr>
          </a:p>
        </p:txBody>
      </p:sp>
      <p:sp>
        <p:nvSpPr>
          <p:cNvPr id="1937410" name="Rectangle 2">
            <a:extLst>
              <a:ext uri="{FF2B5EF4-FFF2-40B4-BE49-F238E27FC236}">
                <a16:creationId xmlns:a16="http://schemas.microsoft.com/office/drawing/2014/main" id="{9E8F616C-EAE0-193E-3D05-82D090A1A068}"/>
              </a:ext>
            </a:extLst>
          </p:cNvPr>
          <p:cNvSpPr>
            <a:spLocks noGrp="1" noChangeArrowheads="1"/>
          </p:cNvSpPr>
          <p:nvPr>
            <p:ph type="title"/>
          </p:nvPr>
        </p:nvSpPr>
        <p:spPr>
          <a:xfrm>
            <a:off x="1371600" y="40684"/>
            <a:ext cx="6477000" cy="862013"/>
          </a:xfrm>
          <a:effectLst>
            <a:outerShdw blurRad="50800" dist="38100" dir="2700000" algn="tl" rotWithShape="0">
              <a:prstClr val="black">
                <a:alpha val="40000"/>
              </a:prstClr>
            </a:outerShdw>
          </a:effectLst>
        </p:spPr>
        <p:txBody>
          <a:bodyPr/>
          <a:lstStyle/>
          <a:p>
            <a:pPr eaLnBrk="1" hangingPunct="1"/>
            <a:r>
              <a:rPr lang="ko-KR" altLang="en-US" sz="4000" b="1" dirty="0">
                <a:solidFill>
                  <a:schemeClr val="tx1"/>
                </a:solidFill>
                <a:latin typeface="Malgun Gothic" panose="020B0503020000020004" pitchFamily="50" charset="-127"/>
                <a:ea typeface="맑은 고딕" panose="020B0503020000020004" pitchFamily="50" charset="-127"/>
              </a:rPr>
              <a:t>말 씀 선 포</a:t>
            </a:r>
          </a:p>
        </p:txBody>
      </p:sp>
      <p:sp>
        <p:nvSpPr>
          <p:cNvPr id="9" name="TextBox 8">
            <a:extLst>
              <a:ext uri="{FF2B5EF4-FFF2-40B4-BE49-F238E27FC236}">
                <a16:creationId xmlns:a16="http://schemas.microsoft.com/office/drawing/2014/main" id="{E9B3CA5C-D2DC-9424-2389-DE215D6501C8}"/>
              </a:ext>
            </a:extLst>
          </p:cNvPr>
          <p:cNvSpPr txBox="1"/>
          <p:nvPr/>
        </p:nvSpPr>
        <p:spPr>
          <a:xfrm>
            <a:off x="1143000" y="2039381"/>
            <a:ext cx="6934200" cy="769441"/>
          </a:xfrm>
          <a:prstGeom prst="rect">
            <a:avLst/>
          </a:prstGeom>
          <a:noFill/>
          <a:effectLst>
            <a:outerShdw blurRad="50800" dist="38100" dir="2700000" algn="tl" rotWithShape="0">
              <a:prstClr val="black">
                <a:alpha val="40000"/>
              </a:prstClr>
            </a:outerShdw>
          </a:effectLst>
        </p:spPr>
        <p:txBody>
          <a:bodyPr wrap="square" rtlCol="0">
            <a:sp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lang="en-US" altLang="ko-KR" sz="4400" b="1" dirty="0">
                <a:solidFill>
                  <a:schemeClr val="bg1"/>
                </a:solidFill>
                <a:latin typeface="맑은 고딕" panose="020B0503020000020004" pitchFamily="50" charset="-127"/>
                <a:ea typeface="맑은 고딕" panose="020B0503020000020004" pitchFamily="50" charset="-127"/>
              </a:rPr>
              <a:t>“{{SERMON_TITLE}}</a:t>
            </a:r>
            <a:r>
              <a:rPr kumimoji="1" lang="ko-KR" altLang="en-US" sz="4400" b="1" i="0" u="none" strike="noStrike" kern="1200" cap="none" spc="0" normalizeH="0" baseline="0" noProof="0" dirty="0">
                <a:ln>
                  <a:noFill/>
                </a:ln>
                <a:solidFill>
                  <a:schemeClr val="bg1"/>
                </a:solidFill>
                <a:effectLst/>
                <a:uLnTx/>
                <a:uFillTx/>
                <a:latin typeface="맑은 고딕" panose="020B0503020000020004" pitchFamily="50" charset="-127"/>
                <a:ea typeface="맑은 고딕" panose="020B0503020000020004" pitchFamily="50" charset="-127"/>
              </a:rPr>
              <a:t>”</a:t>
            </a:r>
          </a:p>
        </p:txBody>
      </p:sp>
      <p:sp>
        <p:nvSpPr>
          <p:cNvPr id="2" name="TextBox 1">
            <a:extLst>
              <a:ext uri="{FF2B5EF4-FFF2-40B4-BE49-F238E27FC236}">
                <a16:creationId xmlns:a16="http://schemas.microsoft.com/office/drawing/2014/main" id="{A4D6976C-6D7C-EB3F-9258-5983BD18ECAA}"/>
              </a:ext>
            </a:extLst>
          </p:cNvPr>
          <p:cNvSpPr txBox="1"/>
          <p:nvPr/>
        </p:nvSpPr>
        <p:spPr>
          <a:xfrm>
            <a:off x="2701628" y="832235"/>
            <a:ext cx="3740743" cy="400110"/>
          </a:xfrm>
          <a:prstGeom prst="rect">
            <a:avLst/>
          </a:prstGeom>
          <a:noFill/>
          <a:effectLst>
            <a:outerShdw blurRad="50800" dist="38100" dir="2700000" algn="tl" rotWithShape="0">
              <a:prstClr val="black">
                <a:alpha val="40000"/>
              </a:prstClr>
            </a:outerShdw>
          </a:effectLst>
        </p:spPr>
        <p:txBody>
          <a:bodyPr wrap="square">
            <a:spAutoFit/>
          </a:bodyPr>
          <a:lstStyle/>
          <a:p>
            <a:pPr algn="ctr">
              <a:defRPr/>
            </a:pPr>
            <a:r>
              <a:rPr lang="en-US" altLang="ko-KR" sz="2000" dirty="0">
                <a:latin typeface="Malgun Gothic" panose="020B0503020000020004" pitchFamily="50" charset="-127"/>
                <a:ea typeface="맑은 고딕" panose="020B0503020000020004" pitchFamily="50" charset="-127"/>
              </a:rPr>
              <a:t>SERMON</a:t>
            </a:r>
            <a:endParaRPr lang="ko-KR" altLang="en-US" sz="2000" dirty="0">
              <a:latin typeface="Malgun Gothic" panose="020B0503020000020004" pitchFamily="50" charset="-127"/>
              <a:ea typeface="맑은 고딕" panose="020B0503020000020004" pitchFamily="50" charset="-127"/>
              <a:cs typeface="+mn-cs"/>
            </a:endParaRPr>
          </a:p>
        </p:txBody>
      </p:sp>
      <p:sp>
        <p:nvSpPr>
          <p:cNvPr id="6" name="TextBox 5">
            <a:extLst>
              <a:ext uri="{FF2B5EF4-FFF2-40B4-BE49-F238E27FC236}">
                <a16:creationId xmlns:a16="http://schemas.microsoft.com/office/drawing/2014/main" id="{389F4701-2900-ED61-4F46-F013ADE15DDB}"/>
              </a:ext>
            </a:extLst>
          </p:cNvPr>
          <p:cNvSpPr txBox="1"/>
          <p:nvPr/>
        </p:nvSpPr>
        <p:spPr>
          <a:xfrm>
            <a:off x="1143000" y="3033316"/>
            <a:ext cx="6934200" cy="400110"/>
          </a:xfrm>
          <a:prstGeom prst="rect">
            <a:avLst/>
          </a:prstGeom>
          <a:noFill/>
          <a:ln>
            <a:noFill/>
          </a:ln>
        </p:spPr>
        <p:style>
          <a:lnRef idx="0">
            <a:scrgbClr r="0" g="0" b="0"/>
          </a:lnRef>
          <a:fillRef idx="0">
            <a:scrgbClr r="0" g="0" b="0"/>
          </a:fillRef>
          <a:effectRef idx="0">
            <a:scrgbClr r="0" g="0" b="0"/>
          </a:effectRef>
          <a:fontRef idx="minor">
            <a:schemeClr val="dk1"/>
          </a:fontRef>
        </p:style>
        <p:txBody>
          <a:bodyPr vert="horz" wrap="square" lIns="91440" tIns="45720" rIns="91440" bIns="45720" numCol="1" rtlCol="0" anchor="t" anchorCtr="0" compatLnSpc="1">
            <a:prstTxWarp prst="textNoShape">
              <a:avLst/>
            </a:prstTxWarp>
          </a:bodyPr>
          <a:lstStyle>
            <a:defPPr>
              <a:defRPr lang="ko-KR"/>
            </a:defPPr>
            <a:lvl1pPr marL="0" marR="0" lvl="0" indent="0" defTabSz="914400" eaLnBrk="1" hangingPunct="1">
              <a:lnSpc>
                <a:spcPct val="100000"/>
              </a:lnSpc>
              <a:buClrTx/>
              <a:buSzTx/>
              <a:buFontTx/>
              <a:buNone/>
              <a:tabLst/>
              <a:defRPr sz="2400" b="0" i="0" u="none" strike="noStrike" cap="none" spc="0" normalizeH="0" baseline="0">
                <a:ln>
                  <a:noFill/>
                </a:ln>
                <a:solidFill>
                  <a:srgbClr val="000000"/>
                </a:solidFill>
                <a:effectLst/>
                <a:uLnTx/>
                <a:uFillTx/>
                <a:latin typeface="굴림" pitchFamily="50" charset="-127"/>
                <a:ea typeface="굴림" pitchFamily="50" charset="-127"/>
              </a:defRPr>
            </a:lvl1pPr>
          </a:lstStyle>
          <a:p>
            <a:pPr algn="ctr"/>
            <a:r>
              <a:rPr lang="en-US" altLang="ko-KR" b="1" dirty="0">
                <a:solidFill>
                  <a:schemeClr val="bg1"/>
                </a:solidFill>
                <a:latin typeface="Malgun Gothic" panose="020B0503020000020004" pitchFamily="50" charset="-127"/>
                <a:ea typeface="맑은 고딕" panose="020B0503020000020004" pitchFamily="50" charset="-127"/>
              </a:rPr>
              <a:t>“{{SERMON_TITLE_ENG}}”</a:t>
            </a:r>
            <a:endParaRPr lang="ko-KR" altLang="en-US" b="1" dirty="0">
              <a:solidFill>
                <a:schemeClr val="bg1"/>
              </a:solidFill>
              <a:latin typeface="Malgun Gothic"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637930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MasterPhAnim="0">
  <p:cSld>
    <p:bg>
      <p:bgPr>
        <a:blipFill dpi="0" rotWithShape="0">
          <a:blip r:embed="rId2">
            <a:alphaModFix amt="50000"/>
            <a:lum/>
          </a:blip>
          <a:srcRect/>
          <a:stretch>
            <a:fillRect/>
          </a:stretch>
        </a:blipFill>
        <a:effectLst/>
      </p:bgPr>
    </p:bg>
    <p:spTree>
      <p:nvGrpSpPr>
        <p:cNvPr id="1" name="">
          <a:extLst>
            <a:ext uri="{FF2B5EF4-FFF2-40B4-BE49-F238E27FC236}">
              <a16:creationId xmlns:a16="http://schemas.microsoft.com/office/drawing/2014/main" id="{4D71C055-A7DE-604E-8536-A1BCD8DBECA3}"/>
            </a:ext>
          </a:extLst>
        </p:cNvPr>
        <p:cNvGrpSpPr/>
        <p:nvPr/>
      </p:nvGrpSpPr>
      <p:grpSpPr>
        <a:xfrm>
          <a:off x="0" y="0"/>
          <a:ext cx="0" cy="0"/>
          <a:chOff x="0" y="0"/>
          <a:chExt cx="0" cy="0"/>
        </a:xfrm>
      </p:grpSpPr>
      <p:sp>
        <p:nvSpPr>
          <p:cNvPr id="1937410" name="Rectangle 2">
            <a:extLst>
              <a:ext uri="{FF2B5EF4-FFF2-40B4-BE49-F238E27FC236}">
                <a16:creationId xmlns:a16="http://schemas.microsoft.com/office/drawing/2014/main" id="{64494916-2AE4-A0A7-0BB3-6384A7CBB285}"/>
              </a:ext>
            </a:extLst>
          </p:cNvPr>
          <p:cNvSpPr>
            <a:spLocks noGrp="1" noChangeArrowheads="1"/>
          </p:cNvSpPr>
          <p:nvPr>
            <p:ph type="title"/>
          </p:nvPr>
        </p:nvSpPr>
        <p:spPr>
          <a:xfrm>
            <a:off x="1371600" y="40684"/>
            <a:ext cx="6477000" cy="862013"/>
          </a:xfrm>
          <a:effectLst>
            <a:outerShdw blurRad="50800" dist="38100" dir="2700000" algn="tl" rotWithShape="0">
              <a:prstClr val="black">
                <a:alpha val="40000"/>
              </a:prstClr>
            </a:outerShdw>
          </a:effectLst>
        </p:spPr>
        <p:txBody>
          <a:bodyPr/>
          <a:lstStyle/>
          <a:p>
            <a:pPr eaLnBrk="1" hangingPunct="1"/>
            <a:r>
              <a:rPr lang="ko-KR" altLang="en-US" sz="4000" b="1" dirty="0">
                <a:solidFill>
                  <a:schemeClr val="tx1"/>
                </a:solidFill>
                <a:latin typeface="Malgun Gothic" panose="020B0503020000020004" pitchFamily="50" charset="-127"/>
                <a:ea typeface="맑은 고딕" panose="020B0503020000020004" pitchFamily="50" charset="-127"/>
              </a:rPr>
              <a:t>말 씀 선 포</a:t>
            </a:r>
          </a:p>
        </p:txBody>
      </p:sp>
      <p:sp>
        <p:nvSpPr>
          <p:cNvPr id="2" name="TextBox 1">
            <a:extLst>
              <a:ext uri="{FF2B5EF4-FFF2-40B4-BE49-F238E27FC236}">
                <a16:creationId xmlns:a16="http://schemas.microsoft.com/office/drawing/2014/main" id="{B51A8F2E-97B8-D62D-3EE7-04830DCBFB26}"/>
              </a:ext>
            </a:extLst>
          </p:cNvPr>
          <p:cNvSpPr txBox="1"/>
          <p:nvPr/>
        </p:nvSpPr>
        <p:spPr>
          <a:xfrm>
            <a:off x="2701628" y="832235"/>
            <a:ext cx="3740743" cy="400110"/>
          </a:xfrm>
          <a:prstGeom prst="rect">
            <a:avLst/>
          </a:prstGeom>
          <a:noFill/>
          <a:effectLst>
            <a:outerShdw blurRad="50800" dist="38100" dir="2700000" algn="tl" rotWithShape="0">
              <a:prstClr val="black">
                <a:alpha val="40000"/>
              </a:prstClr>
            </a:outerShdw>
          </a:effectLst>
        </p:spPr>
        <p:txBody>
          <a:bodyPr wrap="square">
            <a:spAutoFit/>
          </a:bodyPr>
          <a:lstStyle/>
          <a:p>
            <a:pPr algn="ctr">
              <a:defRPr/>
            </a:pPr>
            <a:r>
              <a:rPr lang="en-US" altLang="ko-KR" sz="2000" dirty="0">
                <a:latin typeface="Malgun Gothic" panose="020B0503020000020004" pitchFamily="50" charset="-127"/>
                <a:ea typeface="맑은 고딕" panose="020B0503020000020004" pitchFamily="50" charset="-127"/>
              </a:rPr>
              <a:t>SERMON</a:t>
            </a:r>
            <a:endParaRPr lang="ko-KR" altLang="en-US" sz="2000" dirty="0">
              <a:latin typeface="Malgun Gothic" panose="020B0503020000020004" pitchFamily="50" charset="-127"/>
              <a:ea typeface="맑은 고딕" panose="020B0503020000020004" pitchFamily="50" charset="-127"/>
              <a:cs typeface="+mn-cs"/>
            </a:endParaRPr>
          </a:p>
        </p:txBody>
      </p:sp>
      <p:sp>
        <p:nvSpPr>
          <p:cNvPr id="10" name="대각선 방향의 모서리가 둥근 사각형 4">
            <a:extLst>
              <a:ext uri="{FF2B5EF4-FFF2-40B4-BE49-F238E27FC236}">
                <a16:creationId xmlns:a16="http://schemas.microsoft.com/office/drawing/2014/main" id="{B39FF4D7-5233-D58C-3F9B-9D11BEE257F3}"/>
              </a:ext>
            </a:extLst>
          </p:cNvPr>
          <p:cNvSpPr>
            <a:spLocks noChangeAspect="1"/>
          </p:cNvSpPr>
          <p:nvPr/>
        </p:nvSpPr>
        <p:spPr bwMode="auto">
          <a:xfrm>
            <a:off x="1143000" y="1352550"/>
            <a:ext cx="6934200" cy="3276600"/>
          </a:xfrm>
          <a:prstGeom prst="round2DiagRect">
            <a:avLst/>
          </a:prstGeom>
          <a:solidFill>
            <a:schemeClr val="tx1">
              <a:alpha val="65000"/>
            </a:schemeClr>
          </a:solidFill>
          <a:ln w="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24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endParaRPr>
          </a:p>
        </p:txBody>
      </p:sp>
      <p:sp>
        <p:nvSpPr>
          <p:cNvPr id="11" name="TextBox 10">
            <a:extLst>
              <a:ext uri="{FF2B5EF4-FFF2-40B4-BE49-F238E27FC236}">
                <a16:creationId xmlns:a16="http://schemas.microsoft.com/office/drawing/2014/main" id="{C3640FF3-18A2-2422-54B1-F1577F7EBF85}"/>
              </a:ext>
            </a:extLst>
          </p:cNvPr>
          <p:cNvSpPr txBox="1"/>
          <p:nvPr/>
        </p:nvSpPr>
        <p:spPr bwMode="auto">
          <a:xfrm>
            <a:off x="1373746" y="1469898"/>
            <a:ext cx="1981200" cy="461665"/>
          </a:xfrm>
          <a:prstGeom prst="rect">
            <a:avLst/>
          </a:prstGeom>
          <a:noFill/>
          <a:ln w="9525" algn="ctr">
            <a:noFill/>
            <a:miter lim="800000"/>
            <a:headEnd/>
            <a:tailEnd/>
          </a:ln>
          <a:effectLst>
            <a:outerShdw blurRad="50800" dist="38100" dir="2700000" algn="tl" rotWithShape="0">
              <a:prstClr val="black">
                <a:alpha val="40000"/>
              </a:prstClr>
            </a:outerShdw>
          </a:effectLst>
        </p:spPr>
        <p:txBody>
          <a:bodyPr wrap="square" rtlCol="0">
            <a:spAutoFit/>
          </a:bodyPr>
          <a:lstStyle/>
          <a:p>
            <a:pPr marL="457200" lvl="0" indent="-457200">
              <a:defRPr/>
            </a:pPr>
            <a:r>
              <a:rPr lang="ko-KR" altLang="en-US" sz="2400" b="1" dirty="0">
                <a:solidFill>
                  <a:schemeClr val="bg1"/>
                </a:solidFill>
                <a:latin typeface="맑은 고딕" panose="020B0503020000020004" pitchFamily="50" charset="-127"/>
                <a:ea typeface="맑은 고딕" panose="020B0503020000020004" pitchFamily="50" charset="-127"/>
              </a:rPr>
              <a:t>첫 번째 </a:t>
            </a:r>
            <a:r>
              <a:rPr lang="en-US" altLang="ko-KR" sz="2400" b="1" dirty="0">
                <a:solidFill>
                  <a:schemeClr val="bg1"/>
                </a:solidFill>
                <a:latin typeface="맑은 고딕" panose="020B0503020000020004" pitchFamily="50" charset="-127"/>
                <a:ea typeface="맑은 고딕" panose="020B0503020000020004" pitchFamily="50" charset="-127"/>
              </a:rPr>
              <a:t>(1)</a:t>
            </a:r>
            <a:endParaRPr lang="ko-KR" altLang="en-US" sz="2400" b="1" dirty="0">
              <a:solidFill>
                <a:schemeClr val="bg1"/>
              </a:solidFill>
              <a:latin typeface="맑은 고딕" panose="020B0503020000020004" pitchFamily="50" charset="-127"/>
              <a:ea typeface="맑은 고딕" panose="020B0503020000020004" pitchFamily="50" charset="-127"/>
            </a:endParaRPr>
          </a:p>
        </p:txBody>
      </p:sp>
      <p:sp>
        <p:nvSpPr>
          <p:cNvPr id="12" name="TextBox 11">
            <a:extLst>
              <a:ext uri="{FF2B5EF4-FFF2-40B4-BE49-F238E27FC236}">
                <a16:creationId xmlns:a16="http://schemas.microsoft.com/office/drawing/2014/main" id="{036610F1-0BDD-0265-D9CD-D6FD24C27CE6}"/>
              </a:ext>
            </a:extLst>
          </p:cNvPr>
          <p:cNvSpPr txBox="1"/>
          <p:nvPr/>
        </p:nvSpPr>
        <p:spPr>
          <a:xfrm>
            <a:off x="1143000" y="2023896"/>
            <a:ext cx="6934200" cy="1938992"/>
          </a:xfrm>
          <a:prstGeom prst="rect">
            <a:avLst/>
          </a:prstGeom>
          <a:noFill/>
          <a:effectLst>
            <a:outerShdw blurRad="50800" dist="38100" dir="2700000" algn="tl" rotWithShape="0">
              <a:prstClr val="black">
                <a:alpha val="40000"/>
              </a:prstClr>
            </a:outerShdw>
          </a:effectLst>
        </p:spPr>
        <p:txBody>
          <a:bodyPr wrap="square" rtlCol="0">
            <a:spAutoFit/>
          </a:bodyPr>
          <a:lstStyle/>
          <a:p>
            <a:pPr marL="0" marR="0" lvl="0" indent="0" algn="ctr" defTabSz="914400" rtl="0" eaLnBrk="1" fontAlgn="base" latinLnBrk="1" hangingPunct="1">
              <a:spcBef>
                <a:spcPct val="0"/>
              </a:spcBef>
              <a:spcAft>
                <a:spcPct val="0"/>
              </a:spcAft>
              <a:buClrTx/>
              <a:buSzTx/>
              <a:buFontTx/>
              <a:buNone/>
              <a:tabLst/>
              <a:defRPr/>
            </a:pPr>
            <a:r>
              <a:rPr lang="en-US" altLang="ko-KR" sz="3400" b="1" dirty="0">
                <a:solidFill>
                  <a:srgbClr val="FFFFFF"/>
                </a:solidFill>
                <a:latin typeface="Malgun Gothic" panose="020B0503020000020004" pitchFamily="50" charset="-127"/>
                <a:ea typeface="맑은 고딕" panose="020B0503020000020004" pitchFamily="50" charset="-127"/>
              </a:rPr>
              <a:t>{{SERMON_PART1}}</a:t>
            </a:r>
          </a:p>
          <a:p>
            <a:pPr marL="0" marR="0" lvl="0" indent="0" algn="ctr" defTabSz="914400" rtl="0" eaLnBrk="1" fontAlgn="base" latinLnBrk="1" hangingPunct="1">
              <a:spcBef>
                <a:spcPct val="0"/>
              </a:spcBef>
              <a:spcAft>
                <a:spcPct val="0"/>
              </a:spcAft>
              <a:buClrTx/>
              <a:buSzTx/>
              <a:buFontTx/>
              <a:buNone/>
              <a:tabLst/>
              <a:defRPr/>
            </a:pPr>
            <a:r>
              <a:rPr kumimoji="1" lang="en-US" altLang="ko-KR" sz="3400" b="1" i="0" u="none" strike="noStrike" kern="1200" cap="none" spc="0" normalizeH="0" baseline="0" noProof="0" dirty="0">
                <a:ln>
                  <a:noFill/>
                </a:ln>
                <a:solidFill>
                  <a:srgbClr val="FFFFFF"/>
                </a:solidFill>
                <a:effectLst/>
                <a:uLnTx/>
                <a:uFillTx/>
                <a:latin typeface="Malgun Gothic" panose="020B0503020000020004" pitchFamily="50" charset="-127"/>
                <a:ea typeface="맑은 고딕" panose="020B0503020000020004" pitchFamily="50" charset="-127"/>
              </a:rPr>
              <a:t>(</a:t>
            </a:r>
            <a:r>
              <a:rPr lang="en-US" altLang="ko-KR" sz="3400" b="1" dirty="0">
                <a:solidFill>
                  <a:srgbClr val="FFFFFF"/>
                </a:solidFill>
                <a:latin typeface="Malgun Gothic" panose="020B0503020000020004" pitchFamily="50" charset="-127"/>
                <a:ea typeface="맑은 고딕" panose="020B0503020000020004" pitchFamily="50" charset="-127"/>
              </a:rPr>
              <a:t>{{SERMON_PART1_DESC}}</a:t>
            </a:r>
            <a:r>
              <a:rPr kumimoji="1" lang="en-US" altLang="ko-KR" sz="3400" b="1" i="0" u="none" strike="noStrike" kern="1200" cap="none" spc="0" normalizeH="0" baseline="0" noProof="0" dirty="0">
                <a:ln>
                  <a:noFill/>
                </a:ln>
                <a:solidFill>
                  <a:srgbClr val="FFFFFF"/>
                </a:solidFill>
                <a:effectLst/>
                <a:uLnTx/>
                <a:uFillTx/>
                <a:latin typeface="Malgun Gothic" panose="020B0503020000020004" pitchFamily="50" charset="-127"/>
                <a:ea typeface="맑은 고딕" panose="020B0503020000020004" pitchFamily="50" charset="-127"/>
              </a:rPr>
              <a:t>)</a:t>
            </a:r>
          </a:p>
          <a:p>
            <a:pPr marL="0" marR="0" lvl="0" indent="0" algn="ctr" defTabSz="914400" rtl="0" eaLnBrk="1" fontAlgn="base" latinLnBrk="1" hangingPunct="1">
              <a:spcBef>
                <a:spcPct val="0"/>
              </a:spcBef>
              <a:spcAft>
                <a:spcPct val="0"/>
              </a:spcAft>
              <a:buClrTx/>
              <a:buSzTx/>
              <a:buFontTx/>
              <a:buNone/>
              <a:tabLst/>
              <a:defRPr/>
            </a:pPr>
            <a:endParaRPr kumimoji="1" lang="en-US" altLang="ko-KR" sz="2400" b="0" i="0" u="none" strike="noStrike" kern="1200" cap="none" spc="0" normalizeH="0" baseline="0" noProof="0" dirty="0">
              <a:ln>
                <a:noFill/>
              </a:ln>
              <a:solidFill>
                <a:srgbClr val="FFFFFF"/>
              </a:solidFill>
              <a:effectLst/>
              <a:uLnTx/>
              <a:uFillTx/>
              <a:latin typeface="Malgun Gothic" panose="020B0503020000020004" pitchFamily="50" charset="-127"/>
              <a:ea typeface="맑은 고딕" panose="020B0503020000020004" pitchFamily="50" charset="-127"/>
            </a:endParaRPr>
          </a:p>
          <a:p>
            <a:pPr marL="0" marR="0" lvl="0" indent="0" algn="ctr" defTabSz="914400" rtl="0" eaLnBrk="1" fontAlgn="base" latinLnBrk="1" hangingPunct="1">
              <a:spcBef>
                <a:spcPct val="0"/>
              </a:spcBef>
              <a:spcAft>
                <a:spcPct val="0"/>
              </a:spcAft>
              <a:buClrTx/>
              <a:buSzTx/>
              <a:buFontTx/>
              <a:buNone/>
              <a:tabLst/>
              <a:defRPr/>
            </a:pPr>
            <a:r>
              <a:rPr kumimoji="1" lang="en-US" altLang="ko-KR" sz="2400" b="1" i="0" u="none" strike="noStrike" kern="1200" cap="none" spc="0" normalizeH="0" baseline="0" noProof="0" dirty="0">
                <a:ln>
                  <a:noFill/>
                </a:ln>
                <a:solidFill>
                  <a:srgbClr val="FFFFFF"/>
                </a:solidFill>
                <a:effectLst/>
                <a:uLnTx/>
                <a:uFillTx/>
                <a:latin typeface="Malgun Gothic" panose="020B0503020000020004" pitchFamily="50" charset="-127"/>
                <a:ea typeface="맑은 고딕" panose="020B0503020000020004" pitchFamily="50" charset="-127"/>
              </a:rPr>
              <a:t>{{SERMON_PART1_ENG}}</a:t>
            </a:r>
          </a:p>
        </p:txBody>
      </p:sp>
    </p:spTree>
    <p:extLst>
      <p:ext uri="{BB962C8B-B14F-4D97-AF65-F5344CB8AC3E}">
        <p14:creationId xmlns:p14="http://schemas.microsoft.com/office/powerpoint/2010/main" val="23625127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MasterPhAnim="0">
  <p:cSld>
    <p:bg>
      <p:bgPr>
        <a:blipFill dpi="0" rotWithShape="0">
          <a:blip r:embed="rId2">
            <a:alphaModFix amt="50000"/>
            <a:lum/>
          </a:blip>
          <a:srcRect/>
          <a:stretch>
            <a:fillRect t="-9000" b="-9000"/>
          </a:stretch>
        </a:blipFill>
        <a:effectLst/>
      </p:bgPr>
    </p:bg>
    <p:spTree>
      <p:nvGrpSpPr>
        <p:cNvPr id="1" name="">
          <a:extLst>
            <a:ext uri="{FF2B5EF4-FFF2-40B4-BE49-F238E27FC236}">
              <a16:creationId xmlns:a16="http://schemas.microsoft.com/office/drawing/2014/main" id="{97ECF1F0-EA6B-089C-8EB3-FABC010B21C0}"/>
            </a:ext>
          </a:extLst>
        </p:cNvPr>
        <p:cNvGrpSpPr/>
        <p:nvPr/>
      </p:nvGrpSpPr>
      <p:grpSpPr>
        <a:xfrm>
          <a:off x="0" y="0"/>
          <a:ext cx="0" cy="0"/>
          <a:chOff x="0" y="0"/>
          <a:chExt cx="0" cy="0"/>
        </a:xfrm>
      </p:grpSpPr>
      <p:sp>
        <p:nvSpPr>
          <p:cNvPr id="4" name="대각선 방향의 모서리가 둥근 사각형 4">
            <a:extLst>
              <a:ext uri="{FF2B5EF4-FFF2-40B4-BE49-F238E27FC236}">
                <a16:creationId xmlns:a16="http://schemas.microsoft.com/office/drawing/2014/main" id="{7E0D7267-A74F-3E6E-0488-825A91F9F3AF}"/>
              </a:ext>
            </a:extLst>
          </p:cNvPr>
          <p:cNvSpPr>
            <a:spLocks noChangeAspect="1"/>
          </p:cNvSpPr>
          <p:nvPr/>
        </p:nvSpPr>
        <p:spPr bwMode="auto">
          <a:xfrm>
            <a:off x="152400" y="133350"/>
            <a:ext cx="8839200" cy="4876800"/>
          </a:xfrm>
          <a:prstGeom prst="round2DiagRect">
            <a:avLst>
              <a:gd name="adj1" fmla="val 16667"/>
              <a:gd name="adj2" fmla="val 0"/>
            </a:avLst>
          </a:prstGeom>
          <a:solidFill>
            <a:schemeClr val="bg1">
              <a:alpha val="34000"/>
            </a:schemeClr>
          </a:solidFill>
          <a:ln w="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24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endParaRPr>
          </a:p>
        </p:txBody>
      </p:sp>
      <p:sp>
        <p:nvSpPr>
          <p:cNvPr id="6" name="TextBox 5">
            <a:extLst>
              <a:ext uri="{FF2B5EF4-FFF2-40B4-BE49-F238E27FC236}">
                <a16:creationId xmlns:a16="http://schemas.microsoft.com/office/drawing/2014/main" id="{F4F96019-589A-E28E-76FA-21A26424AE5A}"/>
              </a:ext>
            </a:extLst>
          </p:cNvPr>
          <p:cNvSpPr txBox="1"/>
          <p:nvPr/>
        </p:nvSpPr>
        <p:spPr bwMode="auto">
          <a:xfrm>
            <a:off x="304800" y="209550"/>
            <a:ext cx="5029200" cy="615553"/>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1" lang="en-US" altLang="ko-KR" sz="3400" b="1"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cs typeface="+mn-cs"/>
              </a:rPr>
              <a:t>{{VERSE_REF1}}</a:t>
            </a:r>
            <a:endParaRPr kumimoji="1" lang="en-US" sz="3400" b="1" i="0" u="none" strike="noStrike" kern="1200" cap="none" spc="0" normalizeH="0" baseline="0" noProof="0" dirty="0">
              <a:ln>
                <a:noFill/>
              </a:ln>
              <a:solidFill>
                <a:srgbClr val="FFFFFF"/>
              </a:solidFill>
              <a:effectLst/>
              <a:uLnTx/>
              <a:uFillTx/>
              <a:latin typeface="Malgun Gothic" panose="020B0503020000020004" pitchFamily="50" charset="-127"/>
              <a:ea typeface="궁서체" pitchFamily="17" charset="-127"/>
              <a:cs typeface="+mn-cs"/>
            </a:endParaRPr>
          </a:p>
        </p:txBody>
      </p:sp>
      <p:sp>
        <p:nvSpPr>
          <p:cNvPr id="2" name="TextBox 1">
            <a:extLst>
              <a:ext uri="{FF2B5EF4-FFF2-40B4-BE49-F238E27FC236}">
                <a16:creationId xmlns:a16="http://schemas.microsoft.com/office/drawing/2014/main" id="{E5A88D7F-5948-016D-F281-20ACC1841058}"/>
              </a:ext>
            </a:extLst>
          </p:cNvPr>
          <p:cNvSpPr txBox="1"/>
          <p:nvPr/>
        </p:nvSpPr>
        <p:spPr bwMode="auto">
          <a:xfrm>
            <a:off x="432178" y="831562"/>
            <a:ext cx="8407021" cy="615553"/>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1" lang="en-US" altLang="ko-KR" sz="3400" b="1"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cs typeface="+mn-cs"/>
              </a:rPr>
              <a:t>{{VERSE_KO1}}</a:t>
            </a:r>
            <a:endParaRPr kumimoji="1" lang="en-US" sz="3400" b="1" i="0" u="none" strike="noStrike" kern="1200" cap="none" spc="0" normalizeH="0" baseline="0" noProof="0" dirty="0">
              <a:ln>
                <a:noFill/>
              </a:ln>
              <a:solidFill>
                <a:srgbClr val="FFFFFF"/>
              </a:solidFill>
              <a:effectLst/>
              <a:uLnTx/>
              <a:uFillTx/>
              <a:latin typeface="Malgun Gothic" panose="020B0503020000020004" pitchFamily="50" charset="-127"/>
              <a:ea typeface="궁서체" pitchFamily="17" charset="-127"/>
              <a:cs typeface="+mn-cs"/>
            </a:endParaRPr>
          </a:p>
        </p:txBody>
      </p:sp>
      <p:sp>
        <p:nvSpPr>
          <p:cNvPr id="3" name="TextBox 2">
            <a:extLst>
              <a:ext uri="{FF2B5EF4-FFF2-40B4-BE49-F238E27FC236}">
                <a16:creationId xmlns:a16="http://schemas.microsoft.com/office/drawing/2014/main" id="{39FEB651-7378-C2FA-85EA-C542AF7CFD44}"/>
              </a:ext>
            </a:extLst>
          </p:cNvPr>
          <p:cNvSpPr txBox="1"/>
          <p:nvPr/>
        </p:nvSpPr>
        <p:spPr bwMode="auto">
          <a:xfrm>
            <a:off x="507242" y="3727164"/>
            <a:ext cx="8331958" cy="461665"/>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1" lang="en-US" sz="2400" b="1"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cs typeface="+mn-cs"/>
              </a:rPr>
              <a:t>{{VERSE_EN1}}</a:t>
            </a:r>
            <a:endParaRPr kumimoji="0" lang="en-US" altLang="ko-KR" sz="2400" b="1"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cs typeface="+mn-cs"/>
            </a:endParaRPr>
          </a:p>
        </p:txBody>
      </p:sp>
    </p:spTree>
    <p:extLst>
      <p:ext uri="{BB962C8B-B14F-4D97-AF65-F5344CB8AC3E}">
        <p14:creationId xmlns:p14="http://schemas.microsoft.com/office/powerpoint/2010/main" val="38029994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MasterPhAnim="0">
  <p:cSld>
    <p:bg>
      <p:bgPr>
        <a:blipFill dpi="0" rotWithShape="0">
          <a:blip r:embed="rId2">
            <a:alphaModFix amt="50000"/>
            <a:lum/>
          </a:blip>
          <a:srcRect/>
          <a:stretch>
            <a:fillRect/>
          </a:stretch>
        </a:blipFill>
        <a:effectLst/>
      </p:bgPr>
    </p:bg>
    <p:spTree>
      <p:nvGrpSpPr>
        <p:cNvPr id="1" name="">
          <a:extLst>
            <a:ext uri="{FF2B5EF4-FFF2-40B4-BE49-F238E27FC236}">
              <a16:creationId xmlns:a16="http://schemas.microsoft.com/office/drawing/2014/main" id="{8617F4D8-F300-0FBA-B1F6-28886861A707}"/>
            </a:ext>
          </a:extLst>
        </p:cNvPr>
        <p:cNvGrpSpPr/>
        <p:nvPr/>
      </p:nvGrpSpPr>
      <p:grpSpPr>
        <a:xfrm>
          <a:off x="0" y="0"/>
          <a:ext cx="0" cy="0"/>
          <a:chOff x="0" y="0"/>
          <a:chExt cx="0" cy="0"/>
        </a:xfrm>
      </p:grpSpPr>
      <p:sp>
        <p:nvSpPr>
          <p:cNvPr id="1937410" name="Rectangle 2">
            <a:extLst>
              <a:ext uri="{FF2B5EF4-FFF2-40B4-BE49-F238E27FC236}">
                <a16:creationId xmlns:a16="http://schemas.microsoft.com/office/drawing/2014/main" id="{4F5C14E4-CB69-F42D-DE55-044F2EC5B5E4}"/>
              </a:ext>
            </a:extLst>
          </p:cNvPr>
          <p:cNvSpPr>
            <a:spLocks noGrp="1" noChangeArrowheads="1"/>
          </p:cNvSpPr>
          <p:nvPr>
            <p:ph type="title"/>
          </p:nvPr>
        </p:nvSpPr>
        <p:spPr>
          <a:xfrm>
            <a:off x="1371600" y="40684"/>
            <a:ext cx="6477000" cy="862013"/>
          </a:xfrm>
          <a:effectLst>
            <a:outerShdw blurRad="50800" dist="38100" dir="2700000" algn="tl" rotWithShape="0">
              <a:prstClr val="black">
                <a:alpha val="40000"/>
              </a:prstClr>
            </a:outerShdw>
          </a:effectLst>
        </p:spPr>
        <p:txBody>
          <a:bodyPr/>
          <a:lstStyle/>
          <a:p>
            <a:pPr eaLnBrk="1" hangingPunct="1"/>
            <a:r>
              <a:rPr lang="ko-KR" altLang="en-US" sz="4000" b="1" dirty="0">
                <a:solidFill>
                  <a:schemeClr val="tx1"/>
                </a:solidFill>
                <a:latin typeface="Malgun Gothic" panose="020B0503020000020004" pitchFamily="50" charset="-127"/>
                <a:ea typeface="맑은 고딕" panose="020B0503020000020004" pitchFamily="50" charset="-127"/>
              </a:rPr>
              <a:t>말 씀 선 포</a:t>
            </a:r>
          </a:p>
        </p:txBody>
      </p:sp>
      <p:sp>
        <p:nvSpPr>
          <p:cNvPr id="2" name="TextBox 1">
            <a:extLst>
              <a:ext uri="{FF2B5EF4-FFF2-40B4-BE49-F238E27FC236}">
                <a16:creationId xmlns:a16="http://schemas.microsoft.com/office/drawing/2014/main" id="{53D6D01F-E323-09DD-85DC-E05C30EF577E}"/>
              </a:ext>
            </a:extLst>
          </p:cNvPr>
          <p:cNvSpPr txBox="1"/>
          <p:nvPr/>
        </p:nvSpPr>
        <p:spPr>
          <a:xfrm>
            <a:off x="2701628" y="832235"/>
            <a:ext cx="3740743" cy="400110"/>
          </a:xfrm>
          <a:prstGeom prst="rect">
            <a:avLst/>
          </a:prstGeom>
          <a:noFill/>
          <a:effectLst>
            <a:outerShdw blurRad="50800" dist="38100" dir="2700000" algn="tl" rotWithShape="0">
              <a:prstClr val="black">
                <a:alpha val="40000"/>
              </a:prstClr>
            </a:outerShdw>
          </a:effectLst>
        </p:spPr>
        <p:txBody>
          <a:bodyPr wrap="square">
            <a:sp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2000" b="0"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rPr>
              <a:t>SERMON</a:t>
            </a:r>
            <a:endParaRPr kumimoji="1" lang="ko-KR" altLang="en-US" sz="2000" b="0"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cs typeface="+mn-cs"/>
            </a:endParaRPr>
          </a:p>
        </p:txBody>
      </p:sp>
      <p:sp>
        <p:nvSpPr>
          <p:cNvPr id="10" name="대각선 방향의 모서리가 둥근 사각형 4">
            <a:extLst>
              <a:ext uri="{FF2B5EF4-FFF2-40B4-BE49-F238E27FC236}">
                <a16:creationId xmlns:a16="http://schemas.microsoft.com/office/drawing/2014/main" id="{33AE0996-15A4-383A-70E9-4E435EEF8CA8}"/>
              </a:ext>
            </a:extLst>
          </p:cNvPr>
          <p:cNvSpPr>
            <a:spLocks noChangeAspect="1"/>
          </p:cNvSpPr>
          <p:nvPr/>
        </p:nvSpPr>
        <p:spPr bwMode="auto">
          <a:xfrm>
            <a:off x="1143000" y="1352550"/>
            <a:ext cx="6934200" cy="3276600"/>
          </a:xfrm>
          <a:prstGeom prst="round2DiagRect">
            <a:avLst/>
          </a:prstGeom>
          <a:solidFill>
            <a:schemeClr val="tx1">
              <a:alpha val="65000"/>
            </a:schemeClr>
          </a:solidFill>
          <a:ln w="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24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endParaRPr>
          </a:p>
        </p:txBody>
      </p:sp>
      <p:sp>
        <p:nvSpPr>
          <p:cNvPr id="11" name="TextBox 10">
            <a:extLst>
              <a:ext uri="{FF2B5EF4-FFF2-40B4-BE49-F238E27FC236}">
                <a16:creationId xmlns:a16="http://schemas.microsoft.com/office/drawing/2014/main" id="{1726A9C2-9297-A9A5-9071-46EEFD2D3FBE}"/>
              </a:ext>
            </a:extLst>
          </p:cNvPr>
          <p:cNvSpPr txBox="1"/>
          <p:nvPr/>
        </p:nvSpPr>
        <p:spPr bwMode="auto">
          <a:xfrm>
            <a:off x="1371600" y="1469898"/>
            <a:ext cx="1981200" cy="461665"/>
          </a:xfrm>
          <a:prstGeom prst="rect">
            <a:avLst/>
          </a:prstGeom>
          <a:noFill/>
          <a:ln w="9525" algn="ctr">
            <a:noFill/>
            <a:miter lim="800000"/>
            <a:headEnd/>
            <a:tailEnd/>
          </a:ln>
          <a:effectLst>
            <a:outerShdw blurRad="50800" dist="38100" dir="2700000" algn="tl" rotWithShape="0">
              <a:prstClr val="black">
                <a:alpha val="40000"/>
              </a:prstClr>
            </a:outerShdw>
          </a:effectLst>
        </p:spPr>
        <p:txBody>
          <a:bodyPr wrap="square" rtlCol="0">
            <a:spAutoFit/>
          </a:bodyPr>
          <a:lstStyle/>
          <a:p>
            <a:pPr marL="457200" marR="0" lvl="0" indent="-457200" algn="l" defTabSz="914400" rtl="0" eaLnBrk="1" fontAlgn="base" latinLnBrk="1" hangingPunct="1">
              <a:lnSpc>
                <a:spcPct val="100000"/>
              </a:lnSpc>
              <a:spcBef>
                <a:spcPct val="0"/>
              </a:spcBef>
              <a:spcAft>
                <a:spcPct val="0"/>
              </a:spcAft>
              <a:buClrTx/>
              <a:buSzTx/>
              <a:buFontTx/>
              <a:buNone/>
              <a:tabLst/>
              <a:defRPr/>
            </a:pPr>
            <a:r>
              <a:rPr lang="ko-KR" altLang="en-US" sz="2400" b="1" dirty="0">
                <a:solidFill>
                  <a:srgbClr val="FFFFFF"/>
                </a:solidFill>
                <a:latin typeface="맑은 고딕" panose="020B0503020000020004" pitchFamily="50" charset="-127"/>
                <a:ea typeface="맑은 고딕" panose="020B0503020000020004" pitchFamily="50" charset="-127"/>
              </a:rPr>
              <a:t>두</a:t>
            </a:r>
            <a:r>
              <a:rPr kumimoji="1" lang="ko-KR" altLang="en-US" sz="2400" b="1"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 번째 </a:t>
            </a:r>
            <a:r>
              <a:rPr kumimoji="1" lang="en-US" altLang="ko-KR" sz="2400" b="1"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(2)</a:t>
            </a:r>
            <a:endParaRPr kumimoji="1" lang="ko-KR" altLang="en-US" sz="2400" b="1"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endParaRPr>
          </a:p>
        </p:txBody>
      </p:sp>
      <p:sp>
        <p:nvSpPr>
          <p:cNvPr id="12" name="TextBox 11">
            <a:extLst>
              <a:ext uri="{FF2B5EF4-FFF2-40B4-BE49-F238E27FC236}">
                <a16:creationId xmlns:a16="http://schemas.microsoft.com/office/drawing/2014/main" id="{8F8C11A2-9AF1-34E0-9681-94B32AF6E6F0}"/>
              </a:ext>
            </a:extLst>
          </p:cNvPr>
          <p:cNvSpPr txBox="1"/>
          <p:nvPr/>
        </p:nvSpPr>
        <p:spPr>
          <a:xfrm>
            <a:off x="1143000" y="2023896"/>
            <a:ext cx="6934200" cy="1938992"/>
          </a:xfrm>
          <a:prstGeom prst="rect">
            <a:avLst/>
          </a:prstGeom>
          <a:noFill/>
          <a:effectLst>
            <a:outerShdw blurRad="50800" dist="38100" dir="2700000" algn="tl" rotWithShape="0">
              <a:prstClr val="black">
                <a:alpha val="40000"/>
              </a:prstClr>
            </a:outerShdw>
          </a:effectLst>
        </p:spPr>
        <p:txBody>
          <a:bodyPr wrap="square" rtlCol="0">
            <a:spAutoFit/>
          </a:bodyPr>
          <a:lstStyle/>
          <a:p>
            <a:pPr marL="0" marR="0" lvl="0" indent="0" algn="ctr" defTabSz="914400" rtl="0" eaLnBrk="1" fontAlgn="base" latinLnBrk="1" hangingPunct="1">
              <a:spcBef>
                <a:spcPct val="0"/>
              </a:spcBef>
              <a:spcAft>
                <a:spcPct val="0"/>
              </a:spcAft>
              <a:buClrTx/>
              <a:buSzTx/>
              <a:buFontTx/>
              <a:buNone/>
              <a:tabLst/>
              <a:defRPr/>
            </a:pPr>
            <a:r>
              <a:rPr lang="en-US" altLang="ko-KR" sz="3400" b="1" dirty="0">
                <a:solidFill>
                  <a:srgbClr val="FFFFFF"/>
                </a:solidFill>
                <a:latin typeface="Malgun Gothic" panose="020B0503020000020004" pitchFamily="50" charset="-127"/>
                <a:ea typeface="맑은 고딕" panose="020B0503020000020004" pitchFamily="50" charset="-127"/>
              </a:rPr>
              <a:t>{{SERMON_PART2}}</a:t>
            </a:r>
          </a:p>
          <a:p>
            <a:pPr marL="0" marR="0" lvl="0" indent="0" algn="ctr" defTabSz="914400" rtl="0" eaLnBrk="1" fontAlgn="base" latinLnBrk="1" hangingPunct="1">
              <a:spcBef>
                <a:spcPct val="0"/>
              </a:spcBef>
              <a:spcAft>
                <a:spcPct val="0"/>
              </a:spcAft>
              <a:buClrTx/>
              <a:buSzTx/>
              <a:buFontTx/>
              <a:buNone/>
              <a:tabLst/>
              <a:defRPr/>
            </a:pPr>
            <a:r>
              <a:rPr kumimoji="1" lang="en-US" altLang="ko-KR" sz="3400" b="1" i="0" u="none" strike="noStrike" kern="1200" cap="none" spc="0" normalizeH="0" baseline="0" noProof="0" dirty="0">
                <a:ln>
                  <a:noFill/>
                </a:ln>
                <a:solidFill>
                  <a:srgbClr val="FFFFFF"/>
                </a:solidFill>
                <a:effectLst/>
                <a:uLnTx/>
                <a:uFillTx/>
                <a:latin typeface="Malgun Gothic" panose="020B0503020000020004" pitchFamily="50" charset="-127"/>
                <a:ea typeface="맑은 고딕" panose="020B0503020000020004" pitchFamily="50" charset="-127"/>
              </a:rPr>
              <a:t>({{SERMON_PART2_DESC}})</a:t>
            </a:r>
          </a:p>
          <a:p>
            <a:pPr marL="0" marR="0" lvl="0" indent="0" algn="ctr" defTabSz="914400" rtl="0" eaLnBrk="1" fontAlgn="base" latinLnBrk="1" hangingPunct="1">
              <a:spcBef>
                <a:spcPct val="0"/>
              </a:spcBef>
              <a:spcAft>
                <a:spcPct val="0"/>
              </a:spcAft>
              <a:buClrTx/>
              <a:buSzTx/>
              <a:buFontTx/>
              <a:buNone/>
              <a:tabLst/>
              <a:defRPr/>
            </a:pPr>
            <a:endParaRPr kumimoji="1" lang="en-US" altLang="ko-KR" sz="2400" b="0" i="0" u="none" strike="noStrike" kern="1200" cap="none" spc="0" normalizeH="0" baseline="0" noProof="0" dirty="0">
              <a:ln>
                <a:noFill/>
              </a:ln>
              <a:solidFill>
                <a:srgbClr val="FFFFFF"/>
              </a:solidFill>
              <a:effectLst/>
              <a:uLnTx/>
              <a:uFillTx/>
              <a:latin typeface="Malgun Gothic" panose="020B0503020000020004" pitchFamily="50" charset="-127"/>
              <a:ea typeface="맑은 고딕" panose="020B0503020000020004" pitchFamily="50" charset="-127"/>
            </a:endParaRPr>
          </a:p>
          <a:p>
            <a:pPr marL="0" marR="0" lvl="0" indent="0" algn="ctr" defTabSz="914400" rtl="0" eaLnBrk="1" fontAlgn="base" latinLnBrk="1" hangingPunct="1">
              <a:spcBef>
                <a:spcPct val="0"/>
              </a:spcBef>
              <a:spcAft>
                <a:spcPct val="0"/>
              </a:spcAft>
              <a:buClrTx/>
              <a:buSzTx/>
              <a:buFontTx/>
              <a:buNone/>
              <a:tabLst/>
              <a:defRPr/>
            </a:pPr>
            <a:r>
              <a:rPr kumimoji="1" lang="en-US" altLang="ko-KR" sz="2400" b="1" i="0" u="none" strike="noStrike" kern="1200" cap="none" spc="0" normalizeH="0" baseline="0" noProof="0" dirty="0">
                <a:ln>
                  <a:noFill/>
                </a:ln>
                <a:solidFill>
                  <a:srgbClr val="FFFFFF"/>
                </a:solidFill>
                <a:effectLst/>
                <a:uLnTx/>
                <a:uFillTx/>
                <a:latin typeface="Malgun Gothic" panose="020B0503020000020004" pitchFamily="50" charset="-127"/>
                <a:ea typeface="맑은 고딕" panose="020B0503020000020004" pitchFamily="50" charset="-127"/>
              </a:rPr>
              <a:t>{{SERMON_PART2_ENG}}</a:t>
            </a:r>
          </a:p>
        </p:txBody>
      </p:sp>
    </p:spTree>
    <p:extLst>
      <p:ext uri="{BB962C8B-B14F-4D97-AF65-F5344CB8AC3E}">
        <p14:creationId xmlns:p14="http://schemas.microsoft.com/office/powerpoint/2010/main" val="9883255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MasterPhAnim="0">
  <p:cSld>
    <p:bg>
      <p:bgPr>
        <a:blipFill dpi="0" rotWithShape="0">
          <a:blip r:embed="rId2">
            <a:alphaModFix amt="50000"/>
            <a:lum/>
          </a:blip>
          <a:srcRect/>
          <a:stretch>
            <a:fillRect t="-9000" b="-9000"/>
          </a:stretch>
        </a:blipFill>
        <a:effectLst/>
      </p:bgPr>
    </p:bg>
    <p:spTree>
      <p:nvGrpSpPr>
        <p:cNvPr id="1" name="">
          <a:extLst>
            <a:ext uri="{FF2B5EF4-FFF2-40B4-BE49-F238E27FC236}">
              <a16:creationId xmlns:a16="http://schemas.microsoft.com/office/drawing/2014/main" id="{CB12E6BC-46A4-78D9-15E3-BB8FF3F971ED}"/>
            </a:ext>
          </a:extLst>
        </p:cNvPr>
        <p:cNvGrpSpPr/>
        <p:nvPr/>
      </p:nvGrpSpPr>
      <p:grpSpPr>
        <a:xfrm>
          <a:off x="0" y="0"/>
          <a:ext cx="0" cy="0"/>
          <a:chOff x="0" y="0"/>
          <a:chExt cx="0" cy="0"/>
        </a:xfrm>
      </p:grpSpPr>
      <p:sp>
        <p:nvSpPr>
          <p:cNvPr id="4" name="대각선 방향의 모서리가 둥근 사각형 4">
            <a:extLst>
              <a:ext uri="{FF2B5EF4-FFF2-40B4-BE49-F238E27FC236}">
                <a16:creationId xmlns:a16="http://schemas.microsoft.com/office/drawing/2014/main" id="{A8972BBC-74CF-AB95-8809-540186B2AFE5}"/>
              </a:ext>
            </a:extLst>
          </p:cNvPr>
          <p:cNvSpPr>
            <a:spLocks noChangeAspect="1"/>
          </p:cNvSpPr>
          <p:nvPr/>
        </p:nvSpPr>
        <p:spPr bwMode="auto">
          <a:xfrm>
            <a:off x="152400" y="133350"/>
            <a:ext cx="8839200" cy="4876800"/>
          </a:xfrm>
          <a:prstGeom prst="round2DiagRect">
            <a:avLst>
              <a:gd name="adj1" fmla="val 16667"/>
              <a:gd name="adj2" fmla="val 0"/>
            </a:avLst>
          </a:prstGeom>
          <a:solidFill>
            <a:schemeClr val="bg1">
              <a:alpha val="34000"/>
            </a:schemeClr>
          </a:solidFill>
          <a:ln w="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24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endParaRPr>
          </a:p>
        </p:txBody>
      </p:sp>
      <p:sp>
        <p:nvSpPr>
          <p:cNvPr id="6" name="TextBox 5">
            <a:extLst>
              <a:ext uri="{FF2B5EF4-FFF2-40B4-BE49-F238E27FC236}">
                <a16:creationId xmlns:a16="http://schemas.microsoft.com/office/drawing/2014/main" id="{B6E318F0-DA55-E60C-67B7-223839352B63}"/>
              </a:ext>
            </a:extLst>
          </p:cNvPr>
          <p:cNvSpPr txBox="1"/>
          <p:nvPr/>
        </p:nvSpPr>
        <p:spPr bwMode="auto">
          <a:xfrm>
            <a:off x="304800" y="209550"/>
            <a:ext cx="5029200" cy="615553"/>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1" lang="en-US" altLang="ko-KR" sz="3400" b="1"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cs typeface="+mn-cs"/>
              </a:rPr>
              <a:t>{{VERSE_REF</a:t>
            </a:r>
            <a:r>
              <a:rPr lang="en-US" altLang="ko-KR" sz="3400" b="1" dirty="0">
                <a:solidFill>
                  <a:srgbClr val="000000"/>
                </a:solidFill>
                <a:latin typeface="Malgun Gothic" panose="020B0503020000020004" pitchFamily="50" charset="-127"/>
                <a:ea typeface="맑은 고딕" panose="020B0503020000020004" pitchFamily="50" charset="-127"/>
              </a:rPr>
              <a:t>2</a:t>
            </a:r>
            <a:r>
              <a:rPr kumimoji="1" lang="en-US" altLang="ko-KR" sz="3400" b="1"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cs typeface="+mn-cs"/>
              </a:rPr>
              <a:t>}}</a:t>
            </a:r>
            <a:endParaRPr kumimoji="1" lang="en-US" sz="3400" b="1" i="0" u="none" strike="noStrike" kern="1200" cap="none" spc="0" normalizeH="0" baseline="0" noProof="0" dirty="0">
              <a:ln>
                <a:noFill/>
              </a:ln>
              <a:solidFill>
                <a:srgbClr val="FFFFFF"/>
              </a:solidFill>
              <a:effectLst/>
              <a:uLnTx/>
              <a:uFillTx/>
              <a:latin typeface="Malgun Gothic" panose="020B0503020000020004" pitchFamily="50" charset="-127"/>
              <a:ea typeface="궁서체" pitchFamily="17" charset="-127"/>
              <a:cs typeface="+mn-cs"/>
            </a:endParaRPr>
          </a:p>
        </p:txBody>
      </p:sp>
      <p:sp>
        <p:nvSpPr>
          <p:cNvPr id="2" name="TextBox 1">
            <a:extLst>
              <a:ext uri="{FF2B5EF4-FFF2-40B4-BE49-F238E27FC236}">
                <a16:creationId xmlns:a16="http://schemas.microsoft.com/office/drawing/2014/main" id="{465FBD48-6E12-30DD-B7C5-96027EF3DFFF}"/>
              </a:ext>
            </a:extLst>
          </p:cNvPr>
          <p:cNvSpPr txBox="1"/>
          <p:nvPr/>
        </p:nvSpPr>
        <p:spPr bwMode="auto">
          <a:xfrm>
            <a:off x="432178" y="831562"/>
            <a:ext cx="8407021" cy="615553"/>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1" lang="en-US" altLang="ko-KR" sz="3400" b="1"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cs typeface="+mn-cs"/>
              </a:rPr>
              <a:t>{{VERSE_KO2}}</a:t>
            </a:r>
            <a:endParaRPr kumimoji="1" lang="en-US" sz="3400" b="1" i="0" u="none" strike="noStrike" kern="1200" cap="none" spc="0" normalizeH="0" baseline="0" noProof="0" dirty="0">
              <a:ln>
                <a:noFill/>
              </a:ln>
              <a:solidFill>
                <a:srgbClr val="FFFFFF"/>
              </a:solidFill>
              <a:effectLst/>
              <a:uLnTx/>
              <a:uFillTx/>
              <a:latin typeface="Malgun Gothic" panose="020B0503020000020004" pitchFamily="50" charset="-127"/>
              <a:ea typeface="궁서체" pitchFamily="17" charset="-127"/>
              <a:cs typeface="+mn-cs"/>
            </a:endParaRPr>
          </a:p>
        </p:txBody>
      </p:sp>
      <p:sp>
        <p:nvSpPr>
          <p:cNvPr id="3" name="TextBox 2">
            <a:extLst>
              <a:ext uri="{FF2B5EF4-FFF2-40B4-BE49-F238E27FC236}">
                <a16:creationId xmlns:a16="http://schemas.microsoft.com/office/drawing/2014/main" id="{83F2791A-A1BF-B78B-FA13-8D98AE50BE7F}"/>
              </a:ext>
            </a:extLst>
          </p:cNvPr>
          <p:cNvSpPr txBox="1"/>
          <p:nvPr/>
        </p:nvSpPr>
        <p:spPr bwMode="auto">
          <a:xfrm>
            <a:off x="507242" y="3727164"/>
            <a:ext cx="8331958" cy="461665"/>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1" lang="en-US" sz="2400" b="1"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cs typeface="+mn-cs"/>
              </a:rPr>
              <a:t>{{VERSE_EN2}}</a:t>
            </a:r>
            <a:endParaRPr kumimoji="0" lang="en-US" altLang="ko-KR" sz="2400" b="1"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cs typeface="+mn-cs"/>
            </a:endParaRPr>
          </a:p>
        </p:txBody>
      </p:sp>
    </p:spTree>
    <p:extLst>
      <p:ext uri="{BB962C8B-B14F-4D97-AF65-F5344CB8AC3E}">
        <p14:creationId xmlns:p14="http://schemas.microsoft.com/office/powerpoint/2010/main" val="21744869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MasterPhAnim="0">
  <p:cSld>
    <p:bg>
      <p:bgPr>
        <a:blipFill dpi="0" rotWithShape="0">
          <a:blip r:embed="rId2">
            <a:alphaModFix amt="50000"/>
            <a:lum/>
          </a:blip>
          <a:srcRect/>
          <a:stretch>
            <a:fillRect/>
          </a:stretch>
        </a:blipFill>
        <a:effectLst/>
      </p:bgPr>
    </p:bg>
    <p:spTree>
      <p:nvGrpSpPr>
        <p:cNvPr id="1" name="">
          <a:extLst>
            <a:ext uri="{FF2B5EF4-FFF2-40B4-BE49-F238E27FC236}">
              <a16:creationId xmlns:a16="http://schemas.microsoft.com/office/drawing/2014/main" id="{EC980D9D-64B3-2699-8498-77342A28BD95}"/>
            </a:ext>
          </a:extLst>
        </p:cNvPr>
        <p:cNvGrpSpPr/>
        <p:nvPr/>
      </p:nvGrpSpPr>
      <p:grpSpPr>
        <a:xfrm>
          <a:off x="0" y="0"/>
          <a:ext cx="0" cy="0"/>
          <a:chOff x="0" y="0"/>
          <a:chExt cx="0" cy="0"/>
        </a:xfrm>
      </p:grpSpPr>
      <p:sp>
        <p:nvSpPr>
          <p:cNvPr id="1937410" name="Rectangle 2">
            <a:extLst>
              <a:ext uri="{FF2B5EF4-FFF2-40B4-BE49-F238E27FC236}">
                <a16:creationId xmlns:a16="http://schemas.microsoft.com/office/drawing/2014/main" id="{88648FAF-81B3-03F9-9FF0-D1C271D11E62}"/>
              </a:ext>
            </a:extLst>
          </p:cNvPr>
          <p:cNvSpPr>
            <a:spLocks noGrp="1" noChangeArrowheads="1"/>
          </p:cNvSpPr>
          <p:nvPr>
            <p:ph type="title"/>
          </p:nvPr>
        </p:nvSpPr>
        <p:spPr>
          <a:xfrm>
            <a:off x="1371600" y="40684"/>
            <a:ext cx="6477000" cy="862013"/>
          </a:xfrm>
          <a:effectLst>
            <a:outerShdw blurRad="50800" dist="38100" dir="2700000" algn="tl" rotWithShape="0">
              <a:prstClr val="black">
                <a:alpha val="40000"/>
              </a:prstClr>
            </a:outerShdw>
          </a:effectLst>
        </p:spPr>
        <p:txBody>
          <a:bodyPr/>
          <a:lstStyle/>
          <a:p>
            <a:pPr eaLnBrk="1" hangingPunct="1"/>
            <a:r>
              <a:rPr lang="ko-KR" altLang="en-US" sz="4000" b="1" dirty="0">
                <a:solidFill>
                  <a:schemeClr val="tx1"/>
                </a:solidFill>
                <a:latin typeface="Malgun Gothic" panose="020B0503020000020004" pitchFamily="50" charset="-127"/>
                <a:ea typeface="맑은 고딕" panose="020B0503020000020004" pitchFamily="50" charset="-127"/>
              </a:rPr>
              <a:t>말 씀 선 포</a:t>
            </a:r>
          </a:p>
        </p:txBody>
      </p:sp>
      <p:sp>
        <p:nvSpPr>
          <p:cNvPr id="2" name="TextBox 1">
            <a:extLst>
              <a:ext uri="{FF2B5EF4-FFF2-40B4-BE49-F238E27FC236}">
                <a16:creationId xmlns:a16="http://schemas.microsoft.com/office/drawing/2014/main" id="{55974D8D-6723-5727-FB1B-1A12AF5806B4}"/>
              </a:ext>
            </a:extLst>
          </p:cNvPr>
          <p:cNvSpPr txBox="1"/>
          <p:nvPr/>
        </p:nvSpPr>
        <p:spPr>
          <a:xfrm>
            <a:off x="2701628" y="832235"/>
            <a:ext cx="3740743" cy="400110"/>
          </a:xfrm>
          <a:prstGeom prst="rect">
            <a:avLst/>
          </a:prstGeom>
          <a:noFill/>
          <a:effectLst>
            <a:outerShdw blurRad="50800" dist="38100" dir="2700000" algn="tl" rotWithShape="0">
              <a:prstClr val="black">
                <a:alpha val="40000"/>
              </a:prstClr>
            </a:outerShdw>
          </a:effectLst>
        </p:spPr>
        <p:txBody>
          <a:bodyPr wrap="square">
            <a:sp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2000" b="0"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rPr>
              <a:t>SERMON</a:t>
            </a:r>
            <a:endParaRPr kumimoji="1" lang="ko-KR" altLang="en-US" sz="2000" b="0"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cs typeface="+mn-cs"/>
            </a:endParaRPr>
          </a:p>
        </p:txBody>
      </p:sp>
      <p:sp>
        <p:nvSpPr>
          <p:cNvPr id="10" name="대각선 방향의 모서리가 둥근 사각형 4">
            <a:extLst>
              <a:ext uri="{FF2B5EF4-FFF2-40B4-BE49-F238E27FC236}">
                <a16:creationId xmlns:a16="http://schemas.microsoft.com/office/drawing/2014/main" id="{6E98A777-BA8E-152F-3327-13A899701A74}"/>
              </a:ext>
            </a:extLst>
          </p:cNvPr>
          <p:cNvSpPr>
            <a:spLocks noChangeAspect="1"/>
          </p:cNvSpPr>
          <p:nvPr/>
        </p:nvSpPr>
        <p:spPr bwMode="auto">
          <a:xfrm>
            <a:off x="1143000" y="1352550"/>
            <a:ext cx="6934200" cy="3276600"/>
          </a:xfrm>
          <a:prstGeom prst="round2DiagRect">
            <a:avLst/>
          </a:prstGeom>
          <a:solidFill>
            <a:schemeClr val="tx1">
              <a:alpha val="65000"/>
            </a:schemeClr>
          </a:solidFill>
          <a:ln w="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24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endParaRPr>
          </a:p>
        </p:txBody>
      </p:sp>
      <p:sp>
        <p:nvSpPr>
          <p:cNvPr id="11" name="TextBox 10">
            <a:extLst>
              <a:ext uri="{FF2B5EF4-FFF2-40B4-BE49-F238E27FC236}">
                <a16:creationId xmlns:a16="http://schemas.microsoft.com/office/drawing/2014/main" id="{F98EEF80-FE08-168F-8DC6-39CF2C6F778B}"/>
              </a:ext>
            </a:extLst>
          </p:cNvPr>
          <p:cNvSpPr txBox="1"/>
          <p:nvPr/>
        </p:nvSpPr>
        <p:spPr bwMode="auto">
          <a:xfrm>
            <a:off x="1371600" y="1469898"/>
            <a:ext cx="1981200" cy="461665"/>
          </a:xfrm>
          <a:prstGeom prst="rect">
            <a:avLst/>
          </a:prstGeom>
          <a:noFill/>
          <a:ln w="9525" algn="ctr">
            <a:noFill/>
            <a:miter lim="800000"/>
            <a:headEnd/>
            <a:tailEnd/>
          </a:ln>
          <a:effectLst>
            <a:outerShdw blurRad="50800" dist="38100" dir="2700000" algn="tl" rotWithShape="0">
              <a:prstClr val="black">
                <a:alpha val="40000"/>
              </a:prstClr>
            </a:outerShdw>
          </a:effectLst>
        </p:spPr>
        <p:txBody>
          <a:bodyPr wrap="square" rtlCol="0">
            <a:spAutoFit/>
          </a:bodyPr>
          <a:lstStyle/>
          <a:p>
            <a:pPr marL="457200" marR="0" lvl="0" indent="-457200" algn="l" defTabSz="914400" rtl="0" eaLnBrk="1" fontAlgn="base" latinLnBrk="1" hangingPunct="1">
              <a:lnSpc>
                <a:spcPct val="100000"/>
              </a:lnSpc>
              <a:spcBef>
                <a:spcPct val="0"/>
              </a:spcBef>
              <a:spcAft>
                <a:spcPct val="0"/>
              </a:spcAft>
              <a:buClrTx/>
              <a:buSzTx/>
              <a:buFontTx/>
              <a:buNone/>
              <a:tabLst/>
              <a:defRPr/>
            </a:pPr>
            <a:r>
              <a:rPr lang="ko-KR" altLang="en-US" sz="2400" b="1" dirty="0">
                <a:solidFill>
                  <a:srgbClr val="FFFFFF"/>
                </a:solidFill>
                <a:latin typeface="맑은 고딕" panose="020B0503020000020004" pitchFamily="50" charset="-127"/>
                <a:ea typeface="맑은 고딕" panose="020B0503020000020004" pitchFamily="50" charset="-127"/>
              </a:rPr>
              <a:t>세</a:t>
            </a:r>
            <a:r>
              <a:rPr kumimoji="1" lang="ko-KR" altLang="en-US" sz="2400" b="1"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 번째 </a:t>
            </a:r>
            <a:r>
              <a:rPr kumimoji="1" lang="en-US" altLang="ko-KR" sz="2400" b="1"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a:t>
            </a:r>
            <a:r>
              <a:rPr lang="en-US" altLang="ko-KR" sz="2400" b="1" dirty="0">
                <a:solidFill>
                  <a:srgbClr val="FFFFFF"/>
                </a:solidFill>
                <a:latin typeface="맑은 고딕" panose="020B0503020000020004" pitchFamily="50" charset="-127"/>
                <a:ea typeface="맑은 고딕" panose="020B0503020000020004" pitchFamily="50" charset="-127"/>
              </a:rPr>
              <a:t>3</a:t>
            </a:r>
            <a:r>
              <a:rPr kumimoji="1" lang="en-US" altLang="ko-KR" sz="2400" b="1"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a:t>
            </a:r>
            <a:endParaRPr kumimoji="1" lang="ko-KR" altLang="en-US" sz="2400" b="1"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endParaRPr>
          </a:p>
        </p:txBody>
      </p:sp>
      <p:sp>
        <p:nvSpPr>
          <p:cNvPr id="12" name="TextBox 11">
            <a:extLst>
              <a:ext uri="{FF2B5EF4-FFF2-40B4-BE49-F238E27FC236}">
                <a16:creationId xmlns:a16="http://schemas.microsoft.com/office/drawing/2014/main" id="{24A7E6CF-37D4-7FA3-B9C4-6D58B8803B94}"/>
              </a:ext>
            </a:extLst>
          </p:cNvPr>
          <p:cNvSpPr txBox="1"/>
          <p:nvPr/>
        </p:nvSpPr>
        <p:spPr>
          <a:xfrm>
            <a:off x="1143000" y="2023896"/>
            <a:ext cx="6934200" cy="2308324"/>
          </a:xfrm>
          <a:prstGeom prst="rect">
            <a:avLst/>
          </a:prstGeom>
          <a:noFill/>
          <a:effectLst>
            <a:outerShdw blurRad="50800" dist="38100" dir="2700000" algn="tl" rotWithShape="0">
              <a:prstClr val="black">
                <a:alpha val="40000"/>
              </a:prstClr>
            </a:outerShdw>
          </a:effectLst>
        </p:spPr>
        <p:txBody>
          <a:bodyPr wrap="square" rtlCol="0">
            <a:spAutoFit/>
          </a:bodyPr>
          <a:lstStyle/>
          <a:p>
            <a:pPr marL="0" marR="0" lvl="0" indent="0" algn="ctr" defTabSz="914400" rtl="0" eaLnBrk="1" fontAlgn="base" latinLnBrk="1" hangingPunct="1">
              <a:spcBef>
                <a:spcPct val="0"/>
              </a:spcBef>
              <a:spcAft>
                <a:spcPct val="0"/>
              </a:spcAft>
              <a:buClrTx/>
              <a:buSzTx/>
              <a:buFontTx/>
              <a:buNone/>
              <a:tabLst/>
              <a:defRPr/>
            </a:pPr>
            <a:r>
              <a:rPr kumimoji="1" lang="en-US" altLang="ko-KR" sz="3400" b="1" i="0" u="none" strike="noStrike" kern="1200" cap="none" spc="0" normalizeH="0" baseline="0" noProof="0" dirty="0">
                <a:ln>
                  <a:noFill/>
                </a:ln>
                <a:solidFill>
                  <a:srgbClr val="FFFFFF"/>
                </a:solidFill>
                <a:effectLst/>
                <a:uLnTx/>
                <a:uFillTx/>
                <a:latin typeface="Malgun Gothic" panose="020B0503020000020004" pitchFamily="50" charset="-127"/>
                <a:ea typeface="맑은 고딕" panose="020B0503020000020004" pitchFamily="50" charset="-127"/>
              </a:rPr>
              <a:t>{{SERMON_PART3}}</a:t>
            </a:r>
          </a:p>
          <a:p>
            <a:pPr marL="0" marR="0" lvl="0" indent="0" algn="ctr" defTabSz="914400" rtl="0" eaLnBrk="1" fontAlgn="base" latinLnBrk="1" hangingPunct="1">
              <a:spcBef>
                <a:spcPct val="0"/>
              </a:spcBef>
              <a:spcAft>
                <a:spcPct val="0"/>
              </a:spcAft>
              <a:buClrTx/>
              <a:buSzTx/>
              <a:buFontTx/>
              <a:buNone/>
              <a:tabLst/>
              <a:defRPr/>
            </a:pPr>
            <a:r>
              <a:rPr kumimoji="1" lang="en-US" altLang="ko-KR" sz="3400" b="1" i="0" u="none" strike="noStrike" kern="1200" cap="none" spc="0" normalizeH="0" baseline="0" noProof="0" dirty="0">
                <a:ln>
                  <a:noFill/>
                </a:ln>
                <a:solidFill>
                  <a:srgbClr val="FFFFFF"/>
                </a:solidFill>
                <a:effectLst/>
                <a:uLnTx/>
                <a:uFillTx/>
                <a:latin typeface="Malgun Gothic" panose="020B0503020000020004" pitchFamily="50" charset="-127"/>
                <a:ea typeface="맑은 고딕" panose="020B0503020000020004" pitchFamily="50" charset="-127"/>
              </a:rPr>
              <a:t>({{SERMON_PART3_DESC}})</a:t>
            </a:r>
          </a:p>
          <a:p>
            <a:pPr marL="0" marR="0" lvl="0" indent="0" algn="ctr" defTabSz="914400" rtl="0" eaLnBrk="1" fontAlgn="base" latinLnBrk="1" hangingPunct="1">
              <a:spcBef>
                <a:spcPct val="0"/>
              </a:spcBef>
              <a:spcAft>
                <a:spcPct val="0"/>
              </a:spcAft>
              <a:buClrTx/>
              <a:buSzTx/>
              <a:buFontTx/>
              <a:buNone/>
              <a:tabLst/>
              <a:defRPr/>
            </a:pPr>
            <a:endParaRPr kumimoji="1" lang="en-US" altLang="ko-KR" sz="2400" b="0" i="0" u="none" strike="noStrike" kern="1200" cap="none" spc="0" normalizeH="0" baseline="0" noProof="0" dirty="0">
              <a:ln>
                <a:noFill/>
              </a:ln>
              <a:solidFill>
                <a:srgbClr val="FFFFFF"/>
              </a:solidFill>
              <a:effectLst/>
              <a:uLnTx/>
              <a:uFillTx/>
              <a:latin typeface="Malgun Gothic" panose="020B0503020000020004" pitchFamily="50" charset="-127"/>
              <a:ea typeface="맑은 고딕" panose="020B0503020000020004" pitchFamily="50" charset="-127"/>
            </a:endParaRPr>
          </a:p>
          <a:p>
            <a:pPr marL="0" marR="0" lvl="0" indent="0" algn="ctr" defTabSz="914400" rtl="0" eaLnBrk="1" fontAlgn="base" latinLnBrk="1" hangingPunct="1">
              <a:spcBef>
                <a:spcPct val="0"/>
              </a:spcBef>
              <a:spcAft>
                <a:spcPct val="0"/>
              </a:spcAft>
              <a:buClrTx/>
              <a:buSzTx/>
              <a:buFontTx/>
              <a:buNone/>
              <a:tabLst/>
              <a:defRPr/>
            </a:pPr>
            <a:r>
              <a:rPr kumimoji="1" lang="en-US" altLang="ko-KR" sz="2400" b="1" i="0" u="none" strike="noStrike" kern="1200" cap="none" spc="0" normalizeH="0" baseline="0" noProof="0" dirty="0">
                <a:ln>
                  <a:noFill/>
                </a:ln>
                <a:solidFill>
                  <a:srgbClr val="FFFFFF"/>
                </a:solidFill>
                <a:effectLst/>
                <a:uLnTx/>
                <a:uFillTx/>
                <a:latin typeface="Malgun Gothic" panose="020B0503020000020004" pitchFamily="50" charset="-127"/>
                <a:ea typeface="맑은 고딕" panose="020B0503020000020004" pitchFamily="50" charset="-127"/>
              </a:rPr>
              <a:t>{{SERMON_PART3_ENG}}</a:t>
            </a:r>
          </a:p>
          <a:p>
            <a:pPr marL="0" marR="0" lvl="0" indent="0" algn="ctr" defTabSz="914400" rtl="0" eaLnBrk="1" fontAlgn="base" latinLnBrk="1" hangingPunct="1">
              <a:spcBef>
                <a:spcPct val="0"/>
              </a:spcBef>
              <a:spcAft>
                <a:spcPct val="0"/>
              </a:spcAft>
              <a:buClrTx/>
              <a:buSzTx/>
              <a:buFontTx/>
              <a:buNone/>
              <a:tabLst/>
              <a:defRPr/>
            </a:pPr>
            <a:endParaRPr kumimoji="1" lang="en-US" altLang="ko-KR" sz="2400" b="0" i="0" u="none" strike="noStrike" kern="1200" cap="none" spc="0" normalizeH="0" baseline="0" noProof="0" dirty="0">
              <a:ln>
                <a:noFill/>
              </a:ln>
              <a:solidFill>
                <a:srgbClr val="FFFFFF"/>
              </a:solidFill>
              <a:effectLst/>
              <a:uLnTx/>
              <a:uFillTx/>
              <a:latin typeface="Malgun Gothic"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4574542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showMasterPhAnim="0">
  <p:cSld>
    <p:bg>
      <p:bgPr>
        <a:blipFill dpi="0" rotWithShape="0">
          <a:blip r:embed="rId2">
            <a:alphaModFix amt="50000"/>
            <a:lum/>
          </a:blip>
          <a:srcRect/>
          <a:stretch>
            <a:fillRect t="-9000" b="-9000"/>
          </a:stretch>
        </a:blipFill>
        <a:effectLst/>
      </p:bgPr>
    </p:bg>
    <p:spTree>
      <p:nvGrpSpPr>
        <p:cNvPr id="1" name="">
          <a:extLst>
            <a:ext uri="{FF2B5EF4-FFF2-40B4-BE49-F238E27FC236}">
              <a16:creationId xmlns:a16="http://schemas.microsoft.com/office/drawing/2014/main" id="{771DC231-2426-98CD-F7A8-A70CBDC331F8}"/>
            </a:ext>
          </a:extLst>
        </p:cNvPr>
        <p:cNvGrpSpPr/>
        <p:nvPr/>
      </p:nvGrpSpPr>
      <p:grpSpPr>
        <a:xfrm>
          <a:off x="0" y="0"/>
          <a:ext cx="0" cy="0"/>
          <a:chOff x="0" y="0"/>
          <a:chExt cx="0" cy="0"/>
        </a:xfrm>
      </p:grpSpPr>
      <p:sp>
        <p:nvSpPr>
          <p:cNvPr id="4" name="대각선 방향의 모서리가 둥근 사각형 4">
            <a:extLst>
              <a:ext uri="{FF2B5EF4-FFF2-40B4-BE49-F238E27FC236}">
                <a16:creationId xmlns:a16="http://schemas.microsoft.com/office/drawing/2014/main" id="{5BB6D503-2AD2-50AB-4BE3-CD9EDA5C0F29}"/>
              </a:ext>
            </a:extLst>
          </p:cNvPr>
          <p:cNvSpPr>
            <a:spLocks noChangeAspect="1"/>
          </p:cNvSpPr>
          <p:nvPr/>
        </p:nvSpPr>
        <p:spPr bwMode="auto">
          <a:xfrm>
            <a:off x="152400" y="133350"/>
            <a:ext cx="8839200" cy="4876800"/>
          </a:xfrm>
          <a:prstGeom prst="round2DiagRect">
            <a:avLst>
              <a:gd name="adj1" fmla="val 16667"/>
              <a:gd name="adj2" fmla="val 0"/>
            </a:avLst>
          </a:prstGeom>
          <a:solidFill>
            <a:schemeClr val="bg1">
              <a:alpha val="34000"/>
            </a:schemeClr>
          </a:solidFill>
          <a:ln w="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24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endParaRPr>
          </a:p>
        </p:txBody>
      </p:sp>
      <p:sp>
        <p:nvSpPr>
          <p:cNvPr id="6" name="TextBox 5">
            <a:extLst>
              <a:ext uri="{FF2B5EF4-FFF2-40B4-BE49-F238E27FC236}">
                <a16:creationId xmlns:a16="http://schemas.microsoft.com/office/drawing/2014/main" id="{3B953FFA-715B-3AEB-5933-20E67259FCA3}"/>
              </a:ext>
            </a:extLst>
          </p:cNvPr>
          <p:cNvSpPr txBox="1"/>
          <p:nvPr/>
        </p:nvSpPr>
        <p:spPr bwMode="auto">
          <a:xfrm>
            <a:off x="304800" y="209550"/>
            <a:ext cx="5029200" cy="615553"/>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1" lang="en-US" altLang="ko-KR" sz="3400" b="1"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cs typeface="+mn-cs"/>
              </a:rPr>
              <a:t>{{VERSE_REF3}}</a:t>
            </a:r>
            <a:endParaRPr kumimoji="1" lang="en-US" sz="3400" b="1" i="0" u="none" strike="noStrike" kern="1200" cap="none" spc="0" normalizeH="0" baseline="0" noProof="0" dirty="0">
              <a:ln>
                <a:noFill/>
              </a:ln>
              <a:solidFill>
                <a:srgbClr val="FFFFFF"/>
              </a:solidFill>
              <a:effectLst/>
              <a:uLnTx/>
              <a:uFillTx/>
              <a:latin typeface="Malgun Gothic" panose="020B0503020000020004" pitchFamily="50" charset="-127"/>
              <a:ea typeface="궁서체" pitchFamily="17" charset="-127"/>
              <a:cs typeface="+mn-cs"/>
            </a:endParaRPr>
          </a:p>
        </p:txBody>
      </p:sp>
      <p:sp>
        <p:nvSpPr>
          <p:cNvPr id="2" name="TextBox 1">
            <a:extLst>
              <a:ext uri="{FF2B5EF4-FFF2-40B4-BE49-F238E27FC236}">
                <a16:creationId xmlns:a16="http://schemas.microsoft.com/office/drawing/2014/main" id="{C5AFFC18-B07E-239A-0D46-FE7176E2C2E5}"/>
              </a:ext>
            </a:extLst>
          </p:cNvPr>
          <p:cNvSpPr txBox="1"/>
          <p:nvPr/>
        </p:nvSpPr>
        <p:spPr bwMode="auto">
          <a:xfrm>
            <a:off x="432178" y="831562"/>
            <a:ext cx="8407021" cy="615553"/>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1" lang="en-US" altLang="ko-KR" sz="3400" b="1"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cs typeface="+mn-cs"/>
              </a:rPr>
              <a:t>{{VERSE_KO3}}</a:t>
            </a:r>
            <a:endParaRPr kumimoji="1" lang="en-US" sz="3400" b="1" i="0" u="none" strike="noStrike" kern="1200" cap="none" spc="0" normalizeH="0" baseline="0" noProof="0" dirty="0">
              <a:ln>
                <a:noFill/>
              </a:ln>
              <a:solidFill>
                <a:srgbClr val="FFFFFF"/>
              </a:solidFill>
              <a:effectLst/>
              <a:uLnTx/>
              <a:uFillTx/>
              <a:latin typeface="Malgun Gothic" panose="020B0503020000020004" pitchFamily="50" charset="-127"/>
              <a:ea typeface="궁서체" pitchFamily="17" charset="-127"/>
              <a:cs typeface="+mn-cs"/>
            </a:endParaRPr>
          </a:p>
        </p:txBody>
      </p:sp>
      <p:sp>
        <p:nvSpPr>
          <p:cNvPr id="3" name="TextBox 2">
            <a:extLst>
              <a:ext uri="{FF2B5EF4-FFF2-40B4-BE49-F238E27FC236}">
                <a16:creationId xmlns:a16="http://schemas.microsoft.com/office/drawing/2014/main" id="{815FE5BD-324B-439A-DA27-A0E9686CDAF1}"/>
              </a:ext>
            </a:extLst>
          </p:cNvPr>
          <p:cNvSpPr txBox="1"/>
          <p:nvPr/>
        </p:nvSpPr>
        <p:spPr bwMode="auto">
          <a:xfrm>
            <a:off x="507242" y="3727164"/>
            <a:ext cx="8331958" cy="461665"/>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1" lang="en-US" sz="2400" b="1"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cs typeface="+mn-cs"/>
              </a:rPr>
              <a:t>{{VERSE_EN3}}</a:t>
            </a:r>
            <a:endParaRPr kumimoji="0" lang="en-US" altLang="ko-KR" sz="2400" b="1"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cs typeface="+mn-cs"/>
            </a:endParaRPr>
          </a:p>
        </p:txBody>
      </p:sp>
    </p:spTree>
    <p:extLst>
      <p:ext uri="{BB962C8B-B14F-4D97-AF65-F5344CB8AC3E}">
        <p14:creationId xmlns:p14="http://schemas.microsoft.com/office/powerpoint/2010/main" val="7169345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showMasterPhAnim="0">
  <p:cSld>
    <p:bg>
      <p:bgPr>
        <a:blipFill dpi="0" rotWithShape="0">
          <a:blip r:embed="rId2">
            <a:alphaModFix amt="50000"/>
            <a:lum/>
          </a:blip>
          <a:srcRect/>
          <a:stretch>
            <a:fillRect/>
          </a:stretch>
        </a:blipFill>
        <a:effectLst/>
      </p:bgPr>
    </p:bg>
    <p:spTree>
      <p:nvGrpSpPr>
        <p:cNvPr id="1" name="">
          <a:extLst>
            <a:ext uri="{FF2B5EF4-FFF2-40B4-BE49-F238E27FC236}">
              <a16:creationId xmlns:a16="http://schemas.microsoft.com/office/drawing/2014/main" id="{02CE3462-3E4A-43B0-8D67-B322CC0FFBA8}"/>
            </a:ext>
          </a:extLst>
        </p:cNvPr>
        <p:cNvGrpSpPr/>
        <p:nvPr/>
      </p:nvGrpSpPr>
      <p:grpSpPr>
        <a:xfrm>
          <a:off x="0" y="0"/>
          <a:ext cx="0" cy="0"/>
          <a:chOff x="0" y="0"/>
          <a:chExt cx="0" cy="0"/>
        </a:xfrm>
      </p:grpSpPr>
      <p:sp>
        <p:nvSpPr>
          <p:cNvPr id="5" name="대각선 방향의 모서리가 둥근 사각형 4">
            <a:extLst>
              <a:ext uri="{FF2B5EF4-FFF2-40B4-BE49-F238E27FC236}">
                <a16:creationId xmlns:a16="http://schemas.microsoft.com/office/drawing/2014/main" id="{BBB5F3C2-E58F-FAF8-6E71-2F5E7DDC24E4}"/>
              </a:ext>
            </a:extLst>
          </p:cNvPr>
          <p:cNvSpPr>
            <a:spLocks noChangeAspect="1"/>
          </p:cNvSpPr>
          <p:nvPr/>
        </p:nvSpPr>
        <p:spPr bwMode="auto">
          <a:xfrm>
            <a:off x="1143000" y="1352550"/>
            <a:ext cx="6934200" cy="3276600"/>
          </a:xfrm>
          <a:prstGeom prst="round2DiagRect">
            <a:avLst/>
          </a:prstGeom>
          <a:solidFill>
            <a:schemeClr val="tx1">
              <a:alpha val="65000"/>
            </a:schemeClr>
          </a:solidFill>
          <a:ln w="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24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endParaRPr>
          </a:p>
        </p:txBody>
      </p:sp>
      <p:sp>
        <p:nvSpPr>
          <p:cNvPr id="7" name="TextBox 6">
            <a:extLst>
              <a:ext uri="{FF2B5EF4-FFF2-40B4-BE49-F238E27FC236}">
                <a16:creationId xmlns:a16="http://schemas.microsoft.com/office/drawing/2014/main" id="{D56464E0-0823-8A25-EC59-ADABD5DD7895}"/>
              </a:ext>
            </a:extLst>
          </p:cNvPr>
          <p:cNvSpPr txBox="1"/>
          <p:nvPr/>
        </p:nvSpPr>
        <p:spPr>
          <a:xfrm>
            <a:off x="1378039" y="3658352"/>
            <a:ext cx="6477000" cy="584775"/>
          </a:xfrm>
          <a:prstGeom prst="rect">
            <a:avLst/>
          </a:prstGeom>
          <a:noFill/>
          <a:effectLst>
            <a:outerShdw blurRad="50800" dist="38100" dir="2700000" algn="tl" rotWithShape="0">
              <a:prstClr val="black">
                <a:alpha val="40000"/>
              </a:prstClr>
            </a:outerShdw>
          </a:effectLst>
        </p:spPr>
        <p:txBody>
          <a:bodyPr wrap="square" rtlCol="0">
            <a:sp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3200" b="1" i="0" u="none" strike="noStrike" kern="1200" cap="none" spc="0" normalizeH="0" baseline="0" noProof="0" dirty="0">
                <a:ln>
                  <a:noFill/>
                </a:ln>
                <a:solidFill>
                  <a:srgbClr val="FFFFFF"/>
                </a:solidFill>
                <a:effectLst/>
                <a:uLnTx/>
                <a:uFillTx/>
                <a:latin typeface="Malgun Gothic" panose="020B0503020000020004" pitchFamily="50" charset="-127"/>
                <a:ea typeface="맑은 고딕" panose="020B0503020000020004" pitchFamily="50" charset="-127"/>
              </a:rPr>
              <a:t>{{PASTOR}}</a:t>
            </a:r>
            <a:endParaRPr kumimoji="1" lang="ko-KR" altLang="en-US" sz="3200" b="1" i="0" u="none" strike="noStrike" kern="1200" cap="none" spc="0" normalizeH="0" baseline="0" noProof="0" dirty="0">
              <a:ln>
                <a:noFill/>
              </a:ln>
              <a:solidFill>
                <a:srgbClr val="FFFFFF"/>
              </a:solidFill>
              <a:effectLst/>
              <a:uLnTx/>
              <a:uFillTx/>
              <a:latin typeface="Malgun Gothic" panose="020B0503020000020004" pitchFamily="50" charset="-127"/>
              <a:ea typeface="맑은 고딕" panose="020B0503020000020004" pitchFamily="50" charset="-127"/>
            </a:endParaRPr>
          </a:p>
        </p:txBody>
      </p:sp>
      <p:sp>
        <p:nvSpPr>
          <p:cNvPr id="1937410" name="Rectangle 2">
            <a:extLst>
              <a:ext uri="{FF2B5EF4-FFF2-40B4-BE49-F238E27FC236}">
                <a16:creationId xmlns:a16="http://schemas.microsoft.com/office/drawing/2014/main" id="{C8AC1BD3-55BA-9A87-6DC1-FEEDC0C3A2DA}"/>
              </a:ext>
            </a:extLst>
          </p:cNvPr>
          <p:cNvSpPr>
            <a:spLocks noGrp="1" noChangeArrowheads="1"/>
          </p:cNvSpPr>
          <p:nvPr>
            <p:ph type="title"/>
          </p:nvPr>
        </p:nvSpPr>
        <p:spPr>
          <a:xfrm>
            <a:off x="1371600" y="40684"/>
            <a:ext cx="6477000" cy="862013"/>
          </a:xfrm>
          <a:effectLst>
            <a:outerShdw blurRad="50800" dist="38100" dir="2700000" algn="tl" rotWithShape="0">
              <a:prstClr val="black">
                <a:alpha val="40000"/>
              </a:prstClr>
            </a:outerShdw>
          </a:effectLst>
        </p:spPr>
        <p:txBody>
          <a:bodyPr/>
          <a:lstStyle/>
          <a:p>
            <a:pPr eaLnBrk="1" hangingPunct="1"/>
            <a:r>
              <a:rPr lang="ko-KR" altLang="en-US" sz="4000" b="1" dirty="0">
                <a:solidFill>
                  <a:schemeClr val="tx1"/>
                </a:solidFill>
                <a:latin typeface="Malgun Gothic" panose="020B0503020000020004" pitchFamily="50" charset="-127"/>
                <a:ea typeface="맑은 고딕" panose="020B0503020000020004" pitchFamily="50" charset="-127"/>
              </a:rPr>
              <a:t>말 씀 선 포</a:t>
            </a:r>
          </a:p>
        </p:txBody>
      </p:sp>
      <p:sp>
        <p:nvSpPr>
          <p:cNvPr id="9" name="TextBox 8">
            <a:extLst>
              <a:ext uri="{FF2B5EF4-FFF2-40B4-BE49-F238E27FC236}">
                <a16:creationId xmlns:a16="http://schemas.microsoft.com/office/drawing/2014/main" id="{713AE14C-B828-FF38-7A61-6FB56DD8801A}"/>
              </a:ext>
            </a:extLst>
          </p:cNvPr>
          <p:cNvSpPr txBox="1"/>
          <p:nvPr/>
        </p:nvSpPr>
        <p:spPr>
          <a:xfrm>
            <a:off x="1143000" y="2039381"/>
            <a:ext cx="6934200" cy="769441"/>
          </a:xfrm>
          <a:prstGeom prst="rect">
            <a:avLst/>
          </a:prstGeom>
          <a:noFill/>
          <a:effectLst>
            <a:outerShdw blurRad="50800" dist="38100" dir="2700000" algn="tl" rotWithShape="0">
              <a:prstClr val="black">
                <a:alpha val="40000"/>
              </a:prstClr>
            </a:outerShdw>
          </a:effectLst>
        </p:spPr>
        <p:txBody>
          <a:bodyPr wrap="square" rtlCol="0">
            <a:sp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4400" b="1"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“{{SERMON_TITLE}}</a:t>
            </a:r>
            <a:r>
              <a:rPr kumimoji="1" lang="ko-KR" altLang="en-US" sz="4400" b="1"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a:t>
            </a:r>
          </a:p>
        </p:txBody>
      </p:sp>
      <p:sp>
        <p:nvSpPr>
          <p:cNvPr id="2" name="TextBox 1">
            <a:extLst>
              <a:ext uri="{FF2B5EF4-FFF2-40B4-BE49-F238E27FC236}">
                <a16:creationId xmlns:a16="http://schemas.microsoft.com/office/drawing/2014/main" id="{4CF87E64-FB02-F155-4F5A-CB181A2EABCD}"/>
              </a:ext>
            </a:extLst>
          </p:cNvPr>
          <p:cNvSpPr txBox="1"/>
          <p:nvPr/>
        </p:nvSpPr>
        <p:spPr>
          <a:xfrm>
            <a:off x="2701628" y="832235"/>
            <a:ext cx="3740743" cy="400110"/>
          </a:xfrm>
          <a:prstGeom prst="rect">
            <a:avLst/>
          </a:prstGeom>
          <a:noFill/>
          <a:effectLst>
            <a:outerShdw blurRad="50800" dist="38100" dir="2700000" algn="tl" rotWithShape="0">
              <a:prstClr val="black">
                <a:alpha val="40000"/>
              </a:prstClr>
            </a:outerShdw>
          </a:effectLst>
        </p:spPr>
        <p:txBody>
          <a:bodyPr wrap="square">
            <a:sp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2000" b="0"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rPr>
              <a:t>SERMON</a:t>
            </a:r>
            <a:endParaRPr kumimoji="1" lang="ko-KR" altLang="en-US" sz="2000" b="0"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cs typeface="+mn-cs"/>
            </a:endParaRPr>
          </a:p>
        </p:txBody>
      </p:sp>
      <p:sp>
        <p:nvSpPr>
          <p:cNvPr id="6" name="TextBox 5">
            <a:extLst>
              <a:ext uri="{FF2B5EF4-FFF2-40B4-BE49-F238E27FC236}">
                <a16:creationId xmlns:a16="http://schemas.microsoft.com/office/drawing/2014/main" id="{2B065679-3769-6544-72D0-11854D48E711}"/>
              </a:ext>
            </a:extLst>
          </p:cNvPr>
          <p:cNvSpPr txBox="1"/>
          <p:nvPr/>
        </p:nvSpPr>
        <p:spPr>
          <a:xfrm>
            <a:off x="1143000" y="3033316"/>
            <a:ext cx="6934200" cy="400110"/>
          </a:xfrm>
          <a:prstGeom prst="rect">
            <a:avLst/>
          </a:prstGeom>
          <a:noFill/>
          <a:ln>
            <a:noFill/>
          </a:ln>
        </p:spPr>
        <p:style>
          <a:lnRef idx="0">
            <a:scrgbClr r="0" g="0" b="0"/>
          </a:lnRef>
          <a:fillRef idx="0">
            <a:scrgbClr r="0" g="0" b="0"/>
          </a:fillRef>
          <a:effectRef idx="0">
            <a:scrgbClr r="0" g="0" b="0"/>
          </a:effectRef>
          <a:fontRef idx="minor">
            <a:schemeClr val="dk1"/>
          </a:fontRef>
        </p:style>
        <p:txBody>
          <a:bodyPr vert="horz" wrap="square" lIns="91440" tIns="45720" rIns="91440" bIns="45720" numCol="1" rtlCol="0" anchor="t" anchorCtr="0" compatLnSpc="1">
            <a:prstTxWarp prst="textNoShape">
              <a:avLst/>
            </a:prstTxWarp>
          </a:bodyPr>
          <a:lstStyle>
            <a:defPPr>
              <a:defRPr lang="ko-KR"/>
            </a:defPPr>
            <a:lvl1pPr marL="0" marR="0" lvl="0" indent="0" defTabSz="914400" eaLnBrk="1" hangingPunct="1">
              <a:lnSpc>
                <a:spcPct val="100000"/>
              </a:lnSpc>
              <a:buClrTx/>
              <a:buSzTx/>
              <a:buFontTx/>
              <a:buNone/>
              <a:tabLst/>
              <a:defRPr sz="2400" b="0" i="0" u="none" strike="noStrike" cap="none" spc="0" normalizeH="0" baseline="0">
                <a:ln>
                  <a:noFill/>
                </a:ln>
                <a:solidFill>
                  <a:srgbClr val="000000"/>
                </a:solidFill>
                <a:effectLst/>
                <a:uLnTx/>
                <a:uFillTx/>
                <a:latin typeface="굴림" pitchFamily="50" charset="-127"/>
                <a:ea typeface="굴림" pitchFamily="50" charset="-127"/>
              </a:defRPr>
            </a:lvl1p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2400" b="1" i="0" u="none" strike="noStrike" kern="1200" cap="none" spc="0" normalizeH="0" baseline="0" noProof="0" dirty="0">
                <a:ln>
                  <a:noFill/>
                </a:ln>
                <a:solidFill>
                  <a:srgbClr val="FFFFFF"/>
                </a:solidFill>
                <a:effectLst/>
                <a:uLnTx/>
                <a:uFillTx/>
                <a:latin typeface="Malgun Gothic" panose="020B0503020000020004" pitchFamily="50" charset="-127"/>
                <a:ea typeface="맑은 고딕" panose="020B0503020000020004" pitchFamily="50" charset="-127"/>
                <a:cs typeface="+mn-cs"/>
              </a:rPr>
              <a:t>“{{SERMON_TITLE_ENG}}”</a:t>
            </a:r>
            <a:endParaRPr kumimoji="1" lang="ko-KR" altLang="en-US" sz="2400" b="1" i="0" u="none" strike="noStrike" kern="1200" cap="none" spc="0" normalizeH="0" baseline="0" noProof="0" dirty="0">
              <a:ln>
                <a:noFill/>
              </a:ln>
              <a:solidFill>
                <a:srgbClr val="FFFFFF"/>
              </a:solidFill>
              <a:effectLst/>
              <a:uLnTx/>
              <a:uFillTx/>
              <a:latin typeface="Malgun Gothic" panose="020B0503020000020004" pitchFamily="50" charset="-127"/>
              <a:ea typeface="맑은 고딕" panose="020B0503020000020004" pitchFamily="50" charset="-127"/>
              <a:cs typeface="+mn-cs"/>
            </a:endParaRPr>
          </a:p>
        </p:txBody>
      </p:sp>
    </p:spTree>
    <p:extLst>
      <p:ext uri="{BB962C8B-B14F-4D97-AF65-F5344CB8AC3E}">
        <p14:creationId xmlns:p14="http://schemas.microsoft.com/office/powerpoint/2010/main" val="18319666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0">
          <a:blip r:embed="rId3">
            <a:alphaModFix amt="60000"/>
            <a:lum/>
          </a:blip>
          <a:srcRect/>
          <a:stretch>
            <a:fillRect l="-10000" t="-14000" r="-4000" b="-46000"/>
          </a:stretch>
        </a:blipFill>
        <a:effectLst/>
      </p:bgPr>
    </p:bg>
    <p:spTree>
      <p:nvGrpSpPr>
        <p:cNvPr id="1" name=""/>
        <p:cNvGrpSpPr/>
        <p:nvPr/>
      </p:nvGrpSpPr>
      <p:grpSpPr>
        <a:xfrm>
          <a:off x="0" y="0"/>
          <a:ext cx="0" cy="0"/>
          <a:chOff x="0" y="0"/>
          <a:chExt cx="0" cy="0"/>
        </a:xfrm>
      </p:grpSpPr>
      <p:sp>
        <p:nvSpPr>
          <p:cNvPr id="5" name="대각선 방향의 모서리가 둥근 사각형 4"/>
          <p:cNvSpPr>
            <a:spLocks noChangeAspect="1"/>
          </p:cNvSpPr>
          <p:nvPr/>
        </p:nvSpPr>
        <p:spPr bwMode="auto">
          <a:xfrm>
            <a:off x="1371600" y="971550"/>
            <a:ext cx="6477000" cy="3429000"/>
          </a:xfrm>
          <a:prstGeom prst="round2DiagRect">
            <a:avLst/>
          </a:prstGeom>
          <a:solidFill>
            <a:schemeClr val="tx1">
              <a:alpha val="65000"/>
            </a:schemeClr>
          </a:solidFill>
          <a:ln w="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24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endParaRPr>
          </a:p>
        </p:txBody>
      </p:sp>
      <p:sp>
        <p:nvSpPr>
          <p:cNvPr id="6" name="TextBox 5"/>
          <p:cNvSpPr txBox="1"/>
          <p:nvPr/>
        </p:nvSpPr>
        <p:spPr>
          <a:xfrm>
            <a:off x="1371600" y="1809750"/>
            <a:ext cx="6477000" cy="1107996"/>
          </a:xfrm>
          <a:prstGeom prst="rect">
            <a:avLst/>
          </a:prstGeom>
          <a:noFill/>
          <a:effectLst>
            <a:outerShdw blurRad="50800" dist="38100" dir="2700000" algn="tl" rotWithShape="0">
              <a:prstClr val="black">
                <a:alpha val="40000"/>
              </a:prstClr>
            </a:outerShdw>
          </a:effectLst>
        </p:spPr>
        <p:txBody>
          <a:bodyPr wrap="square" rtlCol="0">
            <a:sp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ko-KR" altLang="en-US" sz="6600" b="1" i="0" u="none" strike="noStrike" kern="1200" cap="none" spc="0" normalizeH="0" baseline="0" noProof="0" dirty="0">
                <a:ln>
                  <a:noFill/>
                </a:ln>
                <a:solidFill>
                  <a:srgbClr val="FFFFFF">
                    <a:lumMod val="85000"/>
                  </a:srgbClr>
                </a:solidFill>
                <a:effectLst/>
                <a:uLnTx/>
                <a:uFillTx/>
                <a:latin typeface="Malgun Gothic" panose="020B0503020000020004" pitchFamily="50" charset="-127"/>
                <a:ea typeface="맑은 고딕" panose="020B0503020000020004" pitchFamily="50" charset="-127"/>
              </a:rPr>
              <a:t>헌  금</a:t>
            </a:r>
            <a:endParaRPr kumimoji="1" lang="ko-KR" altLang="en-US" sz="6600" b="1"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endParaRPr>
          </a:p>
        </p:txBody>
      </p:sp>
      <p:sp>
        <p:nvSpPr>
          <p:cNvPr id="2" name="TextBox 1">
            <a:extLst>
              <a:ext uri="{FF2B5EF4-FFF2-40B4-BE49-F238E27FC236}">
                <a16:creationId xmlns:a16="http://schemas.microsoft.com/office/drawing/2014/main" id="{876DD85C-16DD-CB4A-3AC7-DFBC96AE9D3F}"/>
              </a:ext>
            </a:extLst>
          </p:cNvPr>
          <p:cNvSpPr txBox="1"/>
          <p:nvPr/>
        </p:nvSpPr>
        <p:spPr>
          <a:xfrm>
            <a:off x="1363133" y="3046785"/>
            <a:ext cx="6477000" cy="400110"/>
          </a:xfrm>
          <a:prstGeom prst="rect">
            <a:avLst/>
          </a:prstGeom>
          <a:noFill/>
          <a:effectLst>
            <a:outerShdw blurRad="50800" dist="38100" dir="2700000" algn="tl" rotWithShape="0">
              <a:prstClr val="black">
                <a:alpha val="40000"/>
              </a:prstClr>
            </a:outerShdw>
          </a:effectLst>
        </p:spPr>
        <p:txBody>
          <a:bodyPr wrap="square" rtlCol="0">
            <a:spAutoFit/>
          </a:bodyPr>
          <a:lstStyle/>
          <a:p>
            <a:pPr algn="ctr"/>
            <a:r>
              <a:rPr lang="en-US" altLang="ko-KR" sz="2000" b="1" dirty="0">
                <a:solidFill>
                  <a:srgbClr val="FFFFFF">
                    <a:lumMod val="95000"/>
                  </a:srgbClr>
                </a:solidFill>
                <a:latin typeface="Malgun Gothic" panose="020B0503020000020004" pitchFamily="50" charset="-127"/>
                <a:ea typeface="맑은 고딕" panose="020B0503020000020004" pitchFamily="50" charset="-127"/>
              </a:rPr>
              <a:t>OFFERING</a:t>
            </a:r>
            <a:endParaRPr lang="ko-KR" altLang="en-US" sz="2000" b="1" dirty="0">
              <a:solidFill>
                <a:srgbClr val="FFFFFF">
                  <a:lumMod val="95000"/>
                </a:srgbClr>
              </a:solidFill>
              <a:latin typeface="Malgun Gothic" panose="020B0503020000020004" pitchFamily="50" charset="-127"/>
              <a:ea typeface="맑은 고딕" panose="020B0503020000020004" pitchFamily="50" charset="-127"/>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그림 1">
            <a:extLst>
              <a:ext uri="{FF2B5EF4-FFF2-40B4-BE49-F238E27FC236}">
                <a16:creationId xmlns:a16="http://schemas.microsoft.com/office/drawing/2014/main" id="{2BD50FA9-3B03-B6FC-73F0-5F44086A5E9C}"/>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487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그림 1">
            <a:extLst>
              <a:ext uri="{FF2B5EF4-FFF2-40B4-BE49-F238E27FC236}">
                <a16:creationId xmlns:a16="http://schemas.microsoft.com/office/drawing/2014/main" id="{E552AA6E-C56E-03E0-7C19-C059C4ED25B6}"/>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487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그림 1">
            <a:extLst>
              <a:ext uri="{FF2B5EF4-FFF2-40B4-BE49-F238E27FC236}">
                <a16:creationId xmlns:a16="http://schemas.microsoft.com/office/drawing/2014/main" id="{CD72D82A-54B9-ACAE-82DA-203782981AFD}"/>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487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bg>
      <p:bgPr>
        <a:solidFill>
          <a:srgbClr val="262626"/>
        </a:solidFill>
        <a:effectLst/>
      </p:bgPr>
    </p:bg>
    <p:spTree>
      <p:nvGrpSpPr>
        <p:cNvPr id="1" name=""/>
        <p:cNvGrpSpPr/>
        <p:nvPr/>
      </p:nvGrpSpPr>
      <p:grpSpPr>
        <a:xfrm>
          <a:off x="0" y="0"/>
          <a:ext cx="0" cy="0"/>
          <a:chOff x="0" y="0"/>
          <a:chExt cx="0" cy="0"/>
        </a:xfrm>
      </p:grpSpPr>
      <p:pic>
        <p:nvPicPr>
          <p:cNvPr id="4" name="Picture 2" descr="D:\# Yosub Documents\#교회\# 신일교회\# 예배 자료\# 예배자료\온라인 예배안내\Dark 2.jpg"/>
          <p:cNvPicPr>
            <a:picLocks noChangeAspect="1" noChangeArrowheads="1"/>
          </p:cNvPicPr>
          <p:nvPr/>
        </p:nvPicPr>
        <p:blipFill>
          <a:blip r:embed="rId2" cstate="print"/>
          <a:srcRect/>
          <a:stretch>
            <a:fillRect/>
          </a:stretch>
        </p:blipFill>
        <p:spPr bwMode="auto">
          <a:xfrm>
            <a:off x="2438400" y="0"/>
            <a:ext cx="4191000" cy="5314950"/>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showMasterPhAnim="0">
  <p:cSld>
    <p:bg>
      <p:bgPr>
        <a:blipFill dpi="0" rotWithShape="0">
          <a:blip r:embed="rId2" cstate="print">
            <a:alphaModFix amt="60000"/>
            <a:lum bright="-42000" contrast="-27000"/>
          </a:blip>
          <a:srcRect/>
          <a:stretch>
            <a:fillRect l="-2000" r="-28000" b="-13000"/>
          </a:stretch>
        </a:blipFill>
        <a:effectLst/>
      </p:bgPr>
    </p:bg>
    <p:spTree>
      <p:nvGrpSpPr>
        <p:cNvPr id="1" name=""/>
        <p:cNvGrpSpPr/>
        <p:nvPr/>
      </p:nvGrpSpPr>
      <p:grpSpPr>
        <a:xfrm>
          <a:off x="0" y="0"/>
          <a:ext cx="0" cy="0"/>
          <a:chOff x="0" y="0"/>
          <a:chExt cx="0" cy="0"/>
        </a:xfrm>
      </p:grpSpPr>
      <p:sp>
        <p:nvSpPr>
          <p:cNvPr id="8" name="대각선 방향의 모서리가 둥근 사각형 7"/>
          <p:cNvSpPr>
            <a:spLocks noChangeAspect="1"/>
          </p:cNvSpPr>
          <p:nvPr/>
        </p:nvSpPr>
        <p:spPr bwMode="auto">
          <a:xfrm>
            <a:off x="381000" y="361950"/>
            <a:ext cx="8382000" cy="4495800"/>
          </a:xfrm>
          <a:prstGeom prst="round2DiagRect">
            <a:avLst/>
          </a:prstGeom>
          <a:solidFill>
            <a:schemeClr val="tx1">
              <a:alpha val="65000"/>
            </a:schemeClr>
          </a:solidFill>
          <a:ln w="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24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endParaRPr>
          </a:p>
        </p:txBody>
      </p:sp>
      <p:sp>
        <p:nvSpPr>
          <p:cNvPr id="2113538" name="Rectangle 2"/>
          <p:cNvSpPr>
            <a:spLocks noGrp="1" noChangeArrowheads="1"/>
          </p:cNvSpPr>
          <p:nvPr>
            <p:ph type="title"/>
          </p:nvPr>
        </p:nvSpPr>
        <p:spPr>
          <a:xfrm>
            <a:off x="1769789" y="1030651"/>
            <a:ext cx="5756822" cy="857250"/>
          </a:xfrm>
          <a:effectLst>
            <a:outerShdw blurRad="50800" dist="38100" dir="2700000" algn="tl" rotWithShape="0">
              <a:prstClr val="black">
                <a:alpha val="40000"/>
              </a:prstClr>
            </a:outerShdw>
          </a:effectLst>
        </p:spPr>
        <p:txBody>
          <a:bodyPr/>
          <a:lstStyle/>
          <a:p>
            <a:pPr eaLnBrk="1" hangingPunct="1"/>
            <a:r>
              <a:rPr lang="ko-KR" altLang="en-US" sz="6600" b="1" dirty="0">
                <a:solidFill>
                  <a:schemeClr val="bg1"/>
                </a:solidFill>
                <a:latin typeface="Malgun Gothic" panose="020B0503020000020004" pitchFamily="50" charset="-127"/>
              </a:rPr>
              <a:t>헌  금  기  도</a:t>
            </a:r>
          </a:p>
        </p:txBody>
      </p:sp>
      <p:sp>
        <p:nvSpPr>
          <p:cNvPr id="187396" name="Rectangle 4"/>
          <p:cNvSpPr>
            <a:spLocks noChangeArrowheads="1"/>
          </p:cNvSpPr>
          <p:nvPr/>
        </p:nvSpPr>
        <p:spPr bwMode="auto">
          <a:xfrm>
            <a:off x="323882" y="2571751"/>
            <a:ext cx="4343401" cy="1728788"/>
          </a:xfrm>
          <a:prstGeom prst="rect">
            <a:avLst/>
          </a:prstGeom>
          <a:noFill/>
          <a:ln>
            <a:noFill/>
          </a:ln>
          <a:effectLst>
            <a:outerShdw dist="3592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3492" tIns="31746" rIns="63492" bIns="31746"/>
          <a:lstStyle>
            <a:lvl1pPr marL="342900" indent="-342900" eaLnBrk="0" hangingPunct="0">
              <a:spcBef>
                <a:spcPct val="20000"/>
              </a:spcBef>
              <a:buChar char="•"/>
              <a:defRPr kumimoji="1" sz="3200">
                <a:solidFill>
                  <a:schemeClr val="tx1"/>
                </a:solidFill>
                <a:latin typeface="Gulim" pitchFamily="34" charset="-127"/>
                <a:ea typeface="Gulim" pitchFamily="34" charset="-127"/>
              </a:defRPr>
            </a:lvl1pPr>
            <a:lvl2pPr marL="742950" indent="-285750" eaLnBrk="0" hangingPunct="0">
              <a:spcBef>
                <a:spcPct val="20000"/>
              </a:spcBef>
              <a:buChar char="–"/>
              <a:defRPr kumimoji="1" sz="2800">
                <a:solidFill>
                  <a:schemeClr val="tx1"/>
                </a:solidFill>
                <a:latin typeface="Gulim" pitchFamily="34" charset="-127"/>
                <a:ea typeface="Gulim" pitchFamily="34" charset="-127"/>
              </a:defRPr>
            </a:lvl2pPr>
            <a:lvl3pPr marL="1143000" indent="-228600" eaLnBrk="0" hangingPunct="0">
              <a:spcBef>
                <a:spcPct val="20000"/>
              </a:spcBef>
              <a:buChar char="•"/>
              <a:defRPr kumimoji="1" sz="2400">
                <a:solidFill>
                  <a:schemeClr val="tx1"/>
                </a:solidFill>
                <a:latin typeface="Gulim" pitchFamily="34" charset="-127"/>
                <a:ea typeface="Gulim" pitchFamily="34" charset="-127"/>
              </a:defRPr>
            </a:lvl3pPr>
            <a:lvl4pPr marL="1600200" indent="-228600" eaLnBrk="0" hangingPunct="0">
              <a:spcBef>
                <a:spcPct val="20000"/>
              </a:spcBef>
              <a:buChar char="–"/>
              <a:defRPr kumimoji="1" sz="2000">
                <a:solidFill>
                  <a:schemeClr val="tx1"/>
                </a:solidFill>
                <a:latin typeface="Gulim" pitchFamily="34" charset="-127"/>
                <a:ea typeface="Gulim" pitchFamily="34" charset="-127"/>
              </a:defRPr>
            </a:lvl4pPr>
            <a:lvl5pPr marL="2057400" indent="-228600" eaLnBrk="0" hangingPunct="0">
              <a:spcBef>
                <a:spcPct val="20000"/>
              </a:spcBef>
              <a:buChar char="»"/>
              <a:defRPr kumimoji="1" sz="2000">
                <a:solidFill>
                  <a:schemeClr val="tx1"/>
                </a:solidFill>
                <a:latin typeface="Gulim" pitchFamily="34" charset="-127"/>
                <a:ea typeface="Gulim"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Gulim" pitchFamily="34" charset="-127"/>
                <a:ea typeface="Gulim"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Gulim" pitchFamily="34" charset="-127"/>
                <a:ea typeface="Gulim"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Gulim" pitchFamily="34" charset="-127"/>
                <a:ea typeface="Gulim"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Gulim" pitchFamily="34" charset="-127"/>
                <a:ea typeface="Gulim" pitchFamily="34" charset="-127"/>
              </a:defRPr>
            </a:lvl9pPr>
          </a:lstStyle>
          <a:p>
            <a:pPr marL="342900" marR="0" lvl="0" indent="-342900" algn="l" defTabSz="914400" rtl="0" eaLnBrk="1" fontAlgn="base" latinLnBrk="1" hangingPunct="1">
              <a:lnSpc>
                <a:spcPct val="100000"/>
              </a:lnSpc>
              <a:spcBef>
                <a:spcPct val="20000"/>
              </a:spcBef>
              <a:spcAft>
                <a:spcPct val="0"/>
              </a:spcAft>
              <a:buClrTx/>
              <a:buSzTx/>
              <a:buFontTx/>
              <a:buNone/>
              <a:tabLst/>
              <a:defRPr/>
            </a:pPr>
            <a:endParaRPr kumimoji="1" lang="en-US" altLang="ko-KR" sz="32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endParaRPr>
          </a:p>
        </p:txBody>
      </p:sp>
      <p:sp>
        <p:nvSpPr>
          <p:cNvPr id="2" name="TextBox 1">
            <a:extLst>
              <a:ext uri="{FF2B5EF4-FFF2-40B4-BE49-F238E27FC236}">
                <a16:creationId xmlns:a16="http://schemas.microsoft.com/office/drawing/2014/main" id="{F1B4DA96-E7AB-D673-BF4E-8CCCCFD63B2C}"/>
              </a:ext>
            </a:extLst>
          </p:cNvPr>
          <p:cNvSpPr txBox="1"/>
          <p:nvPr/>
        </p:nvSpPr>
        <p:spPr>
          <a:xfrm>
            <a:off x="2796911" y="2042248"/>
            <a:ext cx="3740743" cy="400110"/>
          </a:xfrm>
          <a:prstGeom prst="rect">
            <a:avLst/>
          </a:prstGeom>
          <a:noFill/>
          <a:effectLst>
            <a:outerShdw blurRad="50800" dist="38100" dir="2700000" algn="tl" rotWithShape="0">
              <a:prstClr val="black">
                <a:alpha val="40000"/>
              </a:prstClr>
            </a:outerShdw>
          </a:effectLst>
        </p:spPr>
        <p:txBody>
          <a:bodyPr wrap="square">
            <a:sp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2000" b="1" i="0" u="none" strike="noStrike" kern="1200" cap="none" spc="0" normalizeH="0" baseline="0" noProof="0" dirty="0">
                <a:ln>
                  <a:noFill/>
                </a:ln>
                <a:solidFill>
                  <a:srgbClr val="FFFFFF"/>
                </a:solidFill>
                <a:effectLst/>
                <a:uLnTx/>
                <a:uFillTx/>
                <a:latin typeface="Malgun Gothic" panose="020B0503020000020004" pitchFamily="50" charset="-127"/>
                <a:ea typeface="맑은 고딕" panose="020B0503020000020004" pitchFamily="50" charset="-127"/>
              </a:rPr>
              <a:t>OFFERING PRAYER</a:t>
            </a:r>
            <a:endParaRPr kumimoji="1" lang="ko-KR" altLang="en-US" sz="2000" b="1" i="0" u="none" strike="noStrike" kern="1200" cap="none" spc="0" normalizeH="0" baseline="0" noProof="0" dirty="0">
              <a:ln>
                <a:noFill/>
              </a:ln>
              <a:solidFill>
                <a:srgbClr val="FFFFFF"/>
              </a:solidFill>
              <a:effectLst/>
              <a:uLnTx/>
              <a:uFillTx/>
              <a:latin typeface="Malgun Gothic" panose="020B0503020000020004" pitchFamily="50" charset="-127"/>
              <a:ea typeface="맑은 고딕" panose="020B0503020000020004" pitchFamily="50" charset="-127"/>
              <a:cs typeface="+mn-cs"/>
            </a:endParaRPr>
          </a:p>
        </p:txBody>
      </p:sp>
      <p:sp>
        <p:nvSpPr>
          <p:cNvPr id="3" name="TextBox 2">
            <a:extLst>
              <a:ext uri="{FF2B5EF4-FFF2-40B4-BE49-F238E27FC236}">
                <a16:creationId xmlns:a16="http://schemas.microsoft.com/office/drawing/2014/main" id="{885BE4AE-0FC9-4365-B9D0-D418209F0250}"/>
              </a:ext>
            </a:extLst>
          </p:cNvPr>
          <p:cNvSpPr txBox="1"/>
          <p:nvPr/>
        </p:nvSpPr>
        <p:spPr bwMode="auto">
          <a:xfrm>
            <a:off x="2640302" y="3082202"/>
            <a:ext cx="3676617" cy="707886"/>
          </a:xfrm>
          <a:prstGeom prst="rect">
            <a:avLst/>
          </a:prstGeom>
          <a:noFill/>
          <a:ln w="9525" algn="ctr">
            <a:noFill/>
            <a:miter lim="800000"/>
            <a:headEnd/>
            <a:tailEnd/>
          </a:ln>
          <a:effectLst>
            <a:outerShdw blurRad="50800" dist="38100" dir="2700000" algn="tl" rotWithShape="0">
              <a:prstClr val="black">
                <a:alpha val="40000"/>
              </a:prstClr>
            </a:outerShdw>
          </a:effectLst>
        </p:spPr>
        <p:txBody>
          <a:bodyPr wrap="square" rtlCol="0">
            <a:spAutoFit/>
          </a:bodyPr>
          <a:lstStyle/>
          <a:p>
            <a:pPr marL="457200" marR="0" lvl="0" indent="-457200" algn="ctr" defTabSz="914400" rtl="0" eaLnBrk="1" fontAlgn="base" latinLnBrk="1" hangingPunct="1">
              <a:lnSpc>
                <a:spcPct val="100000"/>
              </a:lnSpc>
              <a:spcBef>
                <a:spcPct val="0"/>
              </a:spcBef>
              <a:spcAft>
                <a:spcPct val="0"/>
              </a:spcAft>
              <a:buClrTx/>
              <a:buSzTx/>
              <a:buFontTx/>
              <a:buNone/>
              <a:tabLst/>
              <a:defRPr/>
            </a:pPr>
            <a:r>
              <a:rPr kumimoji="1" lang="ko-KR" altLang="en-US" sz="4000" b="0" i="0" u="none" strike="noStrike" kern="1200" cap="none" spc="0" normalizeH="0" baseline="0" noProof="0" dirty="0">
                <a:ln>
                  <a:noFill/>
                </a:ln>
                <a:solidFill>
                  <a:srgbClr val="FFFFFF"/>
                </a:solidFill>
                <a:effectLst/>
                <a:uLnTx/>
                <a:uFillTx/>
                <a:latin typeface="Malgun Gothic" panose="020B0503020000020004" pitchFamily="50" charset="-127"/>
                <a:ea typeface="맑은 고딕" panose="020B0503020000020004" pitchFamily="50" charset="-127"/>
              </a:rPr>
              <a:t>박맹준 </a:t>
            </a:r>
            <a:r>
              <a:rPr lang="ko-KR" altLang="en-US" sz="4000" dirty="0">
                <a:solidFill>
                  <a:srgbClr val="FFFFFF"/>
                </a:solidFill>
                <a:latin typeface="Malgun Gothic" panose="020B0503020000020004" pitchFamily="50" charset="-127"/>
                <a:ea typeface="맑은 고딕" panose="020B0503020000020004" pitchFamily="50" charset="-127"/>
              </a:rPr>
              <a:t>목</a:t>
            </a:r>
            <a:r>
              <a:rPr kumimoji="1" lang="ko-KR" altLang="en-US" sz="4000" b="0" i="0" u="none" strike="noStrike" kern="1200" cap="none" spc="0" normalizeH="0" baseline="0" noProof="0" dirty="0">
                <a:ln>
                  <a:noFill/>
                </a:ln>
                <a:solidFill>
                  <a:srgbClr val="FFFFFF"/>
                </a:solidFill>
                <a:effectLst/>
                <a:uLnTx/>
                <a:uFillTx/>
                <a:latin typeface="Malgun Gothic" panose="020B0503020000020004" pitchFamily="50" charset="-127"/>
                <a:ea typeface="맑은 고딕" panose="020B0503020000020004" pitchFamily="50" charset="-127"/>
              </a:rPr>
              <a:t>사</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showMasterPhAnim="0">
  <p:cSld>
    <p:bg>
      <p:bgPr>
        <a:blipFill dpi="0" rotWithShape="0">
          <a:blip r:embed="rId3" cstate="print">
            <a:alphaModFix amt="70000"/>
            <a:lum/>
          </a:blip>
          <a:srcRect/>
          <a:stretch>
            <a:fillRect t="-9000" b="-4000"/>
          </a:stretch>
        </a:blipFill>
        <a:effectLst/>
      </p:bgPr>
    </p:bg>
    <p:spTree>
      <p:nvGrpSpPr>
        <p:cNvPr id="1" name="">
          <a:extLst>
            <a:ext uri="{FF2B5EF4-FFF2-40B4-BE49-F238E27FC236}">
              <a16:creationId xmlns:a16="http://schemas.microsoft.com/office/drawing/2014/main" id="{E1DA6B92-0700-74CA-5EB5-5D182C653F0D}"/>
            </a:ext>
          </a:extLst>
        </p:cNvPr>
        <p:cNvGrpSpPr/>
        <p:nvPr/>
      </p:nvGrpSpPr>
      <p:grpSpPr>
        <a:xfrm>
          <a:off x="0" y="0"/>
          <a:ext cx="0" cy="0"/>
          <a:chOff x="0" y="0"/>
          <a:chExt cx="0" cy="0"/>
        </a:xfrm>
      </p:grpSpPr>
      <p:sp>
        <p:nvSpPr>
          <p:cNvPr id="6" name="대각선 방향의 모서리가 둥근 사각형 5">
            <a:extLst>
              <a:ext uri="{FF2B5EF4-FFF2-40B4-BE49-F238E27FC236}">
                <a16:creationId xmlns:a16="http://schemas.microsoft.com/office/drawing/2014/main" id="{0E6E6835-D7DA-5DFB-9479-E1622D13226B}"/>
              </a:ext>
            </a:extLst>
          </p:cNvPr>
          <p:cNvSpPr>
            <a:spLocks noChangeAspect="1"/>
          </p:cNvSpPr>
          <p:nvPr/>
        </p:nvSpPr>
        <p:spPr bwMode="auto">
          <a:xfrm>
            <a:off x="152400" y="205195"/>
            <a:ext cx="8839200" cy="4724400"/>
          </a:xfrm>
          <a:prstGeom prst="round2DiagRect">
            <a:avLst/>
          </a:prstGeom>
          <a:solidFill>
            <a:schemeClr val="tx1">
              <a:alpha val="70000"/>
            </a:schemeClr>
          </a:solidFill>
          <a:ln w="0"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24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endParaRPr>
          </a:p>
        </p:txBody>
      </p:sp>
      <p:sp>
        <p:nvSpPr>
          <p:cNvPr id="154626" name="Rectangle 2">
            <a:extLst>
              <a:ext uri="{FF2B5EF4-FFF2-40B4-BE49-F238E27FC236}">
                <a16:creationId xmlns:a16="http://schemas.microsoft.com/office/drawing/2014/main" id="{84A681D4-C1C9-7D7A-4DBE-E3C977A7DBD2}"/>
              </a:ext>
            </a:extLst>
          </p:cNvPr>
          <p:cNvSpPr>
            <a:spLocks noGrp="1" noChangeArrowheads="1"/>
          </p:cNvSpPr>
          <p:nvPr>
            <p:ph idx="1"/>
          </p:nvPr>
        </p:nvSpPr>
        <p:spPr>
          <a:xfrm>
            <a:off x="0" y="229020"/>
            <a:ext cx="9144000" cy="666330"/>
          </a:xfrm>
          <a:effectLst>
            <a:outerShdw blurRad="50800" dist="38100" dir="2700000" algn="tl" rotWithShape="0">
              <a:prstClr val="black">
                <a:alpha val="40000"/>
              </a:prstClr>
            </a:outerShdw>
          </a:effectLst>
        </p:spPr>
        <p:txBody>
          <a:bodyPr/>
          <a:lstStyle/>
          <a:p>
            <a:pPr algn="ctr" eaLnBrk="1" hangingPunct="1">
              <a:buFontTx/>
              <a:buNone/>
            </a:pPr>
            <a:r>
              <a:rPr lang="ko-KR" altLang="en-US" sz="4400" dirty="0">
                <a:solidFill>
                  <a:schemeClr val="bg1"/>
                </a:solidFill>
                <a:latin typeface="Malgun Gothic" panose="020B0503020000020004" pitchFamily="50" charset="-127"/>
                <a:ea typeface="맑은 고딕" panose="020B0503020000020004" pitchFamily="50" charset="-127"/>
              </a:rPr>
              <a:t>교 회 소 식</a:t>
            </a:r>
          </a:p>
        </p:txBody>
      </p:sp>
      <p:pic>
        <p:nvPicPr>
          <p:cNvPr id="10" name="그림 9" descr="corner.png">
            <a:extLst>
              <a:ext uri="{FF2B5EF4-FFF2-40B4-BE49-F238E27FC236}">
                <a16:creationId xmlns:a16="http://schemas.microsoft.com/office/drawing/2014/main" id="{4A41B9A1-BDCF-AD66-1C72-E90C296372CE}"/>
              </a:ext>
            </a:extLst>
          </p:cNvPr>
          <p:cNvPicPr>
            <a:picLocks noChangeAspect="1"/>
          </p:cNvPicPr>
          <p:nvPr/>
        </p:nvPicPr>
        <p:blipFill>
          <a:blip r:embed="rId4" cstate="print">
            <a:lum bright="30000"/>
          </a:blip>
          <a:stretch>
            <a:fillRect/>
          </a:stretch>
        </p:blipFill>
        <p:spPr>
          <a:xfrm>
            <a:off x="304823" y="285751"/>
            <a:ext cx="1066799" cy="1200648"/>
          </a:xfrm>
          <a:prstGeom prst="rect">
            <a:avLst/>
          </a:prstGeom>
        </p:spPr>
      </p:pic>
      <p:pic>
        <p:nvPicPr>
          <p:cNvPr id="7" name="그림 6" descr="corner.png">
            <a:extLst>
              <a:ext uri="{FF2B5EF4-FFF2-40B4-BE49-F238E27FC236}">
                <a16:creationId xmlns:a16="http://schemas.microsoft.com/office/drawing/2014/main" id="{08997C18-CBA9-5BC7-9383-2AF2C191323C}"/>
              </a:ext>
            </a:extLst>
          </p:cNvPr>
          <p:cNvPicPr>
            <a:picLocks noChangeAspect="1"/>
          </p:cNvPicPr>
          <p:nvPr/>
        </p:nvPicPr>
        <p:blipFill>
          <a:blip r:embed="rId4" cstate="print">
            <a:lum bright="30000"/>
          </a:blip>
          <a:stretch>
            <a:fillRect/>
          </a:stretch>
        </p:blipFill>
        <p:spPr>
          <a:xfrm rot="10800000">
            <a:off x="7848602" y="3638550"/>
            <a:ext cx="1066799" cy="1200648"/>
          </a:xfrm>
          <a:prstGeom prst="rect">
            <a:avLst/>
          </a:prstGeom>
        </p:spPr>
      </p:pic>
      <p:sp>
        <p:nvSpPr>
          <p:cNvPr id="2" name="직사각형 5">
            <a:extLst>
              <a:ext uri="{FF2B5EF4-FFF2-40B4-BE49-F238E27FC236}">
                <a16:creationId xmlns:a16="http://schemas.microsoft.com/office/drawing/2014/main" id="{5EAEF554-83E5-3C8E-84A9-B93313D67E67}"/>
              </a:ext>
            </a:extLst>
          </p:cNvPr>
          <p:cNvSpPr>
            <a:spLocks noChangeArrowheads="1"/>
          </p:cNvSpPr>
          <p:nvPr/>
        </p:nvSpPr>
        <p:spPr bwMode="auto">
          <a:xfrm>
            <a:off x="419099" y="1635914"/>
            <a:ext cx="8305800" cy="238474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3492" tIns="31746" rIns="63492" bIns="31746">
            <a:spAutoFit/>
          </a:bodyPr>
          <a:lstStyle>
            <a:lvl1pPr eaLnBrk="0" hangingPunct="0">
              <a:spcBef>
                <a:spcPct val="20000"/>
              </a:spcBef>
              <a:buChar char="•"/>
              <a:defRPr kumimoji="1" sz="3200">
                <a:solidFill>
                  <a:schemeClr val="tx1"/>
                </a:solidFill>
                <a:latin typeface="Gulim" pitchFamily="34" charset="-127"/>
                <a:ea typeface="Gulim" pitchFamily="34" charset="-127"/>
              </a:defRPr>
            </a:lvl1pPr>
            <a:lvl2pPr marL="742950" indent="-285750" eaLnBrk="0" hangingPunct="0">
              <a:spcBef>
                <a:spcPct val="20000"/>
              </a:spcBef>
              <a:buChar char="–"/>
              <a:defRPr kumimoji="1" sz="2800">
                <a:solidFill>
                  <a:schemeClr val="tx1"/>
                </a:solidFill>
                <a:latin typeface="Gulim" pitchFamily="34" charset="-127"/>
                <a:ea typeface="Gulim" pitchFamily="34" charset="-127"/>
              </a:defRPr>
            </a:lvl2pPr>
            <a:lvl3pPr marL="1143000" indent="-228600" eaLnBrk="0" hangingPunct="0">
              <a:spcBef>
                <a:spcPct val="20000"/>
              </a:spcBef>
              <a:buChar char="•"/>
              <a:defRPr kumimoji="1" sz="2400">
                <a:solidFill>
                  <a:schemeClr val="tx1"/>
                </a:solidFill>
                <a:latin typeface="Gulim" pitchFamily="34" charset="-127"/>
                <a:ea typeface="Gulim" pitchFamily="34" charset="-127"/>
              </a:defRPr>
            </a:lvl3pPr>
            <a:lvl4pPr marL="1600200" indent="-228600" eaLnBrk="0" hangingPunct="0">
              <a:spcBef>
                <a:spcPct val="20000"/>
              </a:spcBef>
              <a:buChar char="–"/>
              <a:defRPr kumimoji="1" sz="2000">
                <a:solidFill>
                  <a:schemeClr val="tx1"/>
                </a:solidFill>
                <a:latin typeface="Gulim" pitchFamily="34" charset="-127"/>
                <a:ea typeface="Gulim" pitchFamily="34" charset="-127"/>
              </a:defRPr>
            </a:lvl4pPr>
            <a:lvl5pPr marL="2057400" indent="-228600" eaLnBrk="0" hangingPunct="0">
              <a:spcBef>
                <a:spcPct val="20000"/>
              </a:spcBef>
              <a:buChar char="»"/>
              <a:defRPr kumimoji="1" sz="2000">
                <a:solidFill>
                  <a:schemeClr val="tx1"/>
                </a:solidFill>
                <a:latin typeface="Gulim" pitchFamily="34" charset="-127"/>
                <a:ea typeface="Gulim"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Gulim" pitchFamily="34" charset="-127"/>
                <a:ea typeface="Gulim"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Gulim" pitchFamily="34" charset="-127"/>
                <a:ea typeface="Gulim"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Gulim" pitchFamily="34" charset="-127"/>
                <a:ea typeface="Gulim"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Gulim" pitchFamily="34" charset="-127"/>
                <a:ea typeface="Gulim" pitchFamily="34" charset="-127"/>
              </a:defRPr>
            </a:lvl9pPr>
          </a:lstStyle>
          <a:p>
            <a:pPr marL="0" marR="0" lvl="0" indent="0" algn="just" defTabSz="914400" rtl="0" eaLnBrk="1" fontAlgn="base" latinLnBrk="1" hangingPunct="1">
              <a:lnSpc>
                <a:spcPct val="100000"/>
              </a:lnSpc>
              <a:spcBef>
                <a:spcPct val="20000"/>
              </a:spcBef>
              <a:spcAft>
                <a:spcPct val="0"/>
              </a:spcAft>
              <a:buClrTx/>
              <a:buSzTx/>
              <a:buFontTx/>
              <a:buNone/>
              <a:tabLst/>
              <a:defRPr/>
            </a:pPr>
            <a:r>
              <a:rPr kumimoji="1" lang="ko-KR" altLang="en-US" sz="26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오늘 주일예배 참석하신 모든 분들 </a:t>
            </a:r>
            <a:endParaRPr kumimoji="1" lang="en-US" altLang="ko-KR" sz="26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endParaRPr>
          </a:p>
          <a:p>
            <a:pPr marL="0" marR="0" lvl="0" indent="0" algn="just" defTabSz="914400" rtl="0" eaLnBrk="1" fontAlgn="base" latinLnBrk="1" hangingPunct="1">
              <a:lnSpc>
                <a:spcPct val="100000"/>
              </a:lnSpc>
              <a:spcBef>
                <a:spcPct val="20000"/>
              </a:spcBef>
              <a:spcAft>
                <a:spcPct val="0"/>
              </a:spcAft>
              <a:buClrTx/>
              <a:buSzTx/>
              <a:buFontTx/>
              <a:buNone/>
              <a:tabLst/>
              <a:defRPr/>
            </a:pPr>
            <a:r>
              <a:rPr kumimoji="1" lang="ko-KR" altLang="en-US" sz="26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위에</a:t>
            </a:r>
            <a:r>
              <a:rPr kumimoji="1" lang="en-US" altLang="ko-KR" sz="26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 </a:t>
            </a:r>
            <a:r>
              <a:rPr kumimoji="1" lang="ko-KR" altLang="en-US" sz="26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하나님의 축복이 늘 함께 하시기를</a:t>
            </a:r>
            <a:r>
              <a:rPr kumimoji="1" lang="en-US" altLang="ko-KR" sz="26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 </a:t>
            </a:r>
            <a:r>
              <a:rPr kumimoji="1" lang="ko-KR" altLang="en-US" sz="26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기원합니다</a:t>
            </a:r>
            <a:r>
              <a:rPr kumimoji="1" lang="en-US" altLang="ko-KR" sz="26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 </a:t>
            </a:r>
          </a:p>
          <a:p>
            <a:pPr marL="0" marR="0" lvl="0" indent="0" algn="just" defTabSz="914400" rtl="0" eaLnBrk="1" fontAlgn="base" latinLnBrk="1" hangingPunct="1">
              <a:lnSpc>
                <a:spcPct val="100000"/>
              </a:lnSpc>
              <a:spcBef>
                <a:spcPct val="20000"/>
              </a:spcBef>
              <a:spcAft>
                <a:spcPct val="0"/>
              </a:spcAft>
              <a:buClrTx/>
              <a:buSzTx/>
              <a:buFontTx/>
              <a:buNone/>
              <a:tabLst/>
              <a:defRPr/>
            </a:pPr>
            <a:r>
              <a:rPr kumimoji="1" lang="ko-KR" altLang="en-US" sz="26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오늘은 성령강림 후 열 일곱번째 주일입니다</a:t>
            </a:r>
            <a:r>
              <a:rPr kumimoji="1" lang="en-US" altLang="ko-KR" sz="26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a:t>
            </a:r>
          </a:p>
          <a:p>
            <a:pPr marL="0" marR="0" lvl="0" indent="0" algn="just" defTabSz="914400" rtl="0" eaLnBrk="1" fontAlgn="base" latinLnBrk="1" hangingPunct="1">
              <a:lnSpc>
                <a:spcPct val="100000"/>
              </a:lnSpc>
              <a:spcBef>
                <a:spcPct val="20000"/>
              </a:spcBef>
              <a:spcAft>
                <a:spcPct val="0"/>
              </a:spcAft>
              <a:buClrTx/>
              <a:buSzTx/>
              <a:buFontTx/>
              <a:buNone/>
              <a:tabLst/>
              <a:defRPr/>
            </a:pPr>
            <a:endParaRPr kumimoji="1" lang="en-US" altLang="ko-KR" sz="26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endParaRPr>
          </a:p>
          <a:p>
            <a:pPr marL="0" marR="0" lvl="0" indent="0" algn="just" defTabSz="914400" rtl="0" eaLnBrk="1" fontAlgn="base" latinLnBrk="1" hangingPunct="1">
              <a:lnSpc>
                <a:spcPct val="100000"/>
              </a:lnSpc>
              <a:spcBef>
                <a:spcPct val="20000"/>
              </a:spcBef>
              <a:spcAft>
                <a:spcPct val="0"/>
              </a:spcAft>
              <a:buClrTx/>
              <a:buSzTx/>
              <a:buFontTx/>
              <a:buNone/>
              <a:tabLst/>
              <a:defRPr/>
            </a:pPr>
            <a:r>
              <a:rPr kumimoji="1" lang="en-US" altLang="ko-KR" sz="26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Today is Seventeenth Sunday after Pentecostal Sunday.</a:t>
            </a:r>
          </a:p>
        </p:txBody>
      </p:sp>
      <p:sp>
        <p:nvSpPr>
          <p:cNvPr id="3" name="TextBox 2">
            <a:extLst>
              <a:ext uri="{FF2B5EF4-FFF2-40B4-BE49-F238E27FC236}">
                <a16:creationId xmlns:a16="http://schemas.microsoft.com/office/drawing/2014/main" id="{BBEC4F1B-2C2C-F3B7-3DBB-2CC269D3D26F}"/>
              </a:ext>
            </a:extLst>
          </p:cNvPr>
          <p:cNvSpPr txBox="1"/>
          <p:nvPr/>
        </p:nvSpPr>
        <p:spPr>
          <a:xfrm>
            <a:off x="2701628" y="877351"/>
            <a:ext cx="3740743" cy="400110"/>
          </a:xfrm>
          <a:prstGeom prst="rect">
            <a:avLst/>
          </a:prstGeom>
          <a:noFill/>
          <a:effectLst>
            <a:outerShdw blurRad="50800" dist="38100" dir="2700000" algn="tl" rotWithShape="0">
              <a:prstClr val="black">
                <a:alpha val="40000"/>
              </a:prstClr>
            </a:outerShdw>
          </a:effectLst>
        </p:spPr>
        <p:txBody>
          <a:bodyPr wrap="square">
            <a:sp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2000" b="0" i="0" u="none" strike="noStrike" kern="1200" cap="none" spc="0" normalizeH="0" baseline="0" noProof="0" dirty="0">
                <a:ln>
                  <a:noFill/>
                </a:ln>
                <a:solidFill>
                  <a:srgbClr val="FFFFFF"/>
                </a:solidFill>
                <a:effectLst/>
                <a:uLnTx/>
                <a:uFillTx/>
                <a:latin typeface="Malgun Gothic" panose="020B0503020000020004" pitchFamily="50" charset="-127"/>
                <a:ea typeface="맑은 고딕" panose="020B0503020000020004" pitchFamily="50" charset="-127"/>
              </a:rPr>
              <a:t>ANNOUNCEMENTS</a:t>
            </a:r>
            <a:endParaRPr kumimoji="1" lang="ko-KR" altLang="en-US" sz="2000" b="0" i="0" u="none" strike="noStrike" kern="1200" cap="none" spc="0" normalizeH="0" baseline="0" noProof="0" dirty="0">
              <a:ln>
                <a:noFill/>
              </a:ln>
              <a:solidFill>
                <a:srgbClr val="FFFFFF"/>
              </a:solidFill>
              <a:effectLst/>
              <a:uLnTx/>
              <a:uFillTx/>
              <a:latin typeface="Malgun Gothic" panose="020B0503020000020004" pitchFamily="50" charset="-127"/>
              <a:ea typeface="맑은 고딕" panose="020B0503020000020004" pitchFamily="50" charset="-127"/>
              <a:cs typeface="+mn-cs"/>
            </a:endParaRPr>
          </a:p>
        </p:txBody>
      </p:sp>
    </p:spTree>
    <p:extLst>
      <p:ext uri="{BB962C8B-B14F-4D97-AF65-F5344CB8AC3E}">
        <p14:creationId xmlns:p14="http://schemas.microsoft.com/office/powerpoint/2010/main" val="13082661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showMasterPhAnim="0">
  <p:cSld>
    <p:bg>
      <p:bgPr>
        <a:blipFill dpi="0" rotWithShape="0">
          <a:blip r:embed="rId3" cstate="print">
            <a:alphaModFix amt="70000"/>
            <a:lum/>
          </a:blip>
          <a:srcRect/>
          <a:stretch>
            <a:fillRect t="-9000" b="-4000"/>
          </a:stretch>
        </a:blipFill>
        <a:effectLst/>
      </p:bgPr>
    </p:bg>
    <p:spTree>
      <p:nvGrpSpPr>
        <p:cNvPr id="1" name="">
          <a:extLst>
            <a:ext uri="{FF2B5EF4-FFF2-40B4-BE49-F238E27FC236}">
              <a16:creationId xmlns:a16="http://schemas.microsoft.com/office/drawing/2014/main" id="{62FAAD07-25A5-0E1C-7DC9-BF2FADF88037}"/>
            </a:ext>
          </a:extLst>
        </p:cNvPr>
        <p:cNvGrpSpPr/>
        <p:nvPr/>
      </p:nvGrpSpPr>
      <p:grpSpPr>
        <a:xfrm>
          <a:off x="0" y="0"/>
          <a:ext cx="0" cy="0"/>
          <a:chOff x="0" y="0"/>
          <a:chExt cx="0" cy="0"/>
        </a:xfrm>
      </p:grpSpPr>
      <p:sp>
        <p:nvSpPr>
          <p:cNvPr id="6" name="대각선 방향의 모서리가 둥근 사각형 5">
            <a:extLst>
              <a:ext uri="{FF2B5EF4-FFF2-40B4-BE49-F238E27FC236}">
                <a16:creationId xmlns:a16="http://schemas.microsoft.com/office/drawing/2014/main" id="{B93214FE-C8FD-E033-B886-A7313A79884E}"/>
              </a:ext>
            </a:extLst>
          </p:cNvPr>
          <p:cNvSpPr>
            <a:spLocks noChangeAspect="1"/>
          </p:cNvSpPr>
          <p:nvPr/>
        </p:nvSpPr>
        <p:spPr bwMode="auto">
          <a:xfrm>
            <a:off x="152400" y="205195"/>
            <a:ext cx="8839200" cy="4724400"/>
          </a:xfrm>
          <a:prstGeom prst="round2DiagRect">
            <a:avLst/>
          </a:prstGeom>
          <a:solidFill>
            <a:schemeClr val="tx1">
              <a:alpha val="70000"/>
            </a:schemeClr>
          </a:solidFill>
          <a:ln w="0"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24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endParaRPr>
          </a:p>
        </p:txBody>
      </p:sp>
      <p:sp>
        <p:nvSpPr>
          <p:cNvPr id="154626" name="Rectangle 2">
            <a:extLst>
              <a:ext uri="{FF2B5EF4-FFF2-40B4-BE49-F238E27FC236}">
                <a16:creationId xmlns:a16="http://schemas.microsoft.com/office/drawing/2014/main" id="{3C21E269-014B-12F6-0BD2-CD0528737196}"/>
              </a:ext>
            </a:extLst>
          </p:cNvPr>
          <p:cNvSpPr>
            <a:spLocks noGrp="1" noChangeArrowheads="1"/>
          </p:cNvSpPr>
          <p:nvPr>
            <p:ph idx="1"/>
          </p:nvPr>
        </p:nvSpPr>
        <p:spPr>
          <a:xfrm>
            <a:off x="0" y="229020"/>
            <a:ext cx="9144000" cy="666330"/>
          </a:xfrm>
          <a:effectLst>
            <a:outerShdw blurRad="50800" dist="38100" dir="2700000" algn="tl" rotWithShape="0">
              <a:prstClr val="black">
                <a:alpha val="40000"/>
              </a:prstClr>
            </a:outerShdw>
          </a:effectLst>
        </p:spPr>
        <p:txBody>
          <a:bodyPr/>
          <a:lstStyle/>
          <a:p>
            <a:pPr algn="ctr" eaLnBrk="1" hangingPunct="1">
              <a:buFontTx/>
              <a:buNone/>
            </a:pPr>
            <a:r>
              <a:rPr lang="ko-KR" altLang="en-US" sz="4400" dirty="0">
                <a:solidFill>
                  <a:schemeClr val="bg1"/>
                </a:solidFill>
                <a:latin typeface="Malgun Gothic" panose="020B0503020000020004" pitchFamily="50" charset="-127"/>
                <a:ea typeface="맑은 고딕" panose="020B0503020000020004" pitchFamily="50" charset="-127"/>
              </a:rPr>
              <a:t>교 회 소 식</a:t>
            </a:r>
          </a:p>
        </p:txBody>
      </p:sp>
      <p:pic>
        <p:nvPicPr>
          <p:cNvPr id="10" name="그림 9" descr="corner.png">
            <a:extLst>
              <a:ext uri="{FF2B5EF4-FFF2-40B4-BE49-F238E27FC236}">
                <a16:creationId xmlns:a16="http://schemas.microsoft.com/office/drawing/2014/main" id="{C0E9B07C-25C0-CE0C-E40E-428737EF9264}"/>
              </a:ext>
            </a:extLst>
          </p:cNvPr>
          <p:cNvPicPr>
            <a:picLocks noChangeAspect="1"/>
          </p:cNvPicPr>
          <p:nvPr/>
        </p:nvPicPr>
        <p:blipFill>
          <a:blip r:embed="rId4" cstate="print">
            <a:lum bright="30000"/>
          </a:blip>
          <a:stretch>
            <a:fillRect/>
          </a:stretch>
        </p:blipFill>
        <p:spPr>
          <a:xfrm>
            <a:off x="304823" y="285751"/>
            <a:ext cx="1066799" cy="1200648"/>
          </a:xfrm>
          <a:prstGeom prst="rect">
            <a:avLst/>
          </a:prstGeom>
        </p:spPr>
      </p:pic>
      <p:pic>
        <p:nvPicPr>
          <p:cNvPr id="7" name="그림 6" descr="corner.png">
            <a:extLst>
              <a:ext uri="{FF2B5EF4-FFF2-40B4-BE49-F238E27FC236}">
                <a16:creationId xmlns:a16="http://schemas.microsoft.com/office/drawing/2014/main" id="{0C515932-D974-A631-E1DE-1C8226D655FE}"/>
              </a:ext>
            </a:extLst>
          </p:cNvPr>
          <p:cNvPicPr>
            <a:picLocks noChangeAspect="1"/>
          </p:cNvPicPr>
          <p:nvPr/>
        </p:nvPicPr>
        <p:blipFill>
          <a:blip r:embed="rId4" cstate="print">
            <a:lum bright="30000"/>
          </a:blip>
          <a:stretch>
            <a:fillRect/>
          </a:stretch>
        </p:blipFill>
        <p:spPr>
          <a:xfrm rot="10800000">
            <a:off x="7848602" y="3638550"/>
            <a:ext cx="1066799" cy="1200648"/>
          </a:xfrm>
          <a:prstGeom prst="rect">
            <a:avLst/>
          </a:prstGeom>
        </p:spPr>
      </p:pic>
      <p:sp>
        <p:nvSpPr>
          <p:cNvPr id="2" name="직사각형 5">
            <a:extLst>
              <a:ext uri="{FF2B5EF4-FFF2-40B4-BE49-F238E27FC236}">
                <a16:creationId xmlns:a16="http://schemas.microsoft.com/office/drawing/2014/main" id="{A607808E-593A-7FF7-91FE-1D0992114F4E}"/>
              </a:ext>
            </a:extLst>
          </p:cNvPr>
          <p:cNvSpPr>
            <a:spLocks noChangeArrowheads="1"/>
          </p:cNvSpPr>
          <p:nvPr/>
        </p:nvSpPr>
        <p:spPr bwMode="auto">
          <a:xfrm>
            <a:off x="609601" y="1624629"/>
            <a:ext cx="8305800" cy="238474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3492" tIns="31746" rIns="63492" bIns="31746">
            <a:spAutoFit/>
          </a:bodyPr>
          <a:lstStyle>
            <a:lvl1pPr eaLnBrk="0" hangingPunct="0">
              <a:spcBef>
                <a:spcPct val="20000"/>
              </a:spcBef>
              <a:buChar char="•"/>
              <a:defRPr kumimoji="1" sz="3200">
                <a:solidFill>
                  <a:schemeClr val="tx1"/>
                </a:solidFill>
                <a:latin typeface="Gulim" pitchFamily="34" charset="-127"/>
                <a:ea typeface="Gulim" pitchFamily="34" charset="-127"/>
              </a:defRPr>
            </a:lvl1pPr>
            <a:lvl2pPr marL="742950" indent="-285750" eaLnBrk="0" hangingPunct="0">
              <a:spcBef>
                <a:spcPct val="20000"/>
              </a:spcBef>
              <a:buChar char="–"/>
              <a:defRPr kumimoji="1" sz="2800">
                <a:solidFill>
                  <a:schemeClr val="tx1"/>
                </a:solidFill>
                <a:latin typeface="Gulim" pitchFamily="34" charset="-127"/>
                <a:ea typeface="Gulim" pitchFamily="34" charset="-127"/>
              </a:defRPr>
            </a:lvl2pPr>
            <a:lvl3pPr marL="1143000" indent="-228600" eaLnBrk="0" hangingPunct="0">
              <a:spcBef>
                <a:spcPct val="20000"/>
              </a:spcBef>
              <a:buChar char="•"/>
              <a:defRPr kumimoji="1" sz="2400">
                <a:solidFill>
                  <a:schemeClr val="tx1"/>
                </a:solidFill>
                <a:latin typeface="Gulim" pitchFamily="34" charset="-127"/>
                <a:ea typeface="Gulim" pitchFamily="34" charset="-127"/>
              </a:defRPr>
            </a:lvl3pPr>
            <a:lvl4pPr marL="1600200" indent="-228600" eaLnBrk="0" hangingPunct="0">
              <a:spcBef>
                <a:spcPct val="20000"/>
              </a:spcBef>
              <a:buChar char="–"/>
              <a:defRPr kumimoji="1" sz="2000">
                <a:solidFill>
                  <a:schemeClr val="tx1"/>
                </a:solidFill>
                <a:latin typeface="Gulim" pitchFamily="34" charset="-127"/>
                <a:ea typeface="Gulim" pitchFamily="34" charset="-127"/>
              </a:defRPr>
            </a:lvl4pPr>
            <a:lvl5pPr marL="2057400" indent="-228600" eaLnBrk="0" hangingPunct="0">
              <a:spcBef>
                <a:spcPct val="20000"/>
              </a:spcBef>
              <a:buChar char="»"/>
              <a:defRPr kumimoji="1" sz="2000">
                <a:solidFill>
                  <a:schemeClr val="tx1"/>
                </a:solidFill>
                <a:latin typeface="Gulim" pitchFamily="34" charset="-127"/>
                <a:ea typeface="Gulim"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Gulim" pitchFamily="34" charset="-127"/>
                <a:ea typeface="Gulim"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Gulim" pitchFamily="34" charset="-127"/>
                <a:ea typeface="Gulim"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Gulim" pitchFamily="34" charset="-127"/>
                <a:ea typeface="Gulim"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Gulim" pitchFamily="34" charset="-127"/>
                <a:ea typeface="Gulim" pitchFamily="34" charset="-127"/>
              </a:defRPr>
            </a:lvl9pPr>
          </a:lstStyle>
          <a:p>
            <a:pPr marL="0" marR="0" lvl="0" indent="0" algn="just" defTabSz="914400" rtl="0" eaLnBrk="1" fontAlgn="base" latinLnBrk="1" hangingPunct="1">
              <a:spcBef>
                <a:spcPct val="20000"/>
              </a:spcBef>
              <a:spcAft>
                <a:spcPct val="0"/>
              </a:spcAft>
              <a:buClrTx/>
              <a:buSzTx/>
              <a:buFontTx/>
              <a:buNone/>
              <a:tabLst/>
              <a:defRPr/>
            </a:pPr>
            <a:r>
              <a:rPr kumimoji="1" lang="ko-KR" altLang="en-US" sz="26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주일예배를 오프라인과 온라인으로 </a:t>
            </a:r>
            <a:endParaRPr lang="en-US" altLang="ko-KR" sz="2600" dirty="0">
              <a:solidFill>
                <a:srgbClr val="FFFFFF"/>
              </a:solidFill>
              <a:latin typeface="맑은 고딕" panose="020B0503020000020004" pitchFamily="50" charset="-127"/>
              <a:ea typeface="맑은 고딕" panose="020B0503020000020004" pitchFamily="50" charset="-127"/>
            </a:endParaRPr>
          </a:p>
          <a:p>
            <a:pPr marL="0" marR="0" lvl="0" indent="0" algn="just" defTabSz="914400" rtl="0" eaLnBrk="1" fontAlgn="base" latinLnBrk="1" hangingPunct="1">
              <a:spcBef>
                <a:spcPct val="20000"/>
              </a:spcBef>
              <a:spcAft>
                <a:spcPct val="0"/>
              </a:spcAft>
              <a:buClrTx/>
              <a:buSzTx/>
              <a:buFontTx/>
              <a:buNone/>
              <a:tabLst/>
              <a:defRPr/>
            </a:pPr>
            <a:r>
              <a:rPr kumimoji="1" lang="ko-KR" altLang="en-US" sz="26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동시에 드리고 있습니다</a:t>
            </a:r>
            <a:r>
              <a:rPr kumimoji="1" lang="en-US" altLang="ko-KR" sz="26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a:t>
            </a:r>
          </a:p>
          <a:p>
            <a:pPr marL="0" marR="0" lvl="0" indent="0" algn="just" defTabSz="914400" rtl="0" eaLnBrk="1" fontAlgn="base" latinLnBrk="1" hangingPunct="1">
              <a:spcBef>
                <a:spcPct val="20000"/>
              </a:spcBef>
              <a:spcAft>
                <a:spcPct val="0"/>
              </a:spcAft>
              <a:buClrTx/>
              <a:buSzTx/>
              <a:buFontTx/>
              <a:buNone/>
              <a:tabLst/>
              <a:defRPr/>
            </a:pPr>
            <a:r>
              <a:rPr kumimoji="1" lang="en-US" altLang="ko-KR" sz="26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   </a:t>
            </a:r>
          </a:p>
          <a:p>
            <a:pPr marL="0" marR="0" lvl="0" indent="0" algn="just" defTabSz="914400" rtl="0" eaLnBrk="1" fontAlgn="base" latinLnBrk="1" hangingPunct="1">
              <a:spcBef>
                <a:spcPct val="20000"/>
              </a:spcBef>
              <a:spcAft>
                <a:spcPct val="0"/>
              </a:spcAft>
              <a:buClrTx/>
              <a:buSzTx/>
              <a:buFontTx/>
              <a:buNone/>
              <a:tabLst/>
              <a:defRPr/>
            </a:pPr>
            <a:endParaRPr kumimoji="1" lang="en-US" altLang="ko-KR" sz="26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endParaRPr>
          </a:p>
          <a:p>
            <a:pPr marL="0" marR="0" lvl="0" indent="0" algn="just" defTabSz="914400" rtl="0" eaLnBrk="1" fontAlgn="base" latinLnBrk="1" hangingPunct="1">
              <a:spcBef>
                <a:spcPct val="20000"/>
              </a:spcBef>
              <a:spcAft>
                <a:spcPct val="0"/>
              </a:spcAft>
              <a:buClrTx/>
              <a:buSzTx/>
              <a:buFontTx/>
              <a:buNone/>
              <a:tabLst/>
              <a:defRPr/>
            </a:pPr>
            <a:r>
              <a:rPr kumimoji="1" lang="en-US" altLang="ko-KR" sz="26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Sunday Worship is available virtually (online)</a:t>
            </a:r>
          </a:p>
        </p:txBody>
      </p:sp>
      <p:sp>
        <p:nvSpPr>
          <p:cNvPr id="3" name="TextBox 2">
            <a:extLst>
              <a:ext uri="{FF2B5EF4-FFF2-40B4-BE49-F238E27FC236}">
                <a16:creationId xmlns:a16="http://schemas.microsoft.com/office/drawing/2014/main" id="{37ABE7FE-D218-A2C2-9902-AEF7DCCC5EC7}"/>
              </a:ext>
            </a:extLst>
          </p:cNvPr>
          <p:cNvSpPr txBox="1"/>
          <p:nvPr/>
        </p:nvSpPr>
        <p:spPr>
          <a:xfrm>
            <a:off x="2701628" y="874976"/>
            <a:ext cx="3740743" cy="400110"/>
          </a:xfrm>
          <a:prstGeom prst="rect">
            <a:avLst/>
          </a:prstGeom>
          <a:noFill/>
          <a:effectLst>
            <a:outerShdw blurRad="50800" dist="38100" dir="2700000" algn="tl" rotWithShape="0">
              <a:prstClr val="black">
                <a:alpha val="40000"/>
              </a:prstClr>
            </a:outerShdw>
          </a:effectLst>
        </p:spPr>
        <p:txBody>
          <a:bodyPr wrap="square">
            <a:sp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2000" b="0" i="0" u="none" strike="noStrike" kern="1200" cap="none" spc="0" normalizeH="0" baseline="0" noProof="0" dirty="0">
                <a:ln>
                  <a:noFill/>
                </a:ln>
                <a:solidFill>
                  <a:srgbClr val="FFFFFF"/>
                </a:solidFill>
                <a:effectLst/>
                <a:uLnTx/>
                <a:uFillTx/>
                <a:latin typeface="Malgun Gothic" panose="020B0503020000020004" pitchFamily="50" charset="-127"/>
                <a:ea typeface="맑은 고딕" panose="020B0503020000020004" pitchFamily="50" charset="-127"/>
              </a:rPr>
              <a:t>ANNOUNCEMENTS</a:t>
            </a:r>
            <a:endParaRPr kumimoji="1" lang="ko-KR" altLang="en-US" sz="2000" b="0" i="0" u="none" strike="noStrike" kern="1200" cap="none" spc="0" normalizeH="0" baseline="0" noProof="0" dirty="0">
              <a:ln>
                <a:noFill/>
              </a:ln>
              <a:solidFill>
                <a:srgbClr val="FFFFFF"/>
              </a:solidFill>
              <a:effectLst/>
              <a:uLnTx/>
              <a:uFillTx/>
              <a:latin typeface="Malgun Gothic" panose="020B0503020000020004" pitchFamily="50" charset="-127"/>
              <a:ea typeface="맑은 고딕" panose="020B0503020000020004" pitchFamily="50" charset="-127"/>
              <a:cs typeface="+mn-cs"/>
            </a:endParaRPr>
          </a:p>
        </p:txBody>
      </p:sp>
    </p:spTree>
    <p:extLst>
      <p:ext uri="{BB962C8B-B14F-4D97-AF65-F5344CB8AC3E}">
        <p14:creationId xmlns:p14="http://schemas.microsoft.com/office/powerpoint/2010/main" val="30675654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showMasterPhAnim="0">
  <p:cSld>
    <p:bg>
      <p:bgPr>
        <a:blipFill dpi="0" rotWithShape="0">
          <a:blip r:embed="rId3" cstate="print">
            <a:alphaModFix amt="70000"/>
            <a:lum/>
          </a:blip>
          <a:srcRect/>
          <a:stretch>
            <a:fillRect t="-9000" b="-4000"/>
          </a:stretch>
        </a:blipFill>
        <a:effectLst/>
      </p:bgPr>
    </p:bg>
    <p:spTree>
      <p:nvGrpSpPr>
        <p:cNvPr id="1" name="">
          <a:extLst>
            <a:ext uri="{FF2B5EF4-FFF2-40B4-BE49-F238E27FC236}">
              <a16:creationId xmlns:a16="http://schemas.microsoft.com/office/drawing/2014/main" id="{B71949BA-EFB8-A5F2-ADA5-134F7FEC7B31}"/>
            </a:ext>
          </a:extLst>
        </p:cNvPr>
        <p:cNvGrpSpPr/>
        <p:nvPr/>
      </p:nvGrpSpPr>
      <p:grpSpPr>
        <a:xfrm>
          <a:off x="0" y="0"/>
          <a:ext cx="0" cy="0"/>
          <a:chOff x="0" y="0"/>
          <a:chExt cx="0" cy="0"/>
        </a:xfrm>
      </p:grpSpPr>
      <p:sp>
        <p:nvSpPr>
          <p:cNvPr id="6" name="대각선 방향의 모서리가 둥근 사각형 5">
            <a:extLst>
              <a:ext uri="{FF2B5EF4-FFF2-40B4-BE49-F238E27FC236}">
                <a16:creationId xmlns:a16="http://schemas.microsoft.com/office/drawing/2014/main" id="{66CF39FB-9B64-AA95-DADE-DC8469415078}"/>
              </a:ext>
            </a:extLst>
          </p:cNvPr>
          <p:cNvSpPr>
            <a:spLocks noChangeAspect="1"/>
          </p:cNvSpPr>
          <p:nvPr/>
        </p:nvSpPr>
        <p:spPr bwMode="auto">
          <a:xfrm>
            <a:off x="152400" y="205195"/>
            <a:ext cx="8839200" cy="4724400"/>
          </a:xfrm>
          <a:prstGeom prst="round2DiagRect">
            <a:avLst/>
          </a:prstGeom>
          <a:solidFill>
            <a:schemeClr val="tx1">
              <a:alpha val="70000"/>
            </a:schemeClr>
          </a:solidFill>
          <a:ln w="0"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24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endParaRPr>
          </a:p>
        </p:txBody>
      </p:sp>
      <p:sp>
        <p:nvSpPr>
          <p:cNvPr id="154626" name="Rectangle 2">
            <a:extLst>
              <a:ext uri="{FF2B5EF4-FFF2-40B4-BE49-F238E27FC236}">
                <a16:creationId xmlns:a16="http://schemas.microsoft.com/office/drawing/2014/main" id="{F267203D-B2E4-2CEE-F0BA-7CF8E2D666F3}"/>
              </a:ext>
            </a:extLst>
          </p:cNvPr>
          <p:cNvSpPr>
            <a:spLocks noGrp="1" noChangeArrowheads="1"/>
          </p:cNvSpPr>
          <p:nvPr>
            <p:ph idx="1"/>
          </p:nvPr>
        </p:nvSpPr>
        <p:spPr>
          <a:xfrm>
            <a:off x="0" y="229020"/>
            <a:ext cx="9144000" cy="666330"/>
          </a:xfrm>
          <a:effectLst>
            <a:outerShdw blurRad="50800" dist="38100" dir="2700000" algn="tl" rotWithShape="0">
              <a:prstClr val="black">
                <a:alpha val="40000"/>
              </a:prstClr>
            </a:outerShdw>
          </a:effectLst>
        </p:spPr>
        <p:txBody>
          <a:bodyPr/>
          <a:lstStyle/>
          <a:p>
            <a:pPr algn="ctr" eaLnBrk="1" hangingPunct="1">
              <a:buFontTx/>
              <a:buNone/>
            </a:pPr>
            <a:r>
              <a:rPr lang="ko-KR" altLang="en-US" sz="4400" dirty="0">
                <a:solidFill>
                  <a:schemeClr val="bg1"/>
                </a:solidFill>
                <a:latin typeface="Malgun Gothic" panose="020B0503020000020004" pitchFamily="50" charset="-127"/>
                <a:ea typeface="맑은 고딕" panose="020B0503020000020004" pitchFamily="50" charset="-127"/>
              </a:rPr>
              <a:t>교 회 소 식</a:t>
            </a:r>
          </a:p>
        </p:txBody>
      </p:sp>
      <p:pic>
        <p:nvPicPr>
          <p:cNvPr id="10" name="그림 9" descr="corner.png">
            <a:extLst>
              <a:ext uri="{FF2B5EF4-FFF2-40B4-BE49-F238E27FC236}">
                <a16:creationId xmlns:a16="http://schemas.microsoft.com/office/drawing/2014/main" id="{44FEDBA4-C632-547C-BA70-F8AD1E8BE4C0}"/>
              </a:ext>
            </a:extLst>
          </p:cNvPr>
          <p:cNvPicPr>
            <a:picLocks noChangeAspect="1"/>
          </p:cNvPicPr>
          <p:nvPr/>
        </p:nvPicPr>
        <p:blipFill>
          <a:blip r:embed="rId4" cstate="print">
            <a:lum bright="30000"/>
          </a:blip>
          <a:stretch>
            <a:fillRect/>
          </a:stretch>
        </p:blipFill>
        <p:spPr>
          <a:xfrm>
            <a:off x="304823" y="285751"/>
            <a:ext cx="1066799" cy="1200648"/>
          </a:xfrm>
          <a:prstGeom prst="rect">
            <a:avLst/>
          </a:prstGeom>
        </p:spPr>
      </p:pic>
      <p:pic>
        <p:nvPicPr>
          <p:cNvPr id="7" name="그림 6" descr="corner.png">
            <a:extLst>
              <a:ext uri="{FF2B5EF4-FFF2-40B4-BE49-F238E27FC236}">
                <a16:creationId xmlns:a16="http://schemas.microsoft.com/office/drawing/2014/main" id="{CCB8C436-E157-89F8-4E66-C487A896CE6C}"/>
              </a:ext>
            </a:extLst>
          </p:cNvPr>
          <p:cNvPicPr>
            <a:picLocks noChangeAspect="1"/>
          </p:cNvPicPr>
          <p:nvPr/>
        </p:nvPicPr>
        <p:blipFill>
          <a:blip r:embed="rId4" cstate="print">
            <a:lum bright="30000"/>
          </a:blip>
          <a:stretch>
            <a:fillRect/>
          </a:stretch>
        </p:blipFill>
        <p:spPr>
          <a:xfrm rot="10800000">
            <a:off x="7848602" y="3638550"/>
            <a:ext cx="1066799" cy="1200648"/>
          </a:xfrm>
          <a:prstGeom prst="rect">
            <a:avLst/>
          </a:prstGeom>
        </p:spPr>
      </p:pic>
      <p:sp>
        <p:nvSpPr>
          <p:cNvPr id="3" name="TextBox 2">
            <a:extLst>
              <a:ext uri="{FF2B5EF4-FFF2-40B4-BE49-F238E27FC236}">
                <a16:creationId xmlns:a16="http://schemas.microsoft.com/office/drawing/2014/main" id="{47F7D320-02B8-305F-CFC3-C6000B9A8B36}"/>
              </a:ext>
            </a:extLst>
          </p:cNvPr>
          <p:cNvSpPr txBox="1"/>
          <p:nvPr/>
        </p:nvSpPr>
        <p:spPr>
          <a:xfrm>
            <a:off x="2701628" y="874976"/>
            <a:ext cx="3740743" cy="400110"/>
          </a:xfrm>
          <a:prstGeom prst="rect">
            <a:avLst/>
          </a:prstGeom>
          <a:noFill/>
          <a:effectLst>
            <a:outerShdw blurRad="50800" dist="38100" dir="2700000" algn="tl" rotWithShape="0">
              <a:prstClr val="black">
                <a:alpha val="40000"/>
              </a:prstClr>
            </a:outerShdw>
          </a:effectLst>
        </p:spPr>
        <p:txBody>
          <a:bodyPr wrap="square">
            <a:sp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2000" b="0" i="0" u="none" strike="noStrike" kern="1200" cap="none" spc="0" normalizeH="0" baseline="0" noProof="0" dirty="0">
                <a:ln>
                  <a:noFill/>
                </a:ln>
                <a:solidFill>
                  <a:srgbClr val="FFFFFF"/>
                </a:solidFill>
                <a:effectLst/>
                <a:uLnTx/>
                <a:uFillTx/>
                <a:latin typeface="Malgun Gothic" panose="020B0503020000020004" pitchFamily="50" charset="-127"/>
                <a:ea typeface="맑은 고딕" panose="020B0503020000020004" pitchFamily="50" charset="-127"/>
              </a:rPr>
              <a:t>ANNOUNCEMENTS</a:t>
            </a:r>
            <a:endParaRPr kumimoji="1" lang="ko-KR" altLang="en-US" sz="2000" b="0" i="0" u="none" strike="noStrike" kern="1200" cap="none" spc="0" normalizeH="0" baseline="0" noProof="0" dirty="0">
              <a:ln>
                <a:noFill/>
              </a:ln>
              <a:solidFill>
                <a:srgbClr val="FFFFFF"/>
              </a:solidFill>
              <a:effectLst/>
              <a:uLnTx/>
              <a:uFillTx/>
              <a:latin typeface="Malgun Gothic" panose="020B0503020000020004" pitchFamily="50" charset="-127"/>
              <a:ea typeface="맑은 고딕" panose="020B0503020000020004" pitchFamily="50" charset="-127"/>
              <a:cs typeface="+mn-cs"/>
            </a:endParaRPr>
          </a:p>
        </p:txBody>
      </p:sp>
      <p:sp>
        <p:nvSpPr>
          <p:cNvPr id="4" name="직사각형 5">
            <a:extLst>
              <a:ext uri="{FF2B5EF4-FFF2-40B4-BE49-F238E27FC236}">
                <a16:creationId xmlns:a16="http://schemas.microsoft.com/office/drawing/2014/main" id="{12A71672-B52E-64FB-B449-7D45F40DCDD6}"/>
              </a:ext>
            </a:extLst>
          </p:cNvPr>
          <p:cNvSpPr>
            <a:spLocks noChangeArrowheads="1"/>
          </p:cNvSpPr>
          <p:nvPr/>
        </p:nvSpPr>
        <p:spPr bwMode="auto">
          <a:xfrm>
            <a:off x="609601" y="1479276"/>
            <a:ext cx="8305800" cy="272330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3492" tIns="31746" rIns="63492" bIns="31746">
            <a:spAutoFit/>
          </a:bodyPr>
          <a:lstStyle>
            <a:lvl1pPr eaLnBrk="0" hangingPunct="0">
              <a:spcBef>
                <a:spcPct val="20000"/>
              </a:spcBef>
              <a:buChar char="•"/>
              <a:defRPr kumimoji="1" sz="3200">
                <a:solidFill>
                  <a:schemeClr val="tx1"/>
                </a:solidFill>
                <a:latin typeface="Gulim" pitchFamily="34" charset="-127"/>
                <a:ea typeface="Gulim" pitchFamily="34" charset="-127"/>
              </a:defRPr>
            </a:lvl1pPr>
            <a:lvl2pPr marL="742950" indent="-285750" eaLnBrk="0" hangingPunct="0">
              <a:spcBef>
                <a:spcPct val="20000"/>
              </a:spcBef>
              <a:buChar char="–"/>
              <a:defRPr kumimoji="1" sz="2800">
                <a:solidFill>
                  <a:schemeClr val="tx1"/>
                </a:solidFill>
                <a:latin typeface="Gulim" pitchFamily="34" charset="-127"/>
                <a:ea typeface="Gulim" pitchFamily="34" charset="-127"/>
              </a:defRPr>
            </a:lvl2pPr>
            <a:lvl3pPr marL="1143000" indent="-228600" eaLnBrk="0" hangingPunct="0">
              <a:spcBef>
                <a:spcPct val="20000"/>
              </a:spcBef>
              <a:buChar char="•"/>
              <a:defRPr kumimoji="1" sz="2400">
                <a:solidFill>
                  <a:schemeClr val="tx1"/>
                </a:solidFill>
                <a:latin typeface="Gulim" pitchFamily="34" charset="-127"/>
                <a:ea typeface="Gulim" pitchFamily="34" charset="-127"/>
              </a:defRPr>
            </a:lvl3pPr>
            <a:lvl4pPr marL="1600200" indent="-228600" eaLnBrk="0" hangingPunct="0">
              <a:spcBef>
                <a:spcPct val="20000"/>
              </a:spcBef>
              <a:buChar char="–"/>
              <a:defRPr kumimoji="1" sz="2000">
                <a:solidFill>
                  <a:schemeClr val="tx1"/>
                </a:solidFill>
                <a:latin typeface="Gulim" pitchFamily="34" charset="-127"/>
                <a:ea typeface="Gulim" pitchFamily="34" charset="-127"/>
              </a:defRPr>
            </a:lvl4pPr>
            <a:lvl5pPr marL="2057400" indent="-228600" eaLnBrk="0" hangingPunct="0">
              <a:spcBef>
                <a:spcPct val="20000"/>
              </a:spcBef>
              <a:buChar char="»"/>
              <a:defRPr kumimoji="1" sz="2000">
                <a:solidFill>
                  <a:schemeClr val="tx1"/>
                </a:solidFill>
                <a:latin typeface="Gulim" pitchFamily="34" charset="-127"/>
                <a:ea typeface="Gulim"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Gulim" pitchFamily="34" charset="-127"/>
                <a:ea typeface="Gulim"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Gulim" pitchFamily="34" charset="-127"/>
                <a:ea typeface="Gulim"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Gulim" pitchFamily="34" charset="-127"/>
                <a:ea typeface="Gulim"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20000"/>
              </a:spcBef>
              <a:spcAft>
                <a:spcPct val="0"/>
              </a:spcAft>
              <a:buClrTx/>
              <a:buSzTx/>
              <a:buFontTx/>
              <a:buNone/>
              <a:tabLst/>
              <a:defRPr/>
            </a:pPr>
            <a:r>
              <a:rPr kumimoji="1" lang="en-US" altLang="ko-KR"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2026</a:t>
            </a:r>
            <a:r>
              <a:rPr kumimoji="1" lang="ko-KR" altLang="en-US"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년 한국문화학교 가을학기가 </a:t>
            </a:r>
            <a:r>
              <a:rPr kumimoji="1" lang="en-US" altLang="ko-KR"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9/12(</a:t>
            </a:r>
            <a:r>
              <a:rPr kumimoji="1" lang="ko-KR" altLang="en-US"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토</a:t>
            </a:r>
            <a:r>
              <a:rPr kumimoji="1" lang="en-US" altLang="ko-KR"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)-12/19(</a:t>
            </a:r>
            <a:r>
              <a:rPr kumimoji="1" lang="ko-KR" altLang="en-US"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토</a:t>
            </a:r>
            <a:r>
              <a:rPr kumimoji="1" lang="en-US" altLang="ko-KR"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 </a:t>
            </a:r>
            <a:r>
              <a:rPr kumimoji="1" lang="ko-KR" altLang="en-US"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매주 토요일에있습니다</a:t>
            </a:r>
            <a:r>
              <a:rPr kumimoji="1" lang="en-US" altLang="ko-KR"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 </a:t>
            </a:r>
            <a:r>
              <a:rPr kumimoji="1" lang="ko-KR" altLang="en-US"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많은 기도와 협조를 부탁드립니다</a:t>
            </a:r>
            <a:r>
              <a:rPr kumimoji="1" lang="en-US" altLang="ko-KR"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 </a:t>
            </a:r>
            <a:br>
              <a:rPr kumimoji="1" lang="en-US" altLang="ko-KR"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br>
            <a:r>
              <a:rPr kumimoji="1" lang="en-US" altLang="ko-KR"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Director: </a:t>
            </a:r>
            <a:r>
              <a:rPr kumimoji="1" lang="ko-KR" altLang="en-US"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박명심 </a:t>
            </a:r>
            <a:r>
              <a:rPr kumimoji="1" lang="en-US" altLang="ko-KR"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(347-782-2172)</a:t>
            </a:r>
          </a:p>
          <a:p>
            <a:pPr marL="0" marR="0" lvl="0" indent="0" algn="l" defTabSz="914400" rtl="0" eaLnBrk="1" fontAlgn="base" latinLnBrk="1" hangingPunct="1">
              <a:lnSpc>
                <a:spcPct val="100000"/>
              </a:lnSpc>
              <a:spcBef>
                <a:spcPct val="20000"/>
              </a:spcBef>
              <a:spcAft>
                <a:spcPct val="0"/>
              </a:spcAft>
              <a:buClrTx/>
              <a:buSzTx/>
              <a:buFontTx/>
              <a:buNone/>
              <a:tabLst/>
              <a:defRPr/>
            </a:pPr>
            <a:br>
              <a:rPr kumimoji="1" lang="en-US" altLang="ko-KR"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br>
            <a:r>
              <a:rPr kumimoji="1" lang="en-US" altLang="ko-KR"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The 2026 Summer Camp (9/12 (Sat) - 12/19 (Sat)) has started. Please support with prayers and cooperation. </a:t>
            </a:r>
            <a:br>
              <a:rPr kumimoji="1" lang="en-US" altLang="ko-KR"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br>
            <a:r>
              <a:rPr kumimoji="1" lang="en-US" altLang="ko-KR"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Director: </a:t>
            </a:r>
            <a:r>
              <a:rPr kumimoji="1" lang="en-US" altLang="ko-KR" sz="2400" b="0" i="0" u="none" strike="noStrike" kern="1200" cap="none" spc="0" normalizeH="0" baseline="0" noProof="0" dirty="0" err="1">
                <a:ln>
                  <a:noFill/>
                </a:ln>
                <a:solidFill>
                  <a:srgbClr val="FFFFFF"/>
                </a:solidFill>
                <a:effectLst/>
                <a:uLnTx/>
                <a:uFillTx/>
                <a:latin typeface="맑은 고딕" panose="020B0503020000020004" pitchFamily="50" charset="-127"/>
                <a:ea typeface="맑은 고딕" panose="020B0503020000020004" pitchFamily="50" charset="-127"/>
              </a:rPr>
              <a:t>Myungsim</a:t>
            </a:r>
            <a:r>
              <a:rPr kumimoji="1" lang="en-US" altLang="ko-KR"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 Park (347-782-2172)</a:t>
            </a:r>
          </a:p>
        </p:txBody>
      </p:sp>
    </p:spTree>
    <p:extLst>
      <p:ext uri="{BB962C8B-B14F-4D97-AF65-F5344CB8AC3E}">
        <p14:creationId xmlns:p14="http://schemas.microsoft.com/office/powerpoint/2010/main" val="40486371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showMasterPhAnim="0">
  <p:cSld>
    <p:bg>
      <p:bgPr>
        <a:blipFill dpi="0" rotWithShape="0">
          <a:blip r:embed="rId3" cstate="print">
            <a:alphaModFix amt="70000"/>
            <a:lum/>
          </a:blip>
          <a:srcRect/>
          <a:stretch>
            <a:fillRect t="-9000" b="-4000"/>
          </a:stretch>
        </a:blipFill>
        <a:effectLst/>
      </p:bgPr>
    </p:bg>
    <p:spTree>
      <p:nvGrpSpPr>
        <p:cNvPr id="1" name="">
          <a:extLst>
            <a:ext uri="{FF2B5EF4-FFF2-40B4-BE49-F238E27FC236}">
              <a16:creationId xmlns:a16="http://schemas.microsoft.com/office/drawing/2014/main" id="{AE8B5EEA-BA11-C2D7-B4F1-C5CBF9F4E4DB}"/>
            </a:ext>
          </a:extLst>
        </p:cNvPr>
        <p:cNvGrpSpPr/>
        <p:nvPr/>
      </p:nvGrpSpPr>
      <p:grpSpPr>
        <a:xfrm>
          <a:off x="0" y="0"/>
          <a:ext cx="0" cy="0"/>
          <a:chOff x="0" y="0"/>
          <a:chExt cx="0" cy="0"/>
        </a:xfrm>
      </p:grpSpPr>
      <p:sp>
        <p:nvSpPr>
          <p:cNvPr id="6" name="대각선 방향의 모서리가 둥근 사각형 5">
            <a:extLst>
              <a:ext uri="{FF2B5EF4-FFF2-40B4-BE49-F238E27FC236}">
                <a16:creationId xmlns:a16="http://schemas.microsoft.com/office/drawing/2014/main" id="{B59B8E95-DAB0-4F7C-3358-A12659205B52}"/>
              </a:ext>
            </a:extLst>
          </p:cNvPr>
          <p:cNvSpPr>
            <a:spLocks noChangeAspect="1"/>
          </p:cNvSpPr>
          <p:nvPr/>
        </p:nvSpPr>
        <p:spPr bwMode="auto">
          <a:xfrm>
            <a:off x="152400" y="205195"/>
            <a:ext cx="8839200" cy="4724400"/>
          </a:xfrm>
          <a:prstGeom prst="round2DiagRect">
            <a:avLst/>
          </a:prstGeom>
          <a:solidFill>
            <a:schemeClr val="tx1">
              <a:alpha val="70000"/>
            </a:schemeClr>
          </a:solidFill>
          <a:ln w="0"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24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endParaRPr>
          </a:p>
        </p:txBody>
      </p:sp>
      <p:sp>
        <p:nvSpPr>
          <p:cNvPr id="154626" name="Rectangle 2">
            <a:extLst>
              <a:ext uri="{FF2B5EF4-FFF2-40B4-BE49-F238E27FC236}">
                <a16:creationId xmlns:a16="http://schemas.microsoft.com/office/drawing/2014/main" id="{76986105-11EE-397D-A48C-9BA7CAE593AB}"/>
              </a:ext>
            </a:extLst>
          </p:cNvPr>
          <p:cNvSpPr>
            <a:spLocks noGrp="1" noChangeArrowheads="1"/>
          </p:cNvSpPr>
          <p:nvPr>
            <p:ph idx="1"/>
          </p:nvPr>
        </p:nvSpPr>
        <p:spPr>
          <a:xfrm>
            <a:off x="0" y="229020"/>
            <a:ext cx="9144000" cy="666330"/>
          </a:xfrm>
          <a:effectLst>
            <a:outerShdw blurRad="50800" dist="38100" dir="2700000" algn="tl" rotWithShape="0">
              <a:prstClr val="black">
                <a:alpha val="40000"/>
              </a:prstClr>
            </a:outerShdw>
          </a:effectLst>
        </p:spPr>
        <p:txBody>
          <a:bodyPr/>
          <a:lstStyle/>
          <a:p>
            <a:pPr algn="ctr" eaLnBrk="1" hangingPunct="1">
              <a:buFontTx/>
              <a:buNone/>
            </a:pPr>
            <a:r>
              <a:rPr lang="ko-KR" altLang="en-US" sz="4400" dirty="0">
                <a:solidFill>
                  <a:schemeClr val="bg1"/>
                </a:solidFill>
                <a:latin typeface="Malgun Gothic" panose="020B0503020000020004" pitchFamily="50" charset="-127"/>
                <a:ea typeface="맑은 고딕" panose="020B0503020000020004" pitchFamily="50" charset="-127"/>
              </a:rPr>
              <a:t>교 회 소 식</a:t>
            </a:r>
          </a:p>
        </p:txBody>
      </p:sp>
      <p:pic>
        <p:nvPicPr>
          <p:cNvPr id="10" name="그림 9" descr="corner.png">
            <a:extLst>
              <a:ext uri="{FF2B5EF4-FFF2-40B4-BE49-F238E27FC236}">
                <a16:creationId xmlns:a16="http://schemas.microsoft.com/office/drawing/2014/main" id="{7F6E4CAD-E079-ED04-E11B-2FEEB0DAFB18}"/>
              </a:ext>
            </a:extLst>
          </p:cNvPr>
          <p:cNvPicPr>
            <a:picLocks noChangeAspect="1"/>
          </p:cNvPicPr>
          <p:nvPr/>
        </p:nvPicPr>
        <p:blipFill>
          <a:blip r:embed="rId4" cstate="print">
            <a:lum bright="30000"/>
          </a:blip>
          <a:stretch>
            <a:fillRect/>
          </a:stretch>
        </p:blipFill>
        <p:spPr>
          <a:xfrm>
            <a:off x="304823" y="285751"/>
            <a:ext cx="1066799" cy="1200648"/>
          </a:xfrm>
          <a:prstGeom prst="rect">
            <a:avLst/>
          </a:prstGeom>
        </p:spPr>
      </p:pic>
      <p:pic>
        <p:nvPicPr>
          <p:cNvPr id="7" name="그림 6" descr="corner.png">
            <a:extLst>
              <a:ext uri="{FF2B5EF4-FFF2-40B4-BE49-F238E27FC236}">
                <a16:creationId xmlns:a16="http://schemas.microsoft.com/office/drawing/2014/main" id="{F851FF8B-8F77-CE28-AE37-EF936AC2DA2C}"/>
              </a:ext>
            </a:extLst>
          </p:cNvPr>
          <p:cNvPicPr>
            <a:picLocks noChangeAspect="1"/>
          </p:cNvPicPr>
          <p:nvPr/>
        </p:nvPicPr>
        <p:blipFill>
          <a:blip r:embed="rId4" cstate="print">
            <a:lum bright="30000"/>
          </a:blip>
          <a:stretch>
            <a:fillRect/>
          </a:stretch>
        </p:blipFill>
        <p:spPr>
          <a:xfrm rot="10800000">
            <a:off x="7848602" y="3638550"/>
            <a:ext cx="1066799" cy="1200648"/>
          </a:xfrm>
          <a:prstGeom prst="rect">
            <a:avLst/>
          </a:prstGeom>
        </p:spPr>
      </p:pic>
      <p:sp>
        <p:nvSpPr>
          <p:cNvPr id="2" name="직사각형 5">
            <a:extLst>
              <a:ext uri="{FF2B5EF4-FFF2-40B4-BE49-F238E27FC236}">
                <a16:creationId xmlns:a16="http://schemas.microsoft.com/office/drawing/2014/main" id="{E4CCA1F8-2A94-4AD9-A628-1BAC07E80368}"/>
              </a:ext>
            </a:extLst>
          </p:cNvPr>
          <p:cNvSpPr>
            <a:spLocks noChangeArrowheads="1"/>
          </p:cNvSpPr>
          <p:nvPr/>
        </p:nvSpPr>
        <p:spPr bwMode="auto">
          <a:xfrm>
            <a:off x="381000" y="1486399"/>
            <a:ext cx="8517468" cy="346196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3492" tIns="31746" rIns="63492" bIns="31746">
            <a:spAutoFit/>
          </a:bodyPr>
          <a:lstStyle>
            <a:lvl1pPr eaLnBrk="0" hangingPunct="0">
              <a:spcBef>
                <a:spcPct val="20000"/>
              </a:spcBef>
              <a:buChar char="•"/>
              <a:defRPr kumimoji="1" sz="3200">
                <a:solidFill>
                  <a:schemeClr val="tx1"/>
                </a:solidFill>
                <a:latin typeface="Gulim" pitchFamily="34" charset="-127"/>
                <a:ea typeface="Gulim" pitchFamily="34" charset="-127"/>
              </a:defRPr>
            </a:lvl1pPr>
            <a:lvl2pPr marL="742950" indent="-285750" eaLnBrk="0" hangingPunct="0">
              <a:spcBef>
                <a:spcPct val="20000"/>
              </a:spcBef>
              <a:buChar char="–"/>
              <a:defRPr kumimoji="1" sz="2800">
                <a:solidFill>
                  <a:schemeClr val="tx1"/>
                </a:solidFill>
                <a:latin typeface="Gulim" pitchFamily="34" charset="-127"/>
                <a:ea typeface="Gulim" pitchFamily="34" charset="-127"/>
              </a:defRPr>
            </a:lvl2pPr>
            <a:lvl3pPr marL="1143000" indent="-228600" eaLnBrk="0" hangingPunct="0">
              <a:spcBef>
                <a:spcPct val="20000"/>
              </a:spcBef>
              <a:buChar char="•"/>
              <a:defRPr kumimoji="1" sz="2400">
                <a:solidFill>
                  <a:schemeClr val="tx1"/>
                </a:solidFill>
                <a:latin typeface="Gulim" pitchFamily="34" charset="-127"/>
                <a:ea typeface="Gulim" pitchFamily="34" charset="-127"/>
              </a:defRPr>
            </a:lvl3pPr>
            <a:lvl4pPr marL="1600200" indent="-228600" eaLnBrk="0" hangingPunct="0">
              <a:spcBef>
                <a:spcPct val="20000"/>
              </a:spcBef>
              <a:buChar char="–"/>
              <a:defRPr kumimoji="1" sz="2000">
                <a:solidFill>
                  <a:schemeClr val="tx1"/>
                </a:solidFill>
                <a:latin typeface="Gulim" pitchFamily="34" charset="-127"/>
                <a:ea typeface="Gulim" pitchFamily="34" charset="-127"/>
              </a:defRPr>
            </a:lvl4pPr>
            <a:lvl5pPr marL="2057400" indent="-228600" eaLnBrk="0" hangingPunct="0">
              <a:spcBef>
                <a:spcPct val="20000"/>
              </a:spcBef>
              <a:buChar char="»"/>
              <a:defRPr kumimoji="1" sz="2000">
                <a:solidFill>
                  <a:schemeClr val="tx1"/>
                </a:solidFill>
                <a:latin typeface="Gulim" pitchFamily="34" charset="-127"/>
                <a:ea typeface="Gulim"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Gulim" pitchFamily="34" charset="-127"/>
                <a:ea typeface="Gulim"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Gulim" pitchFamily="34" charset="-127"/>
                <a:ea typeface="Gulim"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Gulim" pitchFamily="34" charset="-127"/>
                <a:ea typeface="Gulim"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00000"/>
              </a:lnSpc>
              <a:spcBef>
                <a:spcPct val="20000"/>
              </a:spcBef>
              <a:spcAft>
                <a:spcPct val="0"/>
              </a:spcAft>
              <a:buClrTx/>
              <a:buSzTx/>
              <a:buFontTx/>
              <a:buNone/>
              <a:tabLst/>
              <a:defRPr/>
            </a:pPr>
            <a:r>
              <a:rPr kumimoji="1" lang="ko-KR" altLang="en-US"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제 </a:t>
            </a:r>
            <a:r>
              <a:rPr kumimoji="1" lang="en-US" altLang="ko-KR"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3</a:t>
            </a:r>
            <a:r>
              <a:rPr kumimoji="1" lang="ko-KR" altLang="en-US"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기 양육반 개강 </a:t>
            </a:r>
            <a:r>
              <a:rPr kumimoji="1" lang="en-US" altLang="ko-KR"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(3rd Disciples Class): </a:t>
            </a:r>
            <a:br>
              <a:rPr kumimoji="1" lang="en-US" altLang="ko-KR"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br>
            <a:r>
              <a:rPr kumimoji="1" lang="en-US" altLang="ko-KR"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 - </a:t>
            </a:r>
            <a:r>
              <a:rPr kumimoji="1" lang="ko-KR" altLang="en-US"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기간</a:t>
            </a:r>
            <a:r>
              <a:rPr kumimoji="1" lang="en-US" altLang="ko-KR"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(Date/time)</a:t>
            </a:r>
            <a:r>
              <a:rPr kumimoji="1" lang="ko-KR" altLang="en-US"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 </a:t>
            </a:r>
            <a:r>
              <a:rPr kumimoji="1" lang="en-US" altLang="ko-KR"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 </a:t>
            </a:r>
            <a:r>
              <a:rPr kumimoji="1" lang="ko-KR" altLang="en-US"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오늘 오리엔테이션 개강합니다</a:t>
            </a:r>
            <a:r>
              <a:rPr kumimoji="1" lang="en-US" altLang="ko-KR"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a:t>
            </a:r>
            <a:br>
              <a:rPr kumimoji="1" lang="en-US" altLang="ko-KR"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br>
            <a:r>
              <a:rPr kumimoji="1" lang="en-US" altLang="ko-KR"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 </a:t>
            </a:r>
            <a:r>
              <a:rPr kumimoji="1" lang="ko-KR" altLang="en-US"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아직 등록하지 않으신 분들도 다음 주까지 등록 가능 합니다</a:t>
            </a:r>
            <a:br>
              <a:rPr kumimoji="1" lang="en-US" altLang="ko-KR"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br>
            <a:r>
              <a:rPr kumimoji="1" lang="en-US" altLang="ko-KR"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   9/6</a:t>
            </a:r>
            <a:r>
              <a:rPr kumimoji="1" lang="ko-KR" altLang="en-US"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 </a:t>
            </a:r>
            <a:r>
              <a:rPr kumimoji="1" lang="en-US" altLang="ko-KR"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a:t>
            </a:r>
            <a:r>
              <a:rPr kumimoji="1" lang="ko-KR" altLang="en-US"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 </a:t>
            </a:r>
            <a:r>
              <a:rPr kumimoji="1" lang="en-US" altLang="ko-KR"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12/20</a:t>
            </a:r>
            <a:r>
              <a:rPr kumimoji="1" lang="ko-KR" altLang="en-US"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 </a:t>
            </a:r>
            <a:r>
              <a:rPr kumimoji="1" lang="en-US" altLang="ko-KR"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(16 Weeks) 1:30-3:00 PM Weekly</a:t>
            </a:r>
            <a:br>
              <a:rPr kumimoji="1" lang="en-US" altLang="ko-KR"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br>
            <a:r>
              <a:rPr kumimoji="1" lang="en-US" altLang="ko-KR"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 </a:t>
            </a:r>
            <a:br>
              <a:rPr kumimoji="1" lang="en-US" altLang="ko-KR"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br>
            <a:r>
              <a:rPr kumimoji="1" lang="en-US" altLang="ko-KR"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 - </a:t>
            </a:r>
            <a:r>
              <a:rPr kumimoji="1" lang="ko-KR" altLang="en-US"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강사</a:t>
            </a:r>
            <a:r>
              <a:rPr kumimoji="1" lang="en-US" altLang="ko-KR"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(Lecturer)</a:t>
            </a:r>
            <a:r>
              <a:rPr kumimoji="1" lang="ko-KR" altLang="en-US"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 </a:t>
            </a:r>
            <a:r>
              <a:rPr kumimoji="1" lang="en-US" altLang="ko-KR"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 </a:t>
            </a:r>
            <a:r>
              <a:rPr kumimoji="1" lang="ko-KR" altLang="en-US"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담임목사 </a:t>
            </a:r>
            <a:r>
              <a:rPr kumimoji="1" lang="en-US" altLang="ko-KR"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(Senior Pastor)</a:t>
            </a:r>
          </a:p>
          <a:p>
            <a:pPr marL="0" marR="0" lvl="0" indent="0" algn="l" defTabSz="914400" rtl="0" eaLnBrk="1" fontAlgn="base" latinLnBrk="1" hangingPunct="1">
              <a:lnSpc>
                <a:spcPct val="100000"/>
              </a:lnSpc>
              <a:spcBef>
                <a:spcPct val="20000"/>
              </a:spcBef>
              <a:spcAft>
                <a:spcPct val="0"/>
              </a:spcAft>
              <a:buClrTx/>
              <a:buSzTx/>
              <a:buFontTx/>
              <a:buNone/>
              <a:tabLst/>
              <a:defRPr/>
            </a:pPr>
            <a:r>
              <a:rPr kumimoji="1" lang="ko-KR" altLang="en-US"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 </a:t>
            </a:r>
            <a:r>
              <a:rPr kumimoji="1" lang="en-US" altLang="ko-KR"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 </a:t>
            </a:r>
            <a:r>
              <a:rPr kumimoji="1" lang="ko-KR" altLang="en-US"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신청</a:t>
            </a:r>
            <a:r>
              <a:rPr kumimoji="1" lang="en-US" altLang="ko-KR"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(Registration)</a:t>
            </a:r>
            <a:r>
              <a:rPr kumimoji="1" lang="ko-KR" altLang="en-US"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 </a:t>
            </a:r>
            <a:r>
              <a:rPr kumimoji="1" lang="en-US" altLang="ko-KR"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 </a:t>
            </a:r>
            <a:r>
              <a:rPr kumimoji="1" lang="ko-KR" altLang="en-US"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송영희 권사</a:t>
            </a:r>
            <a:br>
              <a:rPr kumimoji="1" lang="en-US" altLang="ko-KR"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br>
            <a:r>
              <a:rPr kumimoji="1" lang="en-US" altLang="ko-KR"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                            (</a:t>
            </a:r>
            <a:r>
              <a:rPr kumimoji="1" lang="ko-KR" altLang="en-US"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회비 </a:t>
            </a:r>
            <a:r>
              <a:rPr kumimoji="1" lang="en-US" altLang="ko-KR"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$50 </a:t>
            </a:r>
            <a:r>
              <a:rPr kumimoji="1" lang="ko-KR" altLang="en-US"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교재포함</a:t>
            </a:r>
            <a:r>
              <a:rPr kumimoji="1" lang="en-US" altLang="ko-KR"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a:t>
            </a:r>
            <a:br>
              <a:rPr kumimoji="1" lang="en-US" altLang="ko-KR" sz="28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br>
            <a:endParaRPr kumimoji="1" lang="en-US" altLang="ko-KR"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endParaRPr>
          </a:p>
        </p:txBody>
      </p:sp>
      <p:sp>
        <p:nvSpPr>
          <p:cNvPr id="3" name="TextBox 2">
            <a:extLst>
              <a:ext uri="{FF2B5EF4-FFF2-40B4-BE49-F238E27FC236}">
                <a16:creationId xmlns:a16="http://schemas.microsoft.com/office/drawing/2014/main" id="{2A55E5F3-5034-3E62-C572-FEB1ECFF7024}"/>
              </a:ext>
            </a:extLst>
          </p:cNvPr>
          <p:cNvSpPr txBox="1"/>
          <p:nvPr/>
        </p:nvSpPr>
        <p:spPr>
          <a:xfrm>
            <a:off x="2701628" y="866271"/>
            <a:ext cx="3740743" cy="400110"/>
          </a:xfrm>
          <a:prstGeom prst="rect">
            <a:avLst/>
          </a:prstGeom>
          <a:noFill/>
          <a:effectLst>
            <a:outerShdw blurRad="50800" dist="38100" dir="2700000" algn="tl" rotWithShape="0">
              <a:prstClr val="black">
                <a:alpha val="40000"/>
              </a:prstClr>
            </a:outerShdw>
          </a:effectLst>
        </p:spPr>
        <p:txBody>
          <a:bodyPr wrap="square">
            <a:sp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2000" b="0" i="0" u="none" strike="noStrike" kern="1200" cap="none" spc="0" normalizeH="0" baseline="0" noProof="0" dirty="0">
                <a:ln>
                  <a:noFill/>
                </a:ln>
                <a:solidFill>
                  <a:srgbClr val="FFFFFF"/>
                </a:solidFill>
                <a:effectLst/>
                <a:uLnTx/>
                <a:uFillTx/>
                <a:latin typeface="Malgun Gothic" panose="020B0503020000020004" pitchFamily="50" charset="-127"/>
                <a:ea typeface="맑은 고딕" panose="020B0503020000020004" pitchFamily="50" charset="-127"/>
              </a:rPr>
              <a:t>ANNOUNCEMENTS</a:t>
            </a:r>
            <a:endParaRPr kumimoji="1" lang="ko-KR" altLang="en-US" sz="2000" b="0" i="0" u="none" strike="noStrike" kern="1200" cap="none" spc="0" normalizeH="0" baseline="0" noProof="0" dirty="0">
              <a:ln>
                <a:noFill/>
              </a:ln>
              <a:solidFill>
                <a:srgbClr val="FFFFFF"/>
              </a:solidFill>
              <a:effectLst/>
              <a:uLnTx/>
              <a:uFillTx/>
              <a:latin typeface="Malgun Gothic" panose="020B0503020000020004" pitchFamily="50" charset="-127"/>
              <a:ea typeface="맑은 고딕" panose="020B0503020000020004" pitchFamily="50" charset="-127"/>
              <a:cs typeface="+mn-cs"/>
            </a:endParaRPr>
          </a:p>
        </p:txBody>
      </p:sp>
    </p:spTree>
    <p:extLst>
      <p:ext uri="{BB962C8B-B14F-4D97-AF65-F5344CB8AC3E}">
        <p14:creationId xmlns:p14="http://schemas.microsoft.com/office/powerpoint/2010/main" val="7946957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showMasterPhAnim="0">
  <p:cSld>
    <p:bg>
      <p:bgPr>
        <a:blipFill dpi="0" rotWithShape="0">
          <a:blip r:embed="rId3" cstate="print">
            <a:alphaModFix amt="70000"/>
            <a:lum/>
          </a:blip>
          <a:srcRect/>
          <a:stretch>
            <a:fillRect t="-9000" b="-4000"/>
          </a:stretch>
        </a:blipFill>
        <a:effectLst/>
      </p:bgPr>
    </p:bg>
    <p:spTree>
      <p:nvGrpSpPr>
        <p:cNvPr id="1" name="">
          <a:extLst>
            <a:ext uri="{FF2B5EF4-FFF2-40B4-BE49-F238E27FC236}">
              <a16:creationId xmlns:a16="http://schemas.microsoft.com/office/drawing/2014/main" id="{97A26CF7-5E34-B946-362D-3345960250C2}"/>
            </a:ext>
          </a:extLst>
        </p:cNvPr>
        <p:cNvGrpSpPr/>
        <p:nvPr/>
      </p:nvGrpSpPr>
      <p:grpSpPr>
        <a:xfrm>
          <a:off x="0" y="0"/>
          <a:ext cx="0" cy="0"/>
          <a:chOff x="0" y="0"/>
          <a:chExt cx="0" cy="0"/>
        </a:xfrm>
      </p:grpSpPr>
      <p:sp>
        <p:nvSpPr>
          <p:cNvPr id="6" name="대각선 방향의 모서리가 둥근 사각형 5">
            <a:extLst>
              <a:ext uri="{FF2B5EF4-FFF2-40B4-BE49-F238E27FC236}">
                <a16:creationId xmlns:a16="http://schemas.microsoft.com/office/drawing/2014/main" id="{1F541006-8CC2-DC4F-49B7-F526862EB57E}"/>
              </a:ext>
            </a:extLst>
          </p:cNvPr>
          <p:cNvSpPr>
            <a:spLocks noChangeAspect="1"/>
          </p:cNvSpPr>
          <p:nvPr/>
        </p:nvSpPr>
        <p:spPr bwMode="auto">
          <a:xfrm>
            <a:off x="152400" y="205195"/>
            <a:ext cx="8839200" cy="4724400"/>
          </a:xfrm>
          <a:prstGeom prst="round2DiagRect">
            <a:avLst/>
          </a:prstGeom>
          <a:solidFill>
            <a:schemeClr val="tx1">
              <a:alpha val="70000"/>
            </a:schemeClr>
          </a:solidFill>
          <a:ln w="0"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24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endParaRPr>
          </a:p>
        </p:txBody>
      </p:sp>
      <p:sp>
        <p:nvSpPr>
          <p:cNvPr id="154626" name="Rectangle 2">
            <a:extLst>
              <a:ext uri="{FF2B5EF4-FFF2-40B4-BE49-F238E27FC236}">
                <a16:creationId xmlns:a16="http://schemas.microsoft.com/office/drawing/2014/main" id="{221F1DA1-1525-A5BA-B25A-76137D7DC50A}"/>
              </a:ext>
            </a:extLst>
          </p:cNvPr>
          <p:cNvSpPr>
            <a:spLocks noGrp="1" noChangeArrowheads="1"/>
          </p:cNvSpPr>
          <p:nvPr>
            <p:ph idx="1"/>
          </p:nvPr>
        </p:nvSpPr>
        <p:spPr>
          <a:xfrm>
            <a:off x="0" y="229020"/>
            <a:ext cx="9144000" cy="666330"/>
          </a:xfrm>
          <a:effectLst>
            <a:outerShdw blurRad="50800" dist="38100" dir="2700000" algn="tl" rotWithShape="0">
              <a:prstClr val="black">
                <a:alpha val="40000"/>
              </a:prstClr>
            </a:outerShdw>
          </a:effectLst>
        </p:spPr>
        <p:txBody>
          <a:bodyPr/>
          <a:lstStyle/>
          <a:p>
            <a:pPr algn="ctr" eaLnBrk="1" hangingPunct="1">
              <a:buFontTx/>
              <a:buNone/>
            </a:pPr>
            <a:r>
              <a:rPr lang="ko-KR" altLang="en-US" sz="4400" dirty="0">
                <a:solidFill>
                  <a:schemeClr val="bg1"/>
                </a:solidFill>
                <a:latin typeface="Malgun Gothic" panose="020B0503020000020004" pitchFamily="50" charset="-127"/>
                <a:ea typeface="맑은 고딕" panose="020B0503020000020004" pitchFamily="50" charset="-127"/>
              </a:rPr>
              <a:t>교 회 소 식</a:t>
            </a:r>
          </a:p>
        </p:txBody>
      </p:sp>
      <p:pic>
        <p:nvPicPr>
          <p:cNvPr id="10" name="그림 9" descr="corner.png">
            <a:extLst>
              <a:ext uri="{FF2B5EF4-FFF2-40B4-BE49-F238E27FC236}">
                <a16:creationId xmlns:a16="http://schemas.microsoft.com/office/drawing/2014/main" id="{4C2C1070-6416-5CFF-2030-B7AFED3E513A}"/>
              </a:ext>
            </a:extLst>
          </p:cNvPr>
          <p:cNvPicPr>
            <a:picLocks noChangeAspect="1"/>
          </p:cNvPicPr>
          <p:nvPr/>
        </p:nvPicPr>
        <p:blipFill>
          <a:blip r:embed="rId4" cstate="print">
            <a:lum bright="30000"/>
          </a:blip>
          <a:stretch>
            <a:fillRect/>
          </a:stretch>
        </p:blipFill>
        <p:spPr>
          <a:xfrm>
            <a:off x="304823" y="285751"/>
            <a:ext cx="1066799" cy="1200648"/>
          </a:xfrm>
          <a:prstGeom prst="rect">
            <a:avLst/>
          </a:prstGeom>
        </p:spPr>
      </p:pic>
      <p:pic>
        <p:nvPicPr>
          <p:cNvPr id="7" name="그림 6" descr="corner.png">
            <a:extLst>
              <a:ext uri="{FF2B5EF4-FFF2-40B4-BE49-F238E27FC236}">
                <a16:creationId xmlns:a16="http://schemas.microsoft.com/office/drawing/2014/main" id="{226713FC-001D-E882-10FC-28EB9E502D77}"/>
              </a:ext>
            </a:extLst>
          </p:cNvPr>
          <p:cNvPicPr>
            <a:picLocks noChangeAspect="1"/>
          </p:cNvPicPr>
          <p:nvPr/>
        </p:nvPicPr>
        <p:blipFill>
          <a:blip r:embed="rId4" cstate="print">
            <a:lum bright="30000"/>
          </a:blip>
          <a:stretch>
            <a:fillRect/>
          </a:stretch>
        </p:blipFill>
        <p:spPr>
          <a:xfrm rot="10800000">
            <a:off x="7848602" y="3638550"/>
            <a:ext cx="1066799" cy="1200648"/>
          </a:xfrm>
          <a:prstGeom prst="rect">
            <a:avLst/>
          </a:prstGeom>
        </p:spPr>
      </p:pic>
      <p:sp>
        <p:nvSpPr>
          <p:cNvPr id="2" name="직사각형 5">
            <a:extLst>
              <a:ext uri="{FF2B5EF4-FFF2-40B4-BE49-F238E27FC236}">
                <a16:creationId xmlns:a16="http://schemas.microsoft.com/office/drawing/2014/main" id="{82A85DC7-68B0-1A79-5AA4-C561D9F11E19}"/>
              </a:ext>
            </a:extLst>
          </p:cNvPr>
          <p:cNvSpPr>
            <a:spLocks noChangeArrowheads="1"/>
          </p:cNvSpPr>
          <p:nvPr/>
        </p:nvSpPr>
        <p:spPr bwMode="auto">
          <a:xfrm>
            <a:off x="592668" y="1580656"/>
            <a:ext cx="8305800" cy="334501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3492" tIns="31746" rIns="63492" bIns="31746">
            <a:spAutoFit/>
          </a:bodyPr>
          <a:lstStyle>
            <a:lvl1pPr eaLnBrk="0" hangingPunct="0">
              <a:spcBef>
                <a:spcPct val="20000"/>
              </a:spcBef>
              <a:buChar char="•"/>
              <a:defRPr kumimoji="1" sz="3200">
                <a:solidFill>
                  <a:schemeClr val="tx1"/>
                </a:solidFill>
                <a:latin typeface="Gulim" pitchFamily="34" charset="-127"/>
                <a:ea typeface="Gulim" pitchFamily="34" charset="-127"/>
              </a:defRPr>
            </a:lvl1pPr>
            <a:lvl2pPr marL="742950" indent="-285750" eaLnBrk="0" hangingPunct="0">
              <a:spcBef>
                <a:spcPct val="20000"/>
              </a:spcBef>
              <a:buChar char="–"/>
              <a:defRPr kumimoji="1" sz="2800">
                <a:solidFill>
                  <a:schemeClr val="tx1"/>
                </a:solidFill>
                <a:latin typeface="Gulim" pitchFamily="34" charset="-127"/>
                <a:ea typeface="Gulim" pitchFamily="34" charset="-127"/>
              </a:defRPr>
            </a:lvl2pPr>
            <a:lvl3pPr marL="1143000" indent="-228600" eaLnBrk="0" hangingPunct="0">
              <a:spcBef>
                <a:spcPct val="20000"/>
              </a:spcBef>
              <a:buChar char="•"/>
              <a:defRPr kumimoji="1" sz="2400">
                <a:solidFill>
                  <a:schemeClr val="tx1"/>
                </a:solidFill>
                <a:latin typeface="Gulim" pitchFamily="34" charset="-127"/>
                <a:ea typeface="Gulim" pitchFamily="34" charset="-127"/>
              </a:defRPr>
            </a:lvl3pPr>
            <a:lvl4pPr marL="1600200" indent="-228600" eaLnBrk="0" hangingPunct="0">
              <a:spcBef>
                <a:spcPct val="20000"/>
              </a:spcBef>
              <a:buChar char="–"/>
              <a:defRPr kumimoji="1" sz="2000">
                <a:solidFill>
                  <a:schemeClr val="tx1"/>
                </a:solidFill>
                <a:latin typeface="Gulim" pitchFamily="34" charset="-127"/>
                <a:ea typeface="Gulim" pitchFamily="34" charset="-127"/>
              </a:defRPr>
            </a:lvl4pPr>
            <a:lvl5pPr marL="2057400" indent="-228600" eaLnBrk="0" hangingPunct="0">
              <a:spcBef>
                <a:spcPct val="20000"/>
              </a:spcBef>
              <a:buChar char="»"/>
              <a:defRPr kumimoji="1" sz="2000">
                <a:solidFill>
                  <a:schemeClr val="tx1"/>
                </a:solidFill>
                <a:latin typeface="Gulim" pitchFamily="34" charset="-127"/>
                <a:ea typeface="Gulim"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Gulim" pitchFamily="34" charset="-127"/>
                <a:ea typeface="Gulim"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Gulim" pitchFamily="34" charset="-127"/>
                <a:ea typeface="Gulim"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Gulim" pitchFamily="34" charset="-127"/>
                <a:ea typeface="Gulim"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Gulim" pitchFamily="34" charset="-127"/>
                <a:ea typeface="Gulim" pitchFamily="34" charset="-127"/>
              </a:defRPr>
            </a:lvl9pPr>
          </a:lstStyle>
          <a:p>
            <a:pPr marL="0" marR="0" lvl="0" indent="0" algn="just" defTabSz="914400" rtl="0" eaLnBrk="1" fontAlgn="base" latinLnBrk="1" hangingPunct="1">
              <a:spcBef>
                <a:spcPct val="20000"/>
              </a:spcBef>
              <a:spcAft>
                <a:spcPct val="0"/>
              </a:spcAft>
              <a:buClrTx/>
              <a:buSzTx/>
              <a:buFontTx/>
              <a:buNone/>
              <a:tabLst/>
              <a:defRPr/>
            </a:pPr>
            <a:r>
              <a:rPr kumimoji="1" lang="ko-KR" altLang="en-US" sz="26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예배 후 친교가 준비되었습니다</a:t>
            </a:r>
            <a:r>
              <a:rPr kumimoji="1" lang="en-US" altLang="ko-KR" sz="26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 </a:t>
            </a:r>
          </a:p>
          <a:p>
            <a:pPr marL="0" marR="0" lvl="0" indent="0" algn="just" defTabSz="914400" rtl="0" eaLnBrk="1" fontAlgn="base" latinLnBrk="1" hangingPunct="1">
              <a:spcBef>
                <a:spcPct val="20000"/>
              </a:spcBef>
              <a:spcAft>
                <a:spcPct val="0"/>
              </a:spcAft>
              <a:buClrTx/>
              <a:buSzTx/>
              <a:buFontTx/>
              <a:buNone/>
              <a:tabLst/>
              <a:defRPr/>
            </a:pPr>
            <a:r>
              <a:rPr kumimoji="1" lang="ko-KR" altLang="en-US" sz="26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오늘의 친교</a:t>
            </a:r>
            <a:r>
              <a:rPr kumimoji="1" lang="en-US" altLang="ko-KR" sz="26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 {{FELLOWSHIP}}</a:t>
            </a:r>
          </a:p>
          <a:p>
            <a:pPr marL="0" marR="0" lvl="0" indent="0" algn="just" defTabSz="914400" rtl="0" eaLnBrk="1" fontAlgn="base" latinLnBrk="1" hangingPunct="1">
              <a:spcBef>
                <a:spcPct val="20000"/>
              </a:spcBef>
              <a:spcAft>
                <a:spcPct val="0"/>
              </a:spcAft>
              <a:buClrTx/>
              <a:buSzTx/>
              <a:buFontTx/>
              <a:buNone/>
              <a:tabLst/>
              <a:defRPr/>
            </a:pPr>
            <a:endParaRPr lang="en-US" altLang="ko-KR" sz="2600" dirty="0">
              <a:solidFill>
                <a:srgbClr val="FFFFFF"/>
              </a:solidFill>
              <a:latin typeface="맑은 고딕" panose="020B0503020000020004" pitchFamily="50" charset="-127"/>
              <a:ea typeface="맑은 고딕" panose="020B0503020000020004" pitchFamily="50" charset="-127"/>
            </a:endParaRPr>
          </a:p>
          <a:p>
            <a:pPr marL="0" marR="0" lvl="0" indent="0" algn="just" defTabSz="914400" rtl="0" eaLnBrk="1" fontAlgn="base" latinLnBrk="1" hangingPunct="1">
              <a:spcBef>
                <a:spcPct val="20000"/>
              </a:spcBef>
              <a:spcAft>
                <a:spcPct val="0"/>
              </a:spcAft>
              <a:buClrTx/>
              <a:buSzTx/>
              <a:buFontTx/>
              <a:buNone/>
              <a:tabLst/>
              <a:defRPr/>
            </a:pPr>
            <a:r>
              <a:rPr kumimoji="1" lang="en-US" altLang="ko-KR" sz="26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Lunch and fellowship will be available after </a:t>
            </a:r>
          </a:p>
          <a:p>
            <a:pPr marL="0" marR="0" lvl="0" indent="0" algn="just" defTabSz="914400" rtl="0" eaLnBrk="1" fontAlgn="base" latinLnBrk="1" hangingPunct="1">
              <a:spcBef>
                <a:spcPct val="20000"/>
              </a:spcBef>
              <a:spcAft>
                <a:spcPct val="0"/>
              </a:spcAft>
              <a:buClrTx/>
              <a:buSzTx/>
              <a:buFontTx/>
              <a:buNone/>
              <a:tabLst/>
              <a:defRPr/>
            </a:pPr>
            <a:r>
              <a:rPr kumimoji="1" lang="en-US" altLang="ko-KR" sz="26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the service</a:t>
            </a:r>
          </a:p>
          <a:p>
            <a:pPr marL="0" marR="0" lvl="0" indent="0" algn="just" defTabSz="914400" rtl="0" eaLnBrk="1" fontAlgn="base" latinLnBrk="1" hangingPunct="1">
              <a:spcBef>
                <a:spcPct val="20000"/>
              </a:spcBef>
              <a:spcAft>
                <a:spcPct val="0"/>
              </a:spcAft>
              <a:buClrTx/>
              <a:buSzTx/>
              <a:buFontTx/>
              <a:buNone/>
              <a:tabLst/>
              <a:defRPr/>
            </a:pPr>
            <a:endParaRPr lang="en-US" altLang="ko-KR" sz="2600" dirty="0">
              <a:solidFill>
                <a:srgbClr val="FFFFFF"/>
              </a:solidFill>
              <a:latin typeface="맑은 고딕" panose="020B0503020000020004" pitchFamily="50" charset="-127"/>
              <a:ea typeface="맑은 고딕" panose="020B0503020000020004" pitchFamily="50" charset="-127"/>
            </a:endParaRPr>
          </a:p>
          <a:p>
            <a:pPr marL="0" marR="0" lvl="0" indent="0" algn="just" defTabSz="914400" rtl="0" eaLnBrk="1" fontAlgn="base" latinLnBrk="1" hangingPunct="1">
              <a:spcBef>
                <a:spcPct val="20000"/>
              </a:spcBef>
              <a:spcAft>
                <a:spcPct val="0"/>
              </a:spcAft>
              <a:buClrTx/>
              <a:buSzTx/>
              <a:buFontTx/>
              <a:buNone/>
              <a:tabLst/>
              <a:defRPr/>
            </a:pPr>
            <a:endParaRPr kumimoji="1" lang="en-US" altLang="ko-KR" sz="26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endParaRPr>
          </a:p>
        </p:txBody>
      </p:sp>
      <p:sp>
        <p:nvSpPr>
          <p:cNvPr id="3" name="TextBox 2">
            <a:extLst>
              <a:ext uri="{FF2B5EF4-FFF2-40B4-BE49-F238E27FC236}">
                <a16:creationId xmlns:a16="http://schemas.microsoft.com/office/drawing/2014/main" id="{68CF9B8E-A5D7-F4DF-8D19-3F6E0619FEEB}"/>
              </a:ext>
            </a:extLst>
          </p:cNvPr>
          <p:cNvSpPr txBox="1"/>
          <p:nvPr/>
        </p:nvSpPr>
        <p:spPr>
          <a:xfrm>
            <a:off x="2701628" y="877351"/>
            <a:ext cx="3740743" cy="400110"/>
          </a:xfrm>
          <a:prstGeom prst="rect">
            <a:avLst/>
          </a:prstGeom>
          <a:noFill/>
          <a:effectLst>
            <a:outerShdw blurRad="50800" dist="38100" dir="2700000" algn="tl" rotWithShape="0">
              <a:prstClr val="black">
                <a:alpha val="40000"/>
              </a:prstClr>
            </a:outerShdw>
          </a:effectLst>
        </p:spPr>
        <p:txBody>
          <a:bodyPr wrap="square">
            <a:sp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2000" b="0" i="0" u="none" strike="noStrike" kern="1200" cap="none" spc="0" normalizeH="0" baseline="0" noProof="0" dirty="0">
                <a:ln>
                  <a:noFill/>
                </a:ln>
                <a:solidFill>
                  <a:srgbClr val="FFFFFF"/>
                </a:solidFill>
                <a:effectLst/>
                <a:uLnTx/>
                <a:uFillTx/>
                <a:latin typeface="Malgun Gothic" panose="020B0503020000020004" pitchFamily="50" charset="-127"/>
                <a:ea typeface="맑은 고딕" panose="020B0503020000020004" pitchFamily="50" charset="-127"/>
              </a:rPr>
              <a:t>ANNOUNCEMENTS</a:t>
            </a:r>
            <a:endParaRPr kumimoji="1" lang="ko-KR" altLang="en-US" sz="2000" b="0" i="0" u="none" strike="noStrike" kern="1200" cap="none" spc="0" normalizeH="0" baseline="0" noProof="0" dirty="0">
              <a:ln>
                <a:noFill/>
              </a:ln>
              <a:solidFill>
                <a:srgbClr val="FFFFFF"/>
              </a:solidFill>
              <a:effectLst/>
              <a:uLnTx/>
              <a:uFillTx/>
              <a:latin typeface="Malgun Gothic" panose="020B0503020000020004" pitchFamily="50" charset="-127"/>
              <a:ea typeface="맑은 고딕" panose="020B0503020000020004" pitchFamily="50" charset="-127"/>
              <a:cs typeface="+mn-cs"/>
            </a:endParaRPr>
          </a:p>
        </p:txBody>
      </p:sp>
    </p:spTree>
    <p:extLst>
      <p:ext uri="{BB962C8B-B14F-4D97-AF65-F5344CB8AC3E}">
        <p14:creationId xmlns:p14="http://schemas.microsoft.com/office/powerpoint/2010/main" val="37164694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showMasterPhAnim="0">
  <p:cSld>
    <p:bg>
      <p:bgPr>
        <a:blipFill dpi="0" rotWithShape="0">
          <a:blip r:embed="rId3" cstate="print">
            <a:alphaModFix amt="70000"/>
            <a:lum/>
          </a:blip>
          <a:srcRect/>
          <a:stretch>
            <a:fillRect t="-9000" b="-4000"/>
          </a:stretch>
        </a:blipFill>
        <a:effectLst/>
      </p:bgPr>
    </p:bg>
    <p:spTree>
      <p:nvGrpSpPr>
        <p:cNvPr id="1" name="">
          <a:extLst>
            <a:ext uri="{FF2B5EF4-FFF2-40B4-BE49-F238E27FC236}">
              <a16:creationId xmlns:a16="http://schemas.microsoft.com/office/drawing/2014/main" id="{E57A744E-C715-93C7-0F77-C0A1480047E0}"/>
            </a:ext>
          </a:extLst>
        </p:cNvPr>
        <p:cNvGrpSpPr/>
        <p:nvPr/>
      </p:nvGrpSpPr>
      <p:grpSpPr>
        <a:xfrm>
          <a:off x="0" y="0"/>
          <a:ext cx="0" cy="0"/>
          <a:chOff x="0" y="0"/>
          <a:chExt cx="0" cy="0"/>
        </a:xfrm>
      </p:grpSpPr>
      <p:sp>
        <p:nvSpPr>
          <p:cNvPr id="6" name="대각선 방향의 모서리가 둥근 사각형 5">
            <a:extLst>
              <a:ext uri="{FF2B5EF4-FFF2-40B4-BE49-F238E27FC236}">
                <a16:creationId xmlns:a16="http://schemas.microsoft.com/office/drawing/2014/main" id="{5B77EAC8-31B0-87B4-E067-4A6BBC2D06DB}"/>
              </a:ext>
            </a:extLst>
          </p:cNvPr>
          <p:cNvSpPr>
            <a:spLocks noChangeAspect="1"/>
          </p:cNvSpPr>
          <p:nvPr/>
        </p:nvSpPr>
        <p:spPr bwMode="auto">
          <a:xfrm>
            <a:off x="152399" y="209550"/>
            <a:ext cx="8839200" cy="4724400"/>
          </a:xfrm>
          <a:prstGeom prst="round2DiagRect">
            <a:avLst/>
          </a:prstGeom>
          <a:solidFill>
            <a:schemeClr val="tx1">
              <a:alpha val="70000"/>
            </a:schemeClr>
          </a:solidFill>
          <a:ln w="0"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24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endParaRPr>
          </a:p>
        </p:txBody>
      </p:sp>
      <p:sp>
        <p:nvSpPr>
          <p:cNvPr id="154626" name="Rectangle 2">
            <a:extLst>
              <a:ext uri="{FF2B5EF4-FFF2-40B4-BE49-F238E27FC236}">
                <a16:creationId xmlns:a16="http://schemas.microsoft.com/office/drawing/2014/main" id="{59159EDB-8A26-F0FF-1A21-7EFF3465877B}"/>
              </a:ext>
            </a:extLst>
          </p:cNvPr>
          <p:cNvSpPr>
            <a:spLocks noGrp="1" noChangeArrowheads="1"/>
          </p:cNvSpPr>
          <p:nvPr>
            <p:ph idx="1"/>
          </p:nvPr>
        </p:nvSpPr>
        <p:spPr>
          <a:xfrm>
            <a:off x="-23870" y="478225"/>
            <a:ext cx="9144000" cy="864394"/>
          </a:xfrm>
          <a:effectLst>
            <a:outerShdw blurRad="50800" dist="38100" dir="2700000" algn="tl" rotWithShape="0">
              <a:prstClr val="black">
                <a:alpha val="40000"/>
              </a:prstClr>
            </a:outerShdw>
          </a:effectLst>
        </p:spPr>
        <p:txBody>
          <a:bodyPr/>
          <a:lstStyle/>
          <a:p>
            <a:pPr algn="ctr" eaLnBrk="1" hangingPunct="1">
              <a:buFontTx/>
              <a:buNone/>
            </a:pPr>
            <a:r>
              <a:rPr lang="en-US" altLang="ko-KR" sz="4000" dirty="0">
                <a:solidFill>
                  <a:schemeClr val="bg1"/>
                </a:solidFill>
              </a:rPr>
              <a:t>2026</a:t>
            </a:r>
            <a:r>
              <a:rPr lang="ko-KR" altLang="en-US" sz="4000" dirty="0">
                <a:solidFill>
                  <a:schemeClr val="bg1"/>
                </a:solidFill>
              </a:rPr>
              <a:t>년 </a:t>
            </a:r>
            <a:r>
              <a:rPr lang="en-US" altLang="ko-KR" sz="4000" dirty="0">
                <a:solidFill>
                  <a:schemeClr val="bg1"/>
                </a:solidFill>
              </a:rPr>
              <a:t>9</a:t>
            </a:r>
            <a:r>
              <a:rPr lang="ko-KR" altLang="en-US" sz="4000" dirty="0">
                <a:solidFill>
                  <a:schemeClr val="bg1"/>
                </a:solidFill>
              </a:rPr>
              <a:t>월 행사 계획표</a:t>
            </a:r>
          </a:p>
        </p:txBody>
      </p:sp>
      <p:pic>
        <p:nvPicPr>
          <p:cNvPr id="7" name="그림 6" descr="corner.png">
            <a:extLst>
              <a:ext uri="{FF2B5EF4-FFF2-40B4-BE49-F238E27FC236}">
                <a16:creationId xmlns:a16="http://schemas.microsoft.com/office/drawing/2014/main" id="{CCD7A943-57FC-C808-C3FE-191AEFE1CBE6}"/>
              </a:ext>
            </a:extLst>
          </p:cNvPr>
          <p:cNvPicPr>
            <a:picLocks noChangeAspect="1"/>
          </p:cNvPicPr>
          <p:nvPr/>
        </p:nvPicPr>
        <p:blipFill>
          <a:blip r:embed="rId4" cstate="print">
            <a:lum bright="30000"/>
          </a:blip>
          <a:stretch>
            <a:fillRect/>
          </a:stretch>
        </p:blipFill>
        <p:spPr>
          <a:xfrm rot="10800000">
            <a:off x="7848602" y="3638550"/>
            <a:ext cx="1066799" cy="1200648"/>
          </a:xfrm>
          <a:prstGeom prst="rect">
            <a:avLst/>
          </a:prstGeom>
        </p:spPr>
      </p:pic>
      <p:sp>
        <p:nvSpPr>
          <p:cNvPr id="211973" name="직사각형 5">
            <a:extLst>
              <a:ext uri="{FF2B5EF4-FFF2-40B4-BE49-F238E27FC236}">
                <a16:creationId xmlns:a16="http://schemas.microsoft.com/office/drawing/2014/main" id="{F4B00D74-211D-045C-6917-28A7FD3367BD}"/>
              </a:ext>
            </a:extLst>
          </p:cNvPr>
          <p:cNvSpPr>
            <a:spLocks noChangeArrowheads="1"/>
          </p:cNvSpPr>
          <p:nvPr/>
        </p:nvSpPr>
        <p:spPr bwMode="auto">
          <a:xfrm>
            <a:off x="647712" y="1741275"/>
            <a:ext cx="8267689" cy="151271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3492" tIns="31746" rIns="63492" bIns="31746">
            <a:spAutoFit/>
          </a:bodyPr>
          <a:lstStyle>
            <a:lvl1pPr eaLnBrk="0" hangingPunct="0">
              <a:spcBef>
                <a:spcPct val="20000"/>
              </a:spcBef>
              <a:buChar char="•"/>
              <a:defRPr kumimoji="1" sz="3200">
                <a:solidFill>
                  <a:schemeClr val="tx1"/>
                </a:solidFill>
                <a:latin typeface="Gulim" pitchFamily="34" charset="-127"/>
                <a:ea typeface="Gulim" pitchFamily="34" charset="-127"/>
              </a:defRPr>
            </a:lvl1pPr>
            <a:lvl2pPr marL="742950" indent="-285750" eaLnBrk="0" hangingPunct="0">
              <a:spcBef>
                <a:spcPct val="20000"/>
              </a:spcBef>
              <a:buChar char="–"/>
              <a:defRPr kumimoji="1" sz="2800">
                <a:solidFill>
                  <a:schemeClr val="tx1"/>
                </a:solidFill>
                <a:latin typeface="Gulim" pitchFamily="34" charset="-127"/>
                <a:ea typeface="Gulim" pitchFamily="34" charset="-127"/>
              </a:defRPr>
            </a:lvl2pPr>
            <a:lvl3pPr marL="1143000" indent="-228600" eaLnBrk="0" hangingPunct="0">
              <a:spcBef>
                <a:spcPct val="20000"/>
              </a:spcBef>
              <a:buChar char="•"/>
              <a:defRPr kumimoji="1" sz="2400">
                <a:solidFill>
                  <a:schemeClr val="tx1"/>
                </a:solidFill>
                <a:latin typeface="Gulim" pitchFamily="34" charset="-127"/>
                <a:ea typeface="Gulim" pitchFamily="34" charset="-127"/>
              </a:defRPr>
            </a:lvl3pPr>
            <a:lvl4pPr marL="1600200" indent="-228600" eaLnBrk="0" hangingPunct="0">
              <a:spcBef>
                <a:spcPct val="20000"/>
              </a:spcBef>
              <a:buChar char="–"/>
              <a:defRPr kumimoji="1" sz="2000">
                <a:solidFill>
                  <a:schemeClr val="tx1"/>
                </a:solidFill>
                <a:latin typeface="Gulim" pitchFamily="34" charset="-127"/>
                <a:ea typeface="Gulim" pitchFamily="34" charset="-127"/>
              </a:defRPr>
            </a:lvl4pPr>
            <a:lvl5pPr marL="2057400" indent="-228600" eaLnBrk="0" hangingPunct="0">
              <a:spcBef>
                <a:spcPct val="20000"/>
              </a:spcBef>
              <a:buChar char="»"/>
              <a:defRPr kumimoji="1" sz="2000">
                <a:solidFill>
                  <a:schemeClr val="tx1"/>
                </a:solidFill>
                <a:latin typeface="Gulim" pitchFamily="34" charset="-127"/>
                <a:ea typeface="Gulim"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Gulim" pitchFamily="34" charset="-127"/>
                <a:ea typeface="Gulim"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Gulim" pitchFamily="34" charset="-127"/>
                <a:ea typeface="Gulim"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Gulim" pitchFamily="34" charset="-127"/>
                <a:ea typeface="Gulim"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Gulim" pitchFamily="34" charset="-127"/>
                <a:ea typeface="Gulim" pitchFamily="34" charset="-127"/>
              </a:defRPr>
            </a:lvl9pPr>
          </a:lstStyle>
          <a:p>
            <a:pPr marL="0" marR="0" lvl="0" indent="0" algn="l" defTabSz="914400" rtl="0" eaLnBrk="1" fontAlgn="base" latinLnBrk="1" hangingPunct="1">
              <a:lnSpc>
                <a:spcPct val="150000"/>
              </a:lnSpc>
              <a:spcBef>
                <a:spcPct val="20000"/>
              </a:spcBef>
              <a:spcAft>
                <a:spcPct val="0"/>
              </a:spcAft>
              <a:buClrTx/>
              <a:buSzTx/>
              <a:buFontTx/>
              <a:buNone/>
              <a:tabLst/>
              <a:defRPr/>
            </a:pPr>
            <a:r>
              <a:rPr kumimoji="1" lang="en-US" altLang="ko-KR" sz="2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- 5.24-11.22: </a:t>
            </a:r>
            <a:r>
              <a:rPr kumimoji="1" lang="ko-KR" altLang="en-US" sz="2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성령강림절</a:t>
            </a:r>
          </a:p>
          <a:p>
            <a:pPr marL="0" marR="0" lvl="0" indent="0" algn="l" defTabSz="914400" rtl="0" eaLnBrk="1" fontAlgn="base" latinLnBrk="1" hangingPunct="1">
              <a:lnSpc>
                <a:spcPct val="150000"/>
              </a:lnSpc>
              <a:spcBef>
                <a:spcPct val="20000"/>
              </a:spcBef>
              <a:spcAft>
                <a:spcPct val="0"/>
              </a:spcAft>
              <a:buClrTx/>
              <a:buSzTx/>
              <a:buFontTx/>
              <a:buNone/>
              <a:tabLst/>
              <a:defRPr/>
            </a:pPr>
            <a:r>
              <a:rPr kumimoji="1" lang="en-US" altLang="ko-KR" sz="2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- 9</a:t>
            </a:r>
            <a:r>
              <a:rPr kumimoji="1" lang="ko-KR" altLang="en-US" sz="2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월 </a:t>
            </a:r>
            <a:r>
              <a:rPr kumimoji="1" lang="en-US" altLang="ko-KR" sz="2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23</a:t>
            </a:r>
            <a:r>
              <a:rPr kumimoji="1" lang="ko-KR" altLang="en-US" sz="2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일</a:t>
            </a:r>
            <a:r>
              <a:rPr kumimoji="1" lang="en-US" altLang="ko-KR" sz="2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a:t>
            </a:r>
            <a:r>
              <a:rPr kumimoji="1" lang="ko-KR" altLang="en-US" sz="2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수</a:t>
            </a:r>
            <a:r>
              <a:rPr kumimoji="1" lang="en-US" altLang="ko-KR" sz="2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 </a:t>
            </a:r>
            <a:r>
              <a:rPr kumimoji="1" lang="ko-KR" altLang="en-US" sz="2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수요예배 말씀 및 선교보고</a:t>
            </a:r>
            <a:r>
              <a:rPr kumimoji="1" lang="en-US" altLang="ko-KR" sz="2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a:t>
            </a:r>
            <a:r>
              <a:rPr kumimoji="1" lang="ko-KR" altLang="en-US" sz="2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김인선 니카라과 선교사</a:t>
            </a:r>
            <a:r>
              <a:rPr kumimoji="1" lang="en-US" altLang="ko-KR" sz="2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a:t>
            </a:r>
          </a:p>
          <a:p>
            <a:pPr marL="0" marR="0" lvl="0" indent="0" algn="l" defTabSz="914400" rtl="0" eaLnBrk="1" fontAlgn="base" latinLnBrk="1" hangingPunct="1">
              <a:lnSpc>
                <a:spcPct val="150000"/>
              </a:lnSpc>
              <a:spcBef>
                <a:spcPct val="20000"/>
              </a:spcBef>
              <a:spcAft>
                <a:spcPct val="0"/>
              </a:spcAft>
              <a:buClrTx/>
              <a:buSzTx/>
              <a:buFontTx/>
              <a:buNone/>
              <a:tabLst/>
              <a:defRPr/>
            </a:pPr>
            <a:r>
              <a:rPr kumimoji="1" lang="en-US" altLang="ko-KR" sz="2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- 9</a:t>
            </a:r>
            <a:r>
              <a:rPr kumimoji="1" lang="ko-KR" altLang="en-US" sz="2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월 </a:t>
            </a:r>
            <a:r>
              <a:rPr kumimoji="1" lang="en-US" altLang="ko-KR" sz="2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27</a:t>
            </a:r>
            <a:r>
              <a:rPr kumimoji="1" lang="ko-KR" altLang="en-US" sz="2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일</a:t>
            </a:r>
            <a:r>
              <a:rPr kumimoji="1" lang="en-US" altLang="ko-KR" sz="2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a:t>
            </a:r>
            <a:r>
              <a:rPr kumimoji="1" lang="ko-KR" altLang="en-US" sz="2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주</a:t>
            </a:r>
            <a:r>
              <a:rPr kumimoji="1" lang="en-US" altLang="ko-KR" sz="2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 </a:t>
            </a:r>
            <a:r>
              <a:rPr kumimoji="1" lang="ko-KR" altLang="en-US" sz="2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오후찬양예배</a:t>
            </a:r>
            <a:endParaRPr kumimoji="1" lang="en-US" altLang="ko-KR" sz="2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endParaRPr>
          </a:p>
        </p:txBody>
      </p:sp>
      <p:pic>
        <p:nvPicPr>
          <p:cNvPr id="2" name="그림 1" descr="corner.png">
            <a:extLst>
              <a:ext uri="{FF2B5EF4-FFF2-40B4-BE49-F238E27FC236}">
                <a16:creationId xmlns:a16="http://schemas.microsoft.com/office/drawing/2014/main" id="{4E3BFDB1-E315-01A1-901D-DB3F61A05550}"/>
              </a:ext>
            </a:extLst>
          </p:cNvPr>
          <p:cNvPicPr>
            <a:picLocks noChangeAspect="1"/>
          </p:cNvPicPr>
          <p:nvPr/>
        </p:nvPicPr>
        <p:blipFill>
          <a:blip r:embed="rId4" cstate="print">
            <a:lum bright="30000"/>
          </a:blip>
          <a:stretch>
            <a:fillRect/>
          </a:stretch>
        </p:blipFill>
        <p:spPr>
          <a:xfrm>
            <a:off x="304823" y="285751"/>
            <a:ext cx="1066799" cy="1200648"/>
          </a:xfrm>
          <a:prstGeom prst="rect">
            <a:avLst/>
          </a:prstGeom>
        </p:spPr>
      </p:pic>
      <p:sp>
        <p:nvSpPr>
          <p:cNvPr id="3" name="TextBox 2">
            <a:extLst>
              <a:ext uri="{FF2B5EF4-FFF2-40B4-BE49-F238E27FC236}">
                <a16:creationId xmlns:a16="http://schemas.microsoft.com/office/drawing/2014/main" id="{94BC6AE5-3225-034B-E3A3-480ABB50B6F1}"/>
              </a:ext>
            </a:extLst>
          </p:cNvPr>
          <p:cNvSpPr txBox="1"/>
          <p:nvPr/>
        </p:nvSpPr>
        <p:spPr>
          <a:xfrm>
            <a:off x="2701628" y="1126857"/>
            <a:ext cx="3740743" cy="400110"/>
          </a:xfrm>
          <a:prstGeom prst="rect">
            <a:avLst/>
          </a:prstGeom>
          <a:noFill/>
          <a:effectLst>
            <a:outerShdw blurRad="50800" dist="38100" dir="2700000" algn="tl" rotWithShape="0">
              <a:prstClr val="black">
                <a:alpha val="40000"/>
              </a:prstClr>
            </a:outerShdw>
          </a:effectLst>
        </p:spPr>
        <p:txBody>
          <a:bodyPr wrap="square">
            <a:sp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2000" b="0" i="0" u="none" strike="noStrike" kern="1200" cap="none" spc="0" normalizeH="0" baseline="0" noProof="0" dirty="0">
                <a:ln>
                  <a:noFill/>
                </a:ln>
                <a:solidFill>
                  <a:srgbClr val="FFFFFF"/>
                </a:solidFill>
                <a:effectLst/>
                <a:uLnTx/>
                <a:uFillTx/>
                <a:latin typeface="Malgun Gothic" panose="020B0503020000020004" pitchFamily="50" charset="-127"/>
                <a:ea typeface="맑은 고딕" panose="020B0503020000020004" pitchFamily="50" charset="-127"/>
              </a:rPr>
              <a:t>MONTHLY EVENT BOARD</a:t>
            </a:r>
            <a:endParaRPr kumimoji="1" lang="ko-KR" altLang="en-US" sz="2000" b="0" i="0" u="none" strike="noStrike" kern="1200" cap="none" spc="0" normalizeH="0" baseline="0" noProof="0" dirty="0">
              <a:ln>
                <a:noFill/>
              </a:ln>
              <a:solidFill>
                <a:srgbClr val="FFFFFF"/>
              </a:solidFill>
              <a:effectLst/>
              <a:uLnTx/>
              <a:uFillTx/>
              <a:latin typeface="Malgun Gothic" panose="020B0503020000020004" pitchFamily="50" charset="-127"/>
              <a:ea typeface="맑은 고딕" panose="020B0503020000020004" pitchFamily="50" charset="-127"/>
              <a:cs typeface="+mn-cs"/>
            </a:endParaRPr>
          </a:p>
        </p:txBody>
      </p:sp>
    </p:spTree>
    <p:extLst>
      <p:ext uri="{BB962C8B-B14F-4D97-AF65-F5344CB8AC3E}">
        <p14:creationId xmlns:p14="http://schemas.microsoft.com/office/powerpoint/2010/main" val="17734698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showMasterPhAnim="0" show="0">
  <p:cSld>
    <p:bg>
      <p:bgPr>
        <a:blipFill dpi="0" rotWithShape="0">
          <a:blip r:embed="rId3" cstate="print">
            <a:alphaModFix amt="84000"/>
            <a:lum/>
          </a:blip>
          <a:srcRect/>
          <a:stretch>
            <a:fillRect t="-9000" b="-4000"/>
          </a:stretch>
        </a:blipFill>
        <a:effectLst/>
      </p:bgPr>
    </p:bg>
    <p:spTree>
      <p:nvGrpSpPr>
        <p:cNvPr id="1" name=""/>
        <p:cNvGrpSpPr/>
        <p:nvPr/>
      </p:nvGrpSpPr>
      <p:grpSpPr>
        <a:xfrm>
          <a:off x="0" y="0"/>
          <a:ext cx="0" cy="0"/>
          <a:chOff x="0" y="0"/>
          <a:chExt cx="0" cy="0"/>
        </a:xfrm>
      </p:grpSpPr>
      <p:sp>
        <p:nvSpPr>
          <p:cNvPr id="6" name="대각선 방향의 모서리가 둥근 사각형 5"/>
          <p:cNvSpPr>
            <a:spLocks noChangeAspect="1"/>
          </p:cNvSpPr>
          <p:nvPr/>
        </p:nvSpPr>
        <p:spPr bwMode="auto">
          <a:xfrm>
            <a:off x="152400" y="209550"/>
            <a:ext cx="8839200" cy="4724400"/>
          </a:xfrm>
          <a:prstGeom prst="round2DiagRect">
            <a:avLst/>
          </a:prstGeom>
          <a:solidFill>
            <a:schemeClr val="tx1">
              <a:alpha val="70000"/>
            </a:schemeClr>
          </a:solidFill>
          <a:ln w="0"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1" hangingPunct="1">
              <a:lnSpc>
                <a:spcPct val="100000"/>
              </a:lnSpc>
              <a:spcBef>
                <a:spcPct val="0"/>
              </a:spcBef>
              <a:spcAft>
                <a:spcPct val="0"/>
              </a:spcAft>
              <a:buClrTx/>
              <a:buSzTx/>
              <a:buFontTx/>
              <a:buNone/>
              <a:tabLst/>
            </a:pPr>
            <a:endParaRPr kumimoji="1" lang="ko-KR" altLang="en-US" sz="24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p:txBody>
      </p:sp>
      <p:sp>
        <p:nvSpPr>
          <p:cNvPr id="154626" name="Rectangle 2"/>
          <p:cNvSpPr>
            <a:spLocks noGrp="1" noChangeArrowheads="1"/>
          </p:cNvSpPr>
          <p:nvPr>
            <p:ph idx="1"/>
          </p:nvPr>
        </p:nvSpPr>
        <p:spPr>
          <a:xfrm>
            <a:off x="0" y="361950"/>
            <a:ext cx="9144000" cy="864394"/>
          </a:xfrm>
          <a:effectLst>
            <a:outerShdw blurRad="50800" dist="38100" dir="2700000" algn="tl" rotWithShape="0">
              <a:prstClr val="black">
                <a:alpha val="40000"/>
              </a:prstClr>
            </a:outerShdw>
          </a:effectLst>
        </p:spPr>
        <p:txBody>
          <a:bodyPr/>
          <a:lstStyle/>
          <a:p>
            <a:pPr algn="ctr" eaLnBrk="1" hangingPunct="1">
              <a:buFontTx/>
              <a:buNone/>
            </a:pPr>
            <a:r>
              <a:rPr lang="ko-KR" altLang="en-US" sz="4000" dirty="0" err="1">
                <a:solidFill>
                  <a:schemeClr val="bg1"/>
                </a:solidFill>
                <a:latin typeface="Malgun Gothic" panose="020B0503020000020004" pitchFamily="50" charset="-127"/>
                <a:ea typeface="맑은 고딕" panose="020B0503020000020004" pitchFamily="50" charset="-127"/>
              </a:rPr>
              <a:t>신일교회</a:t>
            </a:r>
            <a:r>
              <a:rPr lang="ko-KR" altLang="en-US" sz="4000" dirty="0">
                <a:solidFill>
                  <a:schemeClr val="bg1"/>
                </a:solidFill>
                <a:latin typeface="Malgun Gothic" panose="020B0503020000020004" pitchFamily="50" charset="-127"/>
                <a:ea typeface="맑은 고딕" panose="020B0503020000020004" pitchFamily="50" charset="-127"/>
              </a:rPr>
              <a:t> 기도제목</a:t>
            </a:r>
          </a:p>
        </p:txBody>
      </p:sp>
      <p:sp>
        <p:nvSpPr>
          <p:cNvPr id="211973" name="직사각형 5"/>
          <p:cNvSpPr>
            <a:spLocks noChangeArrowheads="1"/>
          </p:cNvSpPr>
          <p:nvPr/>
        </p:nvSpPr>
        <p:spPr bwMode="auto">
          <a:xfrm>
            <a:off x="579120" y="1460184"/>
            <a:ext cx="7924800" cy="296952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3492" tIns="31746" rIns="63492" bIns="31746">
            <a:spAutoFit/>
          </a:bodyPr>
          <a:lstStyle>
            <a:lvl1pPr eaLnBrk="0" hangingPunct="0">
              <a:spcBef>
                <a:spcPct val="20000"/>
              </a:spcBef>
              <a:buChar char="•"/>
              <a:defRPr kumimoji="1" sz="3200">
                <a:solidFill>
                  <a:schemeClr val="tx1"/>
                </a:solidFill>
                <a:latin typeface="Gulim" pitchFamily="34" charset="-127"/>
                <a:ea typeface="Gulim" pitchFamily="34" charset="-127"/>
              </a:defRPr>
            </a:lvl1pPr>
            <a:lvl2pPr marL="742950" indent="-285750" eaLnBrk="0" hangingPunct="0">
              <a:spcBef>
                <a:spcPct val="20000"/>
              </a:spcBef>
              <a:buChar char="–"/>
              <a:defRPr kumimoji="1" sz="2800">
                <a:solidFill>
                  <a:schemeClr val="tx1"/>
                </a:solidFill>
                <a:latin typeface="Gulim" pitchFamily="34" charset="-127"/>
                <a:ea typeface="Gulim" pitchFamily="34" charset="-127"/>
              </a:defRPr>
            </a:lvl2pPr>
            <a:lvl3pPr marL="1143000" indent="-228600" eaLnBrk="0" hangingPunct="0">
              <a:spcBef>
                <a:spcPct val="20000"/>
              </a:spcBef>
              <a:buChar char="•"/>
              <a:defRPr kumimoji="1" sz="2400">
                <a:solidFill>
                  <a:schemeClr val="tx1"/>
                </a:solidFill>
                <a:latin typeface="Gulim" pitchFamily="34" charset="-127"/>
                <a:ea typeface="Gulim" pitchFamily="34" charset="-127"/>
              </a:defRPr>
            </a:lvl3pPr>
            <a:lvl4pPr marL="1600200" indent="-228600" eaLnBrk="0" hangingPunct="0">
              <a:spcBef>
                <a:spcPct val="20000"/>
              </a:spcBef>
              <a:buChar char="–"/>
              <a:defRPr kumimoji="1" sz="2000">
                <a:solidFill>
                  <a:schemeClr val="tx1"/>
                </a:solidFill>
                <a:latin typeface="Gulim" pitchFamily="34" charset="-127"/>
                <a:ea typeface="Gulim" pitchFamily="34" charset="-127"/>
              </a:defRPr>
            </a:lvl4pPr>
            <a:lvl5pPr marL="2057400" indent="-228600" eaLnBrk="0" hangingPunct="0">
              <a:spcBef>
                <a:spcPct val="20000"/>
              </a:spcBef>
              <a:buChar char="»"/>
              <a:defRPr kumimoji="1" sz="2000">
                <a:solidFill>
                  <a:schemeClr val="tx1"/>
                </a:solidFill>
                <a:latin typeface="Gulim" pitchFamily="34" charset="-127"/>
                <a:ea typeface="Gulim" pitchFamily="34" charset="-127"/>
              </a:defRPr>
            </a:lvl5pPr>
            <a:lvl6pPr marL="2514600" indent="-228600" eaLnBrk="0" fontAlgn="base" latinLnBrk="1" hangingPunct="0">
              <a:spcBef>
                <a:spcPct val="20000"/>
              </a:spcBef>
              <a:spcAft>
                <a:spcPct val="0"/>
              </a:spcAft>
              <a:buChar char="»"/>
              <a:defRPr kumimoji="1" sz="2000">
                <a:solidFill>
                  <a:schemeClr val="tx1"/>
                </a:solidFill>
                <a:latin typeface="Gulim" pitchFamily="34" charset="-127"/>
                <a:ea typeface="Gulim" pitchFamily="34" charset="-127"/>
              </a:defRPr>
            </a:lvl6pPr>
            <a:lvl7pPr marL="2971800" indent="-228600" eaLnBrk="0" fontAlgn="base" latinLnBrk="1" hangingPunct="0">
              <a:spcBef>
                <a:spcPct val="20000"/>
              </a:spcBef>
              <a:spcAft>
                <a:spcPct val="0"/>
              </a:spcAft>
              <a:buChar char="»"/>
              <a:defRPr kumimoji="1" sz="2000">
                <a:solidFill>
                  <a:schemeClr val="tx1"/>
                </a:solidFill>
                <a:latin typeface="Gulim" pitchFamily="34" charset="-127"/>
                <a:ea typeface="Gulim" pitchFamily="34" charset="-127"/>
              </a:defRPr>
            </a:lvl7pPr>
            <a:lvl8pPr marL="3429000" indent="-228600" eaLnBrk="0" fontAlgn="base" latinLnBrk="1" hangingPunct="0">
              <a:spcBef>
                <a:spcPct val="20000"/>
              </a:spcBef>
              <a:spcAft>
                <a:spcPct val="0"/>
              </a:spcAft>
              <a:buChar char="»"/>
              <a:defRPr kumimoji="1" sz="2000">
                <a:solidFill>
                  <a:schemeClr val="tx1"/>
                </a:solidFill>
                <a:latin typeface="Gulim" pitchFamily="34" charset="-127"/>
                <a:ea typeface="Gulim" pitchFamily="34" charset="-127"/>
              </a:defRPr>
            </a:lvl8pPr>
            <a:lvl9pPr marL="3886200" indent="-228600" eaLnBrk="0" fontAlgn="base" latinLnBrk="1" hangingPunct="0">
              <a:spcBef>
                <a:spcPct val="20000"/>
              </a:spcBef>
              <a:spcAft>
                <a:spcPct val="0"/>
              </a:spcAft>
              <a:buChar char="»"/>
              <a:defRPr kumimoji="1" sz="2000">
                <a:solidFill>
                  <a:schemeClr val="tx1"/>
                </a:solidFill>
                <a:latin typeface="Gulim" pitchFamily="34" charset="-127"/>
                <a:ea typeface="Gulim" pitchFamily="34" charset="-127"/>
              </a:defRPr>
            </a:lvl9pPr>
          </a:lstStyle>
          <a:p>
            <a:pPr algn="just" eaLnBrk="1" hangingPunct="1">
              <a:buFontTx/>
              <a:buNone/>
            </a:pPr>
            <a:r>
              <a:rPr lang="en-US" altLang="ko-KR" sz="1600" dirty="0">
                <a:solidFill>
                  <a:srgbClr val="FFFFFF"/>
                </a:solidFill>
                <a:latin typeface="맑은 고딕" panose="020B0503020000020004" pitchFamily="50" charset="-127"/>
                <a:ea typeface="맑은 고딕" panose="020B0503020000020004" pitchFamily="50" charset="-127"/>
              </a:rPr>
              <a:t>1. </a:t>
            </a:r>
            <a:r>
              <a:rPr lang="ko-KR" altLang="en-US" sz="1600" dirty="0">
                <a:solidFill>
                  <a:srgbClr val="FFFFFF"/>
                </a:solidFill>
                <a:latin typeface="맑은 고딕" panose="020B0503020000020004" pitchFamily="50" charset="-127"/>
                <a:ea typeface="맑은 고딕" panose="020B0503020000020004" pitchFamily="50" charset="-127"/>
              </a:rPr>
              <a:t>기도와 전도에 힘쓰는 교회가 되도록</a:t>
            </a:r>
            <a:endParaRPr lang="en-US" altLang="ko-KR" sz="1600" dirty="0">
              <a:solidFill>
                <a:srgbClr val="FFFFFF"/>
              </a:solidFill>
              <a:latin typeface="맑은 고딕" panose="020B0503020000020004" pitchFamily="50" charset="-127"/>
              <a:ea typeface="맑은 고딕" panose="020B0503020000020004" pitchFamily="50" charset="-127"/>
            </a:endParaRPr>
          </a:p>
          <a:p>
            <a:pPr algn="just" eaLnBrk="1" hangingPunct="1">
              <a:buFontTx/>
              <a:buNone/>
            </a:pPr>
            <a:endParaRPr lang="en-US" altLang="ko-KR" sz="1600" dirty="0">
              <a:solidFill>
                <a:srgbClr val="FFFFFF"/>
              </a:solidFill>
              <a:latin typeface="맑은 고딕" panose="020B0503020000020004" pitchFamily="50" charset="-127"/>
              <a:ea typeface="맑은 고딕" panose="020B0503020000020004" pitchFamily="50" charset="-127"/>
            </a:endParaRPr>
          </a:p>
          <a:p>
            <a:pPr algn="just" eaLnBrk="1" hangingPunct="1">
              <a:buFontTx/>
              <a:buNone/>
            </a:pPr>
            <a:r>
              <a:rPr lang="en-US" altLang="ko-KR" sz="1600" dirty="0">
                <a:solidFill>
                  <a:srgbClr val="FFFFFF"/>
                </a:solidFill>
                <a:latin typeface="맑은 고딕" panose="020B0503020000020004" pitchFamily="50" charset="-127"/>
                <a:ea typeface="맑은 고딕" panose="020B0503020000020004" pitchFamily="50" charset="-127"/>
              </a:rPr>
              <a:t>2. </a:t>
            </a:r>
            <a:r>
              <a:rPr lang="ko-KR" altLang="en-US" sz="1600" dirty="0" err="1">
                <a:solidFill>
                  <a:srgbClr val="FFFFFF"/>
                </a:solidFill>
                <a:latin typeface="맑은 고딕" panose="020B0503020000020004" pitchFamily="50" charset="-127"/>
                <a:ea typeface="맑은 고딕" panose="020B0503020000020004" pitchFamily="50" charset="-127"/>
              </a:rPr>
              <a:t>선교지와</a:t>
            </a:r>
            <a:r>
              <a:rPr lang="ko-KR" altLang="en-US" sz="1600" dirty="0">
                <a:solidFill>
                  <a:srgbClr val="FFFFFF"/>
                </a:solidFill>
                <a:latin typeface="맑은 고딕" panose="020B0503020000020004" pitchFamily="50" charset="-127"/>
                <a:ea typeface="맑은 고딕" panose="020B0503020000020004" pitchFamily="50" charset="-127"/>
              </a:rPr>
              <a:t> 선교사를 위해</a:t>
            </a:r>
            <a:endParaRPr lang="en-US" altLang="ko-KR" sz="1600" dirty="0">
              <a:solidFill>
                <a:srgbClr val="FFFFFF"/>
              </a:solidFill>
              <a:latin typeface="맑은 고딕" panose="020B0503020000020004" pitchFamily="50" charset="-127"/>
              <a:ea typeface="맑은 고딕" panose="020B0503020000020004" pitchFamily="50" charset="-127"/>
            </a:endParaRPr>
          </a:p>
          <a:p>
            <a:pPr algn="just" eaLnBrk="1" hangingPunct="1">
              <a:buFontTx/>
              <a:buNone/>
            </a:pPr>
            <a:r>
              <a:rPr lang="en-US" altLang="ko-KR" sz="1600" dirty="0">
                <a:solidFill>
                  <a:srgbClr val="FFFFFF"/>
                </a:solidFill>
                <a:latin typeface="맑은 고딕" panose="020B0503020000020004" pitchFamily="50" charset="-127"/>
                <a:ea typeface="맑은 고딕" panose="020B0503020000020004" pitchFamily="50" charset="-127"/>
              </a:rPr>
              <a:t>   (</a:t>
            </a:r>
            <a:r>
              <a:rPr lang="ko-KR" altLang="en-US" sz="1600" dirty="0">
                <a:solidFill>
                  <a:srgbClr val="FFFFFF"/>
                </a:solidFill>
                <a:latin typeface="맑은 고딕" panose="020B0503020000020004" pitchFamily="50" charset="-127"/>
                <a:ea typeface="맑은 고딕" panose="020B0503020000020004" pitchFamily="50" charset="-127"/>
              </a:rPr>
              <a:t>니카라과 </a:t>
            </a:r>
            <a:r>
              <a:rPr lang="en-US" altLang="ko-KR" sz="1600" dirty="0">
                <a:solidFill>
                  <a:srgbClr val="FFFFFF"/>
                </a:solidFill>
                <a:latin typeface="맑은 고딕" panose="020B0503020000020004" pitchFamily="50" charset="-127"/>
                <a:ea typeface="맑은 고딕" panose="020B0503020000020004" pitchFamily="50" charset="-127"/>
              </a:rPr>
              <a:t>: </a:t>
            </a:r>
            <a:r>
              <a:rPr lang="ko-KR" altLang="en-US" sz="1600" dirty="0">
                <a:solidFill>
                  <a:srgbClr val="FFFFFF"/>
                </a:solidFill>
                <a:latin typeface="맑은 고딕" panose="020B0503020000020004" pitchFamily="50" charset="-127"/>
                <a:ea typeface="맑은 고딕" panose="020B0503020000020004" pitchFamily="50" charset="-127"/>
              </a:rPr>
              <a:t>김인선 선교사</a:t>
            </a:r>
            <a:r>
              <a:rPr lang="en-US" altLang="ko-KR" sz="1600" dirty="0">
                <a:solidFill>
                  <a:srgbClr val="FFFFFF"/>
                </a:solidFill>
                <a:latin typeface="맑은 고딕" panose="020B0503020000020004" pitchFamily="50" charset="-127"/>
                <a:ea typeface="맑은 고딕" panose="020B0503020000020004" pitchFamily="50" charset="-127"/>
              </a:rPr>
              <a:t> , </a:t>
            </a:r>
            <a:r>
              <a:rPr lang="ko-KR" altLang="en-US" sz="1600" dirty="0">
                <a:solidFill>
                  <a:srgbClr val="FFFFFF"/>
                </a:solidFill>
                <a:latin typeface="맑은 고딕" panose="020B0503020000020004" pitchFamily="50" charset="-127"/>
                <a:ea typeface="맑은 고딕" panose="020B0503020000020004" pitchFamily="50" charset="-127"/>
              </a:rPr>
              <a:t>볼리비아</a:t>
            </a:r>
            <a:r>
              <a:rPr lang="en-US" altLang="ko-KR" sz="1600" dirty="0">
                <a:solidFill>
                  <a:srgbClr val="FFFFFF"/>
                </a:solidFill>
                <a:latin typeface="맑은 고딕" panose="020B0503020000020004" pitchFamily="50" charset="-127"/>
                <a:ea typeface="맑은 고딕" panose="020B0503020000020004" pitchFamily="50" charset="-127"/>
              </a:rPr>
              <a:t> : </a:t>
            </a:r>
            <a:r>
              <a:rPr lang="ko-KR" altLang="en-US" sz="1600" dirty="0">
                <a:solidFill>
                  <a:srgbClr val="FFFFFF"/>
                </a:solidFill>
                <a:latin typeface="맑은 고딕" panose="020B0503020000020004" pitchFamily="50" charset="-127"/>
                <a:ea typeface="맑은 고딕" panose="020B0503020000020004" pitchFamily="50" charset="-127"/>
              </a:rPr>
              <a:t>윤도근 선교사</a:t>
            </a:r>
            <a:r>
              <a:rPr lang="en-US" altLang="ko-KR" sz="1600" dirty="0">
                <a:solidFill>
                  <a:srgbClr val="FFFFFF"/>
                </a:solidFill>
                <a:latin typeface="맑은 고딕" panose="020B0503020000020004" pitchFamily="50" charset="-127"/>
                <a:ea typeface="맑은 고딕" panose="020B0503020000020004" pitchFamily="50" charset="-127"/>
              </a:rPr>
              <a:t>, </a:t>
            </a:r>
          </a:p>
          <a:p>
            <a:pPr algn="just" eaLnBrk="1" hangingPunct="1">
              <a:buFontTx/>
              <a:buNone/>
            </a:pPr>
            <a:r>
              <a:rPr lang="en-US" altLang="ko-KR" sz="1600" dirty="0">
                <a:solidFill>
                  <a:srgbClr val="FFFFFF"/>
                </a:solidFill>
                <a:latin typeface="맑은 고딕" panose="020B0503020000020004" pitchFamily="50" charset="-127"/>
                <a:ea typeface="맑은 고딕" panose="020B0503020000020004" pitchFamily="50" charset="-127"/>
              </a:rPr>
              <a:t>    </a:t>
            </a:r>
            <a:r>
              <a:rPr lang="ko-KR" altLang="en-US" sz="1600" dirty="0">
                <a:solidFill>
                  <a:srgbClr val="FFFFFF"/>
                </a:solidFill>
                <a:latin typeface="맑은 고딕" panose="020B0503020000020004" pitchFamily="50" charset="-127"/>
                <a:ea typeface="맑은 고딕" panose="020B0503020000020004" pitchFamily="50" charset="-127"/>
              </a:rPr>
              <a:t>아프리카 </a:t>
            </a:r>
            <a:r>
              <a:rPr lang="en-US" altLang="ko-KR" sz="1600" dirty="0">
                <a:solidFill>
                  <a:srgbClr val="FFFFFF"/>
                </a:solidFill>
                <a:latin typeface="맑은 고딕" panose="020B0503020000020004" pitchFamily="50" charset="-127"/>
                <a:ea typeface="맑은 고딕" panose="020B0503020000020004" pitchFamily="50" charset="-127"/>
              </a:rPr>
              <a:t>: </a:t>
            </a:r>
            <a:r>
              <a:rPr lang="ko-KR" altLang="en-US" sz="1600" dirty="0">
                <a:solidFill>
                  <a:srgbClr val="FFFFFF"/>
                </a:solidFill>
                <a:latin typeface="맑은 고딕" panose="020B0503020000020004" pitchFamily="50" charset="-127"/>
                <a:ea typeface="맑은 고딕" panose="020B0503020000020004" pitchFamily="50" charset="-127"/>
              </a:rPr>
              <a:t>백성철 선교사</a:t>
            </a:r>
            <a:r>
              <a:rPr lang="en-US" altLang="ko-KR" sz="1600" dirty="0">
                <a:solidFill>
                  <a:srgbClr val="FFFFFF"/>
                </a:solidFill>
                <a:latin typeface="맑은 고딕" panose="020B0503020000020004" pitchFamily="50" charset="-127"/>
                <a:ea typeface="맑은 고딕" panose="020B0503020000020004" pitchFamily="50" charset="-127"/>
              </a:rPr>
              <a:t>)</a:t>
            </a:r>
          </a:p>
          <a:p>
            <a:pPr algn="just" eaLnBrk="1" hangingPunct="1">
              <a:buFontTx/>
              <a:buNone/>
            </a:pPr>
            <a:endParaRPr lang="en-US" altLang="ko-KR" sz="1600" dirty="0">
              <a:solidFill>
                <a:srgbClr val="FFFFFF"/>
              </a:solidFill>
              <a:latin typeface="맑은 고딕" panose="020B0503020000020004" pitchFamily="50" charset="-127"/>
              <a:ea typeface="맑은 고딕" panose="020B0503020000020004" pitchFamily="50" charset="-127"/>
            </a:endParaRPr>
          </a:p>
          <a:p>
            <a:pPr algn="just" eaLnBrk="1" hangingPunct="1">
              <a:buFontTx/>
              <a:buNone/>
            </a:pPr>
            <a:r>
              <a:rPr lang="en-US" altLang="ko-KR" sz="1600" dirty="0">
                <a:solidFill>
                  <a:srgbClr val="FFFFFF"/>
                </a:solidFill>
                <a:latin typeface="맑은 고딕" panose="020B0503020000020004" pitchFamily="50" charset="-127"/>
                <a:ea typeface="맑은 고딕" panose="020B0503020000020004" pitchFamily="50" charset="-127"/>
              </a:rPr>
              <a:t>3. </a:t>
            </a:r>
            <a:r>
              <a:rPr lang="ko-KR" altLang="en-US" sz="1600" dirty="0">
                <a:solidFill>
                  <a:srgbClr val="FFFFFF"/>
                </a:solidFill>
                <a:latin typeface="맑은 고딕" panose="020B0503020000020004" pitchFamily="50" charset="-127"/>
                <a:ea typeface="맑은 고딕" panose="020B0503020000020004" pitchFamily="50" charset="-127"/>
              </a:rPr>
              <a:t>담임목사님 및 </a:t>
            </a:r>
            <a:r>
              <a:rPr lang="ko-KR" altLang="en-US" sz="1600" dirty="0" err="1">
                <a:solidFill>
                  <a:srgbClr val="FFFFFF"/>
                </a:solidFill>
                <a:latin typeface="맑은 고딕" panose="020B0503020000020004" pitchFamily="50" charset="-127"/>
                <a:ea typeface="맑은 고딕" panose="020B0503020000020004" pitchFamily="50" charset="-127"/>
              </a:rPr>
              <a:t>소그룹</a:t>
            </a:r>
            <a:r>
              <a:rPr lang="ko-KR" altLang="en-US" sz="1600" dirty="0">
                <a:solidFill>
                  <a:srgbClr val="FFFFFF"/>
                </a:solidFill>
                <a:latin typeface="맑은 고딕" panose="020B0503020000020004" pitchFamily="50" charset="-127"/>
                <a:ea typeface="맑은 고딕" panose="020B0503020000020004" pitchFamily="50" charset="-127"/>
              </a:rPr>
              <a:t> 리더들의 영성을 위해</a:t>
            </a:r>
            <a:r>
              <a:rPr lang="en-US" altLang="ko-KR" sz="1600" dirty="0">
                <a:solidFill>
                  <a:srgbClr val="FFFFFF"/>
                </a:solidFill>
                <a:latin typeface="맑은 고딕" panose="020B0503020000020004" pitchFamily="50" charset="-127"/>
                <a:ea typeface="맑은 고딕" panose="020B0503020000020004" pitchFamily="50" charset="-127"/>
              </a:rPr>
              <a:t> </a:t>
            </a:r>
          </a:p>
          <a:p>
            <a:pPr algn="just" eaLnBrk="1" hangingPunct="1">
              <a:buFontTx/>
              <a:buNone/>
            </a:pPr>
            <a:r>
              <a:rPr lang="en-US" altLang="ko-KR" sz="1600" dirty="0">
                <a:solidFill>
                  <a:srgbClr val="FFFFFF"/>
                </a:solidFill>
                <a:latin typeface="맑은 고딕" panose="020B0503020000020004" pitchFamily="50" charset="-127"/>
                <a:ea typeface="맑은 고딕" panose="020B0503020000020004" pitchFamily="50" charset="-127"/>
              </a:rPr>
              <a:t>    (</a:t>
            </a:r>
            <a:r>
              <a:rPr lang="ko-KR" altLang="en-US" sz="1600" dirty="0">
                <a:solidFill>
                  <a:srgbClr val="FFFFFF"/>
                </a:solidFill>
                <a:latin typeface="맑은 고딕" panose="020B0503020000020004" pitchFamily="50" charset="-127"/>
                <a:ea typeface="맑은 고딕" panose="020B0503020000020004" pitchFamily="50" charset="-127"/>
              </a:rPr>
              <a:t>우리</a:t>
            </a:r>
            <a:r>
              <a:rPr lang="en-US" altLang="ko-KR" sz="1600" dirty="0">
                <a:solidFill>
                  <a:srgbClr val="FFFFFF"/>
                </a:solidFill>
                <a:latin typeface="맑은 고딕" panose="020B0503020000020004" pitchFamily="50" charset="-127"/>
                <a:ea typeface="맑은 고딕" panose="020B0503020000020004" pitchFamily="50" charset="-127"/>
              </a:rPr>
              <a:t>, </a:t>
            </a:r>
            <a:r>
              <a:rPr lang="ko-KR" altLang="en-US" sz="1600" dirty="0">
                <a:solidFill>
                  <a:srgbClr val="FFFFFF"/>
                </a:solidFill>
                <a:latin typeface="맑은 고딕" panose="020B0503020000020004" pitchFamily="50" charset="-127"/>
                <a:ea typeface="맑은 고딕" panose="020B0503020000020004" pitchFamily="50" charset="-127"/>
              </a:rPr>
              <a:t>비전</a:t>
            </a:r>
            <a:r>
              <a:rPr lang="en-US" altLang="ko-KR" sz="1600" dirty="0">
                <a:solidFill>
                  <a:srgbClr val="FFFFFF"/>
                </a:solidFill>
                <a:latin typeface="맑은 고딕" panose="020B0503020000020004" pitchFamily="50" charset="-127"/>
                <a:ea typeface="맑은 고딕" panose="020B0503020000020004" pitchFamily="50" charset="-127"/>
              </a:rPr>
              <a:t>, </a:t>
            </a:r>
            <a:r>
              <a:rPr lang="ko-KR" altLang="en-US" sz="1600" dirty="0">
                <a:solidFill>
                  <a:srgbClr val="FFFFFF"/>
                </a:solidFill>
                <a:latin typeface="맑은 고딕" panose="020B0503020000020004" pitchFamily="50" charset="-127"/>
                <a:ea typeface="맑은 고딕" panose="020B0503020000020004" pitchFamily="50" charset="-127"/>
              </a:rPr>
              <a:t>사랑</a:t>
            </a:r>
            <a:r>
              <a:rPr lang="en-US" altLang="ko-KR" sz="1600" dirty="0">
                <a:solidFill>
                  <a:srgbClr val="FFFFFF"/>
                </a:solidFill>
                <a:latin typeface="맑은 고딕" panose="020B0503020000020004" pitchFamily="50" charset="-127"/>
                <a:ea typeface="맑은 고딕" panose="020B0503020000020004" pitchFamily="50" charset="-127"/>
              </a:rPr>
              <a:t>, </a:t>
            </a:r>
            <a:r>
              <a:rPr lang="ko-KR" altLang="en-US" sz="1600" dirty="0">
                <a:solidFill>
                  <a:srgbClr val="FFFFFF"/>
                </a:solidFill>
                <a:latin typeface="맑은 고딕" panose="020B0503020000020004" pitchFamily="50" charset="-127"/>
                <a:ea typeface="맑은 고딕" panose="020B0503020000020004" pitchFamily="50" charset="-127"/>
              </a:rPr>
              <a:t>행복</a:t>
            </a:r>
            <a:r>
              <a:rPr lang="en-US" altLang="ko-KR" sz="1600" dirty="0">
                <a:solidFill>
                  <a:srgbClr val="FFFFFF"/>
                </a:solidFill>
                <a:latin typeface="맑은 고딕" panose="020B0503020000020004" pitchFamily="50" charset="-127"/>
                <a:ea typeface="맑은 고딕" panose="020B0503020000020004" pitchFamily="50" charset="-127"/>
              </a:rPr>
              <a:t>, </a:t>
            </a:r>
            <a:r>
              <a:rPr lang="ko-KR" altLang="en-US" sz="1600" dirty="0">
                <a:solidFill>
                  <a:srgbClr val="FFFFFF"/>
                </a:solidFill>
                <a:latin typeface="맑은 고딕" panose="020B0503020000020004" pitchFamily="50" charset="-127"/>
                <a:ea typeface="맑은 고딕" panose="020B0503020000020004" pitchFamily="50" charset="-127"/>
              </a:rPr>
              <a:t>믿음</a:t>
            </a:r>
            <a:r>
              <a:rPr lang="en-US" altLang="ko-KR" sz="1600" dirty="0">
                <a:solidFill>
                  <a:srgbClr val="FFFFFF"/>
                </a:solidFill>
                <a:latin typeface="맑은 고딕" panose="020B0503020000020004" pitchFamily="50" charset="-127"/>
                <a:ea typeface="맑은 고딕" panose="020B0503020000020004" pitchFamily="50" charset="-127"/>
              </a:rPr>
              <a:t>)</a:t>
            </a:r>
          </a:p>
          <a:p>
            <a:pPr algn="just" eaLnBrk="1" hangingPunct="1">
              <a:buFontTx/>
              <a:buNone/>
            </a:pPr>
            <a:endParaRPr lang="en-US" altLang="ko-KR" sz="1600" dirty="0">
              <a:solidFill>
                <a:srgbClr val="FFFFFF"/>
              </a:solidFill>
              <a:latin typeface="맑은 고딕" panose="020B0503020000020004" pitchFamily="50" charset="-127"/>
              <a:ea typeface="맑은 고딕" panose="020B0503020000020004" pitchFamily="50" charset="-127"/>
            </a:endParaRPr>
          </a:p>
          <a:p>
            <a:pPr algn="just" eaLnBrk="1" hangingPunct="1">
              <a:buFontTx/>
              <a:buNone/>
            </a:pPr>
            <a:r>
              <a:rPr lang="en-US" altLang="ko-KR" sz="1600" dirty="0">
                <a:solidFill>
                  <a:srgbClr val="FFFFFF"/>
                </a:solidFill>
                <a:latin typeface="맑은 고딕" panose="020B0503020000020004" pitchFamily="50" charset="-127"/>
                <a:ea typeface="맑은 고딕" panose="020B0503020000020004" pitchFamily="50" charset="-127"/>
              </a:rPr>
              <a:t>4. </a:t>
            </a:r>
            <a:r>
              <a:rPr lang="ko-KR" altLang="en-US" sz="1600" dirty="0">
                <a:solidFill>
                  <a:srgbClr val="FFFFFF"/>
                </a:solidFill>
                <a:latin typeface="맑은 고딕" panose="020B0503020000020004" pitchFamily="50" charset="-127"/>
                <a:ea typeface="맑은 고딕" panose="020B0503020000020004" pitchFamily="50" charset="-127"/>
              </a:rPr>
              <a:t>지역을 넓혀가는 교회가 되도록</a:t>
            </a:r>
            <a:endParaRPr lang="en-US" altLang="ko-KR" sz="1600" dirty="0">
              <a:solidFill>
                <a:srgbClr val="FFFFFF"/>
              </a:solidFill>
              <a:latin typeface="맑은 고딕" panose="020B0503020000020004" pitchFamily="50" charset="-127"/>
              <a:ea typeface="맑은 고딕" panose="020B0503020000020004" pitchFamily="50" charset="-127"/>
            </a:endParaRPr>
          </a:p>
        </p:txBody>
      </p:sp>
      <p:pic>
        <p:nvPicPr>
          <p:cNvPr id="7" name="그림 6" descr="corner.png"/>
          <p:cNvPicPr>
            <a:picLocks noChangeAspect="1"/>
          </p:cNvPicPr>
          <p:nvPr/>
        </p:nvPicPr>
        <p:blipFill>
          <a:blip r:embed="rId4" cstate="print">
            <a:lum bright="30000"/>
          </a:blip>
          <a:stretch>
            <a:fillRect/>
          </a:stretch>
        </p:blipFill>
        <p:spPr>
          <a:xfrm>
            <a:off x="304823" y="285751"/>
            <a:ext cx="1066799" cy="1200648"/>
          </a:xfrm>
          <a:prstGeom prst="rect">
            <a:avLst/>
          </a:prstGeom>
        </p:spPr>
      </p:pic>
      <p:pic>
        <p:nvPicPr>
          <p:cNvPr id="8" name="그림 7" descr="corner.png"/>
          <p:cNvPicPr>
            <a:picLocks noChangeAspect="1"/>
          </p:cNvPicPr>
          <p:nvPr/>
        </p:nvPicPr>
        <p:blipFill>
          <a:blip r:embed="rId4" cstate="print">
            <a:lum bright="30000"/>
          </a:blip>
          <a:stretch>
            <a:fillRect/>
          </a:stretch>
        </p:blipFill>
        <p:spPr>
          <a:xfrm rot="10800000">
            <a:off x="7848602" y="3638550"/>
            <a:ext cx="1066799" cy="1200648"/>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1242AA5C-6105-7D46-8770-03F013E36AFB}"/>
            </a:ext>
          </a:extLst>
        </p:cNvPr>
        <p:cNvGrpSpPr/>
        <p:nvPr/>
      </p:nvGrpSpPr>
      <p:grpSpPr>
        <a:xfrm>
          <a:off x="0" y="0"/>
          <a:ext cx="0" cy="0"/>
          <a:chOff x="0" y="0"/>
          <a:chExt cx="0" cy="0"/>
        </a:xfrm>
      </p:grpSpPr>
      <p:sp>
        <p:nvSpPr>
          <p:cNvPr id="7" name="대각선 방향의 모서리가 둥근 사각형 6">
            <a:extLst>
              <a:ext uri="{FF2B5EF4-FFF2-40B4-BE49-F238E27FC236}">
                <a16:creationId xmlns:a16="http://schemas.microsoft.com/office/drawing/2014/main" id="{4213247D-98AF-C970-CFFE-4E609913E7EC}"/>
              </a:ext>
            </a:extLst>
          </p:cNvPr>
          <p:cNvSpPr>
            <a:spLocks noChangeAspect="1"/>
          </p:cNvSpPr>
          <p:nvPr/>
        </p:nvSpPr>
        <p:spPr bwMode="auto">
          <a:xfrm>
            <a:off x="1371600" y="971550"/>
            <a:ext cx="6477000" cy="3429000"/>
          </a:xfrm>
          <a:prstGeom prst="round2DiagRect">
            <a:avLst/>
          </a:prstGeom>
          <a:solidFill>
            <a:srgbClr val="0C0C32">
              <a:alpha val="20000"/>
            </a:srgbClr>
          </a:solidFill>
          <a:ln w="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24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endParaRPr>
          </a:p>
        </p:txBody>
      </p:sp>
      <p:sp>
        <p:nvSpPr>
          <p:cNvPr id="9" name="TextBox 8">
            <a:extLst>
              <a:ext uri="{FF2B5EF4-FFF2-40B4-BE49-F238E27FC236}">
                <a16:creationId xmlns:a16="http://schemas.microsoft.com/office/drawing/2014/main" id="{81E22BD2-1200-0E48-62F2-46288D8324A3}"/>
              </a:ext>
            </a:extLst>
          </p:cNvPr>
          <p:cNvSpPr txBox="1"/>
          <p:nvPr/>
        </p:nvSpPr>
        <p:spPr>
          <a:xfrm>
            <a:off x="1371600" y="1556087"/>
            <a:ext cx="6477000" cy="1015663"/>
          </a:xfrm>
          <a:prstGeom prst="rect">
            <a:avLst/>
          </a:prstGeom>
          <a:noFill/>
          <a:effectLst>
            <a:outerShdw blurRad="50800" dist="38100" dir="2700000" algn="tl" rotWithShape="0">
              <a:prstClr val="black">
                <a:alpha val="40000"/>
              </a:prstClr>
            </a:outerShdw>
          </a:effectLst>
        </p:spPr>
        <p:txBody>
          <a:bodyPr wrap="square" rtlCol="0">
            <a:sp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ko-KR" altLang="en-US" sz="6000" b="1" i="0" u="none" strike="noStrike" kern="1200" cap="none" spc="0" normalizeH="0" baseline="0" noProof="0" dirty="0">
                <a:ln>
                  <a:noFill/>
                </a:ln>
                <a:solidFill>
                  <a:srgbClr val="00194C"/>
                </a:solidFill>
                <a:effectLst/>
                <a:uLnTx/>
                <a:uFillTx/>
                <a:latin typeface="Malgun Gothic" panose="020B0503020000020004" pitchFamily="50" charset="-127"/>
                <a:ea typeface="맑은 고딕" panose="020B0503020000020004" pitchFamily="50" charset="-127"/>
              </a:rPr>
              <a:t>찬   송   가</a:t>
            </a:r>
          </a:p>
        </p:txBody>
      </p:sp>
      <p:sp>
        <p:nvSpPr>
          <p:cNvPr id="10" name="TextBox 9">
            <a:extLst>
              <a:ext uri="{FF2B5EF4-FFF2-40B4-BE49-F238E27FC236}">
                <a16:creationId xmlns:a16="http://schemas.microsoft.com/office/drawing/2014/main" id="{F189F879-1F52-13E3-2A04-A9D02189081D}"/>
              </a:ext>
            </a:extLst>
          </p:cNvPr>
          <p:cNvSpPr txBox="1"/>
          <p:nvPr/>
        </p:nvSpPr>
        <p:spPr>
          <a:xfrm>
            <a:off x="1371600" y="3171980"/>
            <a:ext cx="6477000" cy="707886"/>
          </a:xfrm>
          <a:prstGeom prst="rect">
            <a:avLst/>
          </a:prstGeom>
          <a:noFill/>
          <a:effectLst>
            <a:outerShdw blurRad="50800" dist="38100" dir="2700000" algn="tl" rotWithShape="0">
              <a:prstClr val="black">
                <a:alpha val="40000"/>
              </a:prstClr>
            </a:outerShdw>
          </a:effectLst>
        </p:spPr>
        <p:txBody>
          <a:bodyPr wrap="square" rtlCol="0">
            <a:sp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4000" b="1" i="0" u="none" strike="noStrike" kern="1200" cap="none" spc="0" normalizeH="0" baseline="0" noProof="0" dirty="0">
                <a:ln>
                  <a:noFill/>
                </a:ln>
                <a:solidFill>
                  <a:srgbClr val="002060"/>
                </a:solidFill>
                <a:effectLst/>
                <a:uLnTx/>
                <a:uFillTx/>
                <a:latin typeface="Malgun Gothic" panose="020B0503020000020004" pitchFamily="50" charset="-127"/>
                <a:ea typeface="맑은 고딕" panose="020B0503020000020004" pitchFamily="50" charset="-127"/>
              </a:rPr>
              <a:t>{{HYMN2}}</a:t>
            </a:r>
            <a:endParaRPr kumimoji="1" lang="ko-KR" altLang="en-US" sz="4000" b="1" i="0" u="none" strike="noStrike" kern="1200" cap="none" spc="0" normalizeH="0" baseline="0" noProof="0" dirty="0">
              <a:ln>
                <a:noFill/>
              </a:ln>
              <a:solidFill>
                <a:srgbClr val="002060"/>
              </a:solidFill>
              <a:effectLst/>
              <a:uLnTx/>
              <a:uFillTx/>
              <a:latin typeface="Malgun Gothic" panose="020B0503020000020004" pitchFamily="50" charset="-127"/>
              <a:ea typeface="맑은 고딕" panose="020B0503020000020004" pitchFamily="50" charset="-127"/>
            </a:endParaRPr>
          </a:p>
        </p:txBody>
      </p:sp>
      <p:sp>
        <p:nvSpPr>
          <p:cNvPr id="2" name="TextBox 1">
            <a:extLst>
              <a:ext uri="{FF2B5EF4-FFF2-40B4-BE49-F238E27FC236}">
                <a16:creationId xmlns:a16="http://schemas.microsoft.com/office/drawing/2014/main" id="{D533A0AE-00F3-70C4-3020-13D156726F25}"/>
              </a:ext>
            </a:extLst>
          </p:cNvPr>
          <p:cNvSpPr txBox="1"/>
          <p:nvPr/>
        </p:nvSpPr>
        <p:spPr>
          <a:xfrm>
            <a:off x="3200400" y="2645683"/>
            <a:ext cx="3180645" cy="400110"/>
          </a:xfrm>
          <a:prstGeom prst="rect">
            <a:avLst/>
          </a:prstGeom>
          <a:noFill/>
          <a:effectLst>
            <a:outerShdw blurRad="50800" dist="38100" dir="2700000" algn="tl" rotWithShape="0">
              <a:prstClr val="black">
                <a:alpha val="40000"/>
              </a:prstClr>
            </a:outerShdw>
          </a:effectLst>
        </p:spPr>
        <p:txBody>
          <a:bodyPr wrap="square">
            <a:sp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2000" b="0" i="0" u="none" strike="noStrike" kern="1200" cap="none" spc="0" normalizeH="0" baseline="0" noProof="0" dirty="0">
                <a:ln>
                  <a:noFill/>
                </a:ln>
                <a:solidFill>
                  <a:srgbClr val="0C0C32"/>
                </a:solidFill>
                <a:effectLst/>
                <a:uLnTx/>
                <a:uFillTx/>
                <a:latin typeface="Malgun Gothic" panose="020B0503020000020004" pitchFamily="50" charset="-127"/>
                <a:ea typeface="맑은 고딕" panose="020B0503020000020004" pitchFamily="50" charset="-127"/>
              </a:rPr>
              <a:t>WORSHIP HYMN</a:t>
            </a:r>
            <a:endParaRPr kumimoji="1" lang="ko-KR" altLang="en-US" sz="2000" b="0" i="0" u="none" strike="noStrike" kern="1200" cap="none" spc="0" normalizeH="0" baseline="0" noProof="0" dirty="0">
              <a:ln>
                <a:noFill/>
              </a:ln>
              <a:solidFill>
                <a:srgbClr val="0C0C32"/>
              </a:solidFill>
              <a:effectLst/>
              <a:uLnTx/>
              <a:uFillTx/>
              <a:latin typeface="Malgun Gothic" panose="020B0503020000020004" pitchFamily="50" charset="-127"/>
              <a:ea typeface="맑은 고딕" panose="020B0503020000020004" pitchFamily="50" charset="-127"/>
              <a:cs typeface="+mn-cs"/>
            </a:endParaRPr>
          </a:p>
        </p:txBody>
      </p:sp>
    </p:spTree>
    <p:extLst>
      <p:ext uri="{BB962C8B-B14F-4D97-AF65-F5344CB8AC3E}">
        <p14:creationId xmlns:p14="http://schemas.microsoft.com/office/powerpoint/2010/main" val="8906743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bg>
      <p:bgPr>
        <a:blipFill dpi="0" rotWithShape="0">
          <a:blip r:embed="rId3">
            <a:alphaModFix amt="60000"/>
            <a:lum/>
          </a:blip>
          <a:srcRect/>
          <a:stretch>
            <a:fillRect t="-5000"/>
          </a:stretch>
        </a:blipFill>
        <a:effectLst/>
      </p:bgPr>
    </p:bg>
    <p:spTree>
      <p:nvGrpSpPr>
        <p:cNvPr id="1" name=""/>
        <p:cNvGrpSpPr/>
        <p:nvPr/>
      </p:nvGrpSpPr>
      <p:grpSpPr>
        <a:xfrm>
          <a:off x="0" y="0"/>
          <a:ext cx="0" cy="0"/>
          <a:chOff x="0" y="0"/>
          <a:chExt cx="0" cy="0"/>
        </a:xfrm>
      </p:grpSpPr>
      <p:sp>
        <p:nvSpPr>
          <p:cNvPr id="5" name="대각선 방향의 모서리가 둥근 사각형 4"/>
          <p:cNvSpPr>
            <a:spLocks noChangeAspect="1"/>
          </p:cNvSpPr>
          <p:nvPr/>
        </p:nvSpPr>
        <p:spPr bwMode="auto">
          <a:xfrm>
            <a:off x="1371600" y="971550"/>
            <a:ext cx="6477000" cy="3429000"/>
          </a:xfrm>
          <a:prstGeom prst="round2DiagRect">
            <a:avLst/>
          </a:prstGeom>
          <a:solidFill>
            <a:schemeClr val="tx1">
              <a:alpha val="65000"/>
            </a:schemeClr>
          </a:solidFill>
          <a:ln w="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24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endParaRPr>
          </a:p>
        </p:txBody>
      </p:sp>
      <p:sp>
        <p:nvSpPr>
          <p:cNvPr id="6" name="TextBox 5"/>
          <p:cNvSpPr txBox="1"/>
          <p:nvPr/>
        </p:nvSpPr>
        <p:spPr>
          <a:xfrm>
            <a:off x="1371600" y="1524043"/>
            <a:ext cx="6477000" cy="1107996"/>
          </a:xfrm>
          <a:prstGeom prst="rect">
            <a:avLst/>
          </a:prstGeom>
          <a:noFill/>
          <a:effectLst>
            <a:outerShdw blurRad="50800" dist="38100" dir="2700000" algn="tl" rotWithShape="0">
              <a:prstClr val="black">
                <a:alpha val="40000"/>
              </a:prstClr>
            </a:outerShdw>
          </a:effectLst>
        </p:spPr>
        <p:txBody>
          <a:bodyPr wrap="square" rtlCol="0">
            <a:sp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ko-KR" altLang="en-US" sz="6600" b="1" i="0" u="none" strike="noStrike" kern="1200" cap="none" spc="0" normalizeH="0" baseline="0" noProof="0" dirty="0">
                <a:ln>
                  <a:noFill/>
                </a:ln>
                <a:solidFill>
                  <a:srgbClr val="FFFFFF">
                    <a:lumMod val="85000"/>
                  </a:srgbClr>
                </a:solidFill>
                <a:effectLst/>
                <a:uLnTx/>
                <a:uFillTx/>
                <a:latin typeface="Malgun Gothic" panose="020B0503020000020004" pitchFamily="50" charset="-127"/>
                <a:ea typeface="맑은 고딕" panose="020B0503020000020004" pitchFamily="50" charset="-127"/>
              </a:rPr>
              <a:t>축   도</a:t>
            </a:r>
            <a:endParaRPr kumimoji="1" lang="ko-KR" altLang="en-US" sz="6600" b="1"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endParaRPr>
          </a:p>
        </p:txBody>
      </p:sp>
      <p:sp>
        <p:nvSpPr>
          <p:cNvPr id="7" name="TextBox 6"/>
          <p:cNvSpPr txBox="1"/>
          <p:nvPr/>
        </p:nvSpPr>
        <p:spPr>
          <a:xfrm>
            <a:off x="1371600" y="3184531"/>
            <a:ext cx="6477000" cy="523220"/>
          </a:xfrm>
          <a:prstGeom prst="rect">
            <a:avLst/>
          </a:prstGeom>
          <a:noFill/>
          <a:effectLst>
            <a:outerShdw blurRad="50800" dist="38100" dir="2700000" algn="tl" rotWithShape="0">
              <a:prstClr val="black">
                <a:alpha val="40000"/>
              </a:prstClr>
            </a:outerShdw>
          </a:effectLst>
        </p:spPr>
        <p:txBody>
          <a:bodyPr wrap="square" rtlCol="0">
            <a:sp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2800" b="0" i="0" u="none" strike="noStrike" kern="1200" cap="none" spc="0" normalizeH="0" baseline="0" noProof="0" dirty="0">
                <a:ln>
                  <a:noFill/>
                </a:ln>
                <a:solidFill>
                  <a:srgbClr val="FFFFFF">
                    <a:lumMod val="95000"/>
                  </a:srgbClr>
                </a:solidFill>
                <a:effectLst/>
                <a:uLnTx/>
                <a:uFillTx/>
                <a:latin typeface="Malgun Gothic" panose="020B0503020000020004" pitchFamily="50" charset="-127"/>
                <a:ea typeface="맑은 고딕" panose="020B0503020000020004" pitchFamily="50" charset="-127"/>
              </a:rPr>
              <a:t>{{BENEDICTION}}</a:t>
            </a:r>
            <a:endParaRPr kumimoji="1" lang="ko-KR" altLang="en-US" sz="2800" b="0" i="0" u="none" strike="noStrike" kern="1200" cap="none" spc="0" normalizeH="0" baseline="0" noProof="0" dirty="0">
              <a:ln>
                <a:noFill/>
              </a:ln>
              <a:solidFill>
                <a:srgbClr val="FFFFFF">
                  <a:lumMod val="95000"/>
                </a:srgbClr>
              </a:solidFill>
              <a:effectLst/>
              <a:uLnTx/>
              <a:uFillTx/>
              <a:latin typeface="Malgun Gothic" panose="020B0503020000020004" pitchFamily="50" charset="-127"/>
              <a:ea typeface="맑은 고딕" panose="020B0503020000020004" pitchFamily="50" charset="-127"/>
            </a:endParaRPr>
          </a:p>
        </p:txBody>
      </p:sp>
      <p:sp>
        <p:nvSpPr>
          <p:cNvPr id="2" name="TextBox 1">
            <a:extLst>
              <a:ext uri="{FF2B5EF4-FFF2-40B4-BE49-F238E27FC236}">
                <a16:creationId xmlns:a16="http://schemas.microsoft.com/office/drawing/2014/main" id="{955EB14B-265C-F803-F4AC-A8478FBBAEA5}"/>
              </a:ext>
            </a:extLst>
          </p:cNvPr>
          <p:cNvSpPr txBox="1"/>
          <p:nvPr/>
        </p:nvSpPr>
        <p:spPr>
          <a:xfrm>
            <a:off x="3019777" y="2632039"/>
            <a:ext cx="3180645" cy="400110"/>
          </a:xfrm>
          <a:prstGeom prst="rect">
            <a:avLst/>
          </a:prstGeom>
          <a:noFill/>
          <a:effectLst>
            <a:outerShdw blurRad="50800" dist="38100" dir="2700000" algn="tl" rotWithShape="0">
              <a:prstClr val="black">
                <a:alpha val="40000"/>
              </a:prstClr>
            </a:outerShdw>
          </a:effectLst>
        </p:spPr>
        <p:txBody>
          <a:bodyPr wrap="square">
            <a:sp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2000" b="1" i="0" u="none" strike="noStrike" kern="1200" cap="none" spc="0" normalizeH="0" baseline="0" noProof="0" dirty="0">
                <a:ln>
                  <a:noFill/>
                </a:ln>
                <a:solidFill>
                  <a:srgbClr val="FFFFFF"/>
                </a:solidFill>
                <a:effectLst/>
                <a:uLnTx/>
                <a:uFillTx/>
                <a:latin typeface="Malgun Gothic" panose="020B0503020000020004" pitchFamily="50" charset="-127"/>
                <a:ea typeface="맑은 고딕" panose="020B0503020000020004" pitchFamily="50" charset="-127"/>
              </a:rPr>
              <a:t>BENEDICTION</a:t>
            </a:r>
            <a:endParaRPr kumimoji="1" lang="ko-KR" altLang="en-US" sz="2000" b="1" i="0" u="none" strike="noStrike" kern="1200" cap="none" spc="0" normalizeH="0" baseline="0" noProof="0" dirty="0">
              <a:ln>
                <a:noFill/>
              </a:ln>
              <a:solidFill>
                <a:srgbClr val="FFFFFF"/>
              </a:solidFill>
              <a:effectLst/>
              <a:uLnTx/>
              <a:uFillTx/>
              <a:latin typeface="Malgun Gothic" panose="020B0503020000020004" pitchFamily="50" charset="-127"/>
              <a:ea typeface="맑은 고딕" panose="020B0503020000020004" pitchFamily="50" charset="-127"/>
              <a:cs typeface="+mn-cs"/>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E53BFBA-55A6-60D0-010B-E897F595CEDD}"/>
            </a:ext>
          </a:extLst>
        </p:cNvPr>
        <p:cNvGrpSpPr/>
        <p:nvPr/>
      </p:nvGrpSpPr>
      <p:grpSpPr>
        <a:xfrm>
          <a:off x="0" y="0"/>
          <a:ext cx="0" cy="0"/>
          <a:chOff x="0" y="0"/>
          <a:chExt cx="0" cy="0"/>
        </a:xfrm>
      </p:grpSpPr>
      <p:sp>
        <p:nvSpPr>
          <p:cNvPr id="3075" name="Text Box 3">
            <a:extLst>
              <a:ext uri="{FF2B5EF4-FFF2-40B4-BE49-F238E27FC236}">
                <a16:creationId xmlns:a16="http://schemas.microsoft.com/office/drawing/2014/main" id="{97DA5F2C-5081-5C5C-E5FF-77509D9A1F34}"/>
              </a:ext>
            </a:extLst>
          </p:cNvPr>
          <p:cNvSpPr txBox="1">
            <a:spLocks noChangeArrowheads="1"/>
          </p:cNvSpPr>
          <p:nvPr/>
        </p:nvSpPr>
        <p:spPr bwMode="auto">
          <a:xfrm>
            <a:off x="307975" y="371147"/>
            <a:ext cx="8528050" cy="4401205"/>
          </a:xfrm>
          <a:prstGeom prst="rect">
            <a:avLst/>
          </a:prstGeom>
          <a:noFill/>
          <a:ln w="9525">
            <a:noFill/>
            <a:miter lim="800000"/>
            <a:headEnd/>
            <a:tailEnd/>
          </a:ln>
          <a:effectLst/>
        </p:spPr>
        <p:txBody>
          <a:bodyPr wrap="square">
            <a:sp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0" lang="ko-KR" altLang="en-US" sz="4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cs typeface="HY목각파임B"/>
              </a:rPr>
              <a:t>우리가 한 맘으로</a:t>
            </a:r>
            <a:endParaRPr kumimoji="0" lang="en-US" altLang="ko-KR" sz="4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cs typeface="HY목각파임B"/>
            </a:endParaRPr>
          </a:p>
          <a:p>
            <a:pPr marL="0" marR="0" lvl="0" indent="0" algn="ctr" defTabSz="914400" rtl="0" eaLnBrk="1" fontAlgn="base" latinLnBrk="1" hangingPunct="1">
              <a:lnSpc>
                <a:spcPct val="100000"/>
              </a:lnSpc>
              <a:spcBef>
                <a:spcPct val="0"/>
              </a:spcBef>
              <a:spcAft>
                <a:spcPct val="0"/>
              </a:spcAft>
              <a:buClrTx/>
              <a:buSzTx/>
              <a:buFontTx/>
              <a:buNone/>
              <a:tabLst/>
              <a:defRPr/>
            </a:pPr>
            <a:endParaRPr kumimoji="0" lang="ko-KR" altLang="en-US" sz="4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cs typeface="HY목각파임B"/>
            </a:endParaRPr>
          </a:p>
          <a:p>
            <a:pPr marL="0" marR="0" lvl="0" indent="0" algn="ctr" defTabSz="914400" rtl="0" eaLnBrk="1" fontAlgn="base" latinLnBrk="1" hangingPunct="1">
              <a:lnSpc>
                <a:spcPct val="100000"/>
              </a:lnSpc>
              <a:spcBef>
                <a:spcPct val="0"/>
              </a:spcBef>
              <a:spcAft>
                <a:spcPct val="0"/>
              </a:spcAft>
              <a:buClrTx/>
              <a:buSzTx/>
              <a:buFontTx/>
              <a:buNone/>
              <a:tabLst/>
              <a:defRPr/>
            </a:pPr>
            <a:r>
              <a:rPr kumimoji="0" lang="ko-KR" altLang="en-US" sz="4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cs typeface="HY목각파임B"/>
              </a:rPr>
              <a:t>주님 안에 하나 되어</a:t>
            </a:r>
          </a:p>
          <a:p>
            <a:pPr marL="0" marR="0" lvl="0" indent="0" algn="ctr" defTabSz="914400" rtl="0" eaLnBrk="1" fontAlgn="base" latinLnBrk="1" hangingPunct="1">
              <a:lnSpc>
                <a:spcPct val="100000"/>
              </a:lnSpc>
              <a:spcBef>
                <a:spcPct val="0"/>
              </a:spcBef>
              <a:spcAft>
                <a:spcPct val="0"/>
              </a:spcAft>
              <a:buClrTx/>
              <a:buSzTx/>
              <a:buFontTx/>
              <a:buNone/>
              <a:tabLst/>
              <a:defRPr/>
            </a:pPr>
            <a:endParaRPr kumimoji="0" lang="en-US" altLang="ko-KR" sz="4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cs typeface="HY목각파임B"/>
            </a:endParaRPr>
          </a:p>
          <a:p>
            <a:pPr marL="0" marR="0" lvl="0" indent="0" algn="ctr" defTabSz="914400" rtl="0" eaLnBrk="1" fontAlgn="base" latinLnBrk="1" hangingPunct="1">
              <a:lnSpc>
                <a:spcPct val="100000"/>
              </a:lnSpc>
              <a:spcBef>
                <a:spcPct val="0"/>
              </a:spcBef>
              <a:spcAft>
                <a:spcPct val="0"/>
              </a:spcAft>
              <a:buClrTx/>
              <a:buSzTx/>
              <a:buFontTx/>
              <a:buNone/>
              <a:tabLst/>
              <a:defRPr/>
            </a:pPr>
            <a:r>
              <a:rPr kumimoji="0" lang="ko-KR" altLang="en-US" sz="4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cs typeface="HY목각파임B"/>
              </a:rPr>
              <a:t>크신 주의 영광이</a:t>
            </a:r>
            <a:endParaRPr kumimoji="0" lang="en-US" altLang="ko-KR" sz="4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cs typeface="HY목각파임B"/>
            </a:endParaRPr>
          </a:p>
          <a:p>
            <a:pPr marL="0" marR="0" lvl="0" indent="0" algn="ctr" defTabSz="914400" rtl="0" eaLnBrk="1" fontAlgn="base" latinLnBrk="1" hangingPunct="1">
              <a:lnSpc>
                <a:spcPct val="100000"/>
              </a:lnSpc>
              <a:spcBef>
                <a:spcPct val="0"/>
              </a:spcBef>
              <a:spcAft>
                <a:spcPct val="0"/>
              </a:spcAft>
              <a:buClrTx/>
              <a:buSzTx/>
              <a:buFontTx/>
              <a:buNone/>
              <a:tabLst/>
              <a:defRPr/>
            </a:pPr>
            <a:endParaRPr kumimoji="0" lang="ko-KR" altLang="en-US" sz="4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cs typeface="HY목각파임B"/>
            </a:endParaRPr>
          </a:p>
          <a:p>
            <a:pPr marL="0" marR="0" lvl="0" indent="0" algn="ctr" defTabSz="914400" rtl="0" eaLnBrk="1" fontAlgn="base" latinLnBrk="1" hangingPunct="1">
              <a:lnSpc>
                <a:spcPct val="100000"/>
              </a:lnSpc>
              <a:spcBef>
                <a:spcPct val="0"/>
              </a:spcBef>
              <a:spcAft>
                <a:spcPct val="0"/>
              </a:spcAft>
              <a:buClrTx/>
              <a:buSzTx/>
              <a:buFontTx/>
              <a:buNone/>
              <a:tabLst/>
              <a:defRPr/>
            </a:pPr>
            <a:r>
              <a:rPr kumimoji="0" lang="ko-KR" altLang="en-US" sz="4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cs typeface="HY목각파임B"/>
              </a:rPr>
              <a:t>아름다운 노래로</a:t>
            </a:r>
            <a:endParaRPr kumimoji="0" lang="en-US" altLang="ko-KR" sz="4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cs typeface="HY목각파임B"/>
            </a:endParaRPr>
          </a:p>
        </p:txBody>
      </p:sp>
    </p:spTree>
    <p:extLst>
      <p:ext uri="{BB962C8B-B14F-4D97-AF65-F5344CB8AC3E}">
        <p14:creationId xmlns:p14="http://schemas.microsoft.com/office/powerpoint/2010/main" val="206978013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F264BAD7-6720-4830-84E5-3C44FAE1EC05}"/>
            </a:ext>
          </a:extLst>
        </p:cNvPr>
        <p:cNvGrpSpPr/>
        <p:nvPr/>
      </p:nvGrpSpPr>
      <p:grpSpPr>
        <a:xfrm>
          <a:off x="0" y="0"/>
          <a:ext cx="0" cy="0"/>
          <a:chOff x="0" y="0"/>
          <a:chExt cx="0" cy="0"/>
        </a:xfrm>
      </p:grpSpPr>
      <p:sp>
        <p:nvSpPr>
          <p:cNvPr id="3075" name="Text Box 3">
            <a:extLst>
              <a:ext uri="{FF2B5EF4-FFF2-40B4-BE49-F238E27FC236}">
                <a16:creationId xmlns:a16="http://schemas.microsoft.com/office/drawing/2014/main" id="{765A2ACC-064A-FEFC-D87F-98070AF08677}"/>
              </a:ext>
            </a:extLst>
          </p:cNvPr>
          <p:cNvSpPr txBox="1">
            <a:spLocks noChangeArrowheads="1"/>
          </p:cNvSpPr>
          <p:nvPr/>
        </p:nvSpPr>
        <p:spPr bwMode="auto">
          <a:xfrm>
            <a:off x="307975" y="371147"/>
            <a:ext cx="8528050" cy="4401205"/>
          </a:xfrm>
          <a:prstGeom prst="rect">
            <a:avLst/>
          </a:prstGeom>
          <a:noFill/>
          <a:ln w="9525">
            <a:noFill/>
            <a:miter lim="800000"/>
            <a:headEnd/>
            <a:tailEnd/>
          </a:ln>
          <a:effectLst/>
        </p:spPr>
        <p:txBody>
          <a:bodyPr wrap="square">
            <a:sp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0" lang="ko-KR" altLang="en-US" sz="4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cs typeface="HY목각파임B"/>
              </a:rPr>
              <a:t>이 시간에 축복해요</a:t>
            </a:r>
            <a:endParaRPr kumimoji="0" lang="en-US" altLang="ko-KR" sz="4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cs typeface="HY목각파임B"/>
            </a:endParaRPr>
          </a:p>
          <a:p>
            <a:pPr marL="0" marR="0" lvl="0" indent="0" algn="ctr" defTabSz="914400" rtl="0" eaLnBrk="1" fontAlgn="base" latinLnBrk="1" hangingPunct="1">
              <a:lnSpc>
                <a:spcPct val="100000"/>
              </a:lnSpc>
              <a:spcBef>
                <a:spcPct val="0"/>
              </a:spcBef>
              <a:spcAft>
                <a:spcPct val="0"/>
              </a:spcAft>
              <a:buClrTx/>
              <a:buSzTx/>
              <a:buFontTx/>
              <a:buNone/>
              <a:tabLst/>
              <a:defRPr/>
            </a:pPr>
            <a:endParaRPr kumimoji="0" lang="ko-KR" altLang="en-US" sz="4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cs typeface="HY목각파임B"/>
            </a:endParaRPr>
          </a:p>
          <a:p>
            <a:pPr marL="0" marR="0" lvl="0" indent="0" algn="ctr" defTabSz="914400" rtl="0" eaLnBrk="1" fontAlgn="base" latinLnBrk="1" hangingPunct="1">
              <a:lnSpc>
                <a:spcPct val="100000"/>
              </a:lnSpc>
              <a:spcBef>
                <a:spcPct val="0"/>
              </a:spcBef>
              <a:spcAft>
                <a:spcPct val="0"/>
              </a:spcAft>
              <a:buClrTx/>
              <a:buSzTx/>
              <a:buFontTx/>
              <a:buNone/>
              <a:tabLst/>
              <a:defRPr/>
            </a:pPr>
            <a:r>
              <a:rPr kumimoji="0" lang="ko-KR" altLang="en-US" sz="4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cs typeface="HY목각파임B"/>
              </a:rPr>
              <a:t>이 시간에 함께해요</a:t>
            </a:r>
            <a:endParaRPr kumimoji="0" lang="en-US" altLang="ko-KR" sz="4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cs typeface="HY목각파임B"/>
            </a:endParaRPr>
          </a:p>
          <a:p>
            <a:pPr marL="0" marR="0" lvl="0" indent="0" algn="ctr" defTabSz="914400" rtl="0" eaLnBrk="1" fontAlgn="base" latinLnBrk="1" hangingPunct="1">
              <a:lnSpc>
                <a:spcPct val="100000"/>
              </a:lnSpc>
              <a:spcBef>
                <a:spcPct val="0"/>
              </a:spcBef>
              <a:spcAft>
                <a:spcPct val="0"/>
              </a:spcAft>
              <a:buClrTx/>
              <a:buSzTx/>
              <a:buFontTx/>
              <a:buNone/>
              <a:tabLst/>
              <a:defRPr/>
            </a:pPr>
            <a:endParaRPr kumimoji="0" lang="en-US" altLang="ko-KR" sz="4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cs typeface="HY목각파임B"/>
            </a:endParaRPr>
          </a:p>
          <a:p>
            <a:pPr marL="0" marR="0" lvl="0" indent="0" algn="ctr" defTabSz="914400" rtl="0" eaLnBrk="1" fontAlgn="base" latinLnBrk="1" hangingPunct="1">
              <a:lnSpc>
                <a:spcPct val="100000"/>
              </a:lnSpc>
              <a:spcBef>
                <a:spcPct val="0"/>
              </a:spcBef>
              <a:spcAft>
                <a:spcPct val="0"/>
              </a:spcAft>
              <a:buClrTx/>
              <a:buSzTx/>
              <a:buFontTx/>
              <a:buNone/>
              <a:tabLst/>
              <a:defRPr/>
            </a:pPr>
            <a:r>
              <a:rPr kumimoji="0" lang="ko-KR" altLang="en-US" sz="4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cs typeface="HY목각파임B"/>
              </a:rPr>
              <a:t>하나님 사랑해요</a:t>
            </a:r>
            <a:endParaRPr kumimoji="0" lang="en-US" altLang="ko-KR" sz="4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cs typeface="HY목각파임B"/>
            </a:endParaRPr>
          </a:p>
          <a:p>
            <a:pPr marL="0" marR="0" lvl="0" indent="0" algn="ctr" defTabSz="914400" rtl="0" eaLnBrk="1" fontAlgn="base" latinLnBrk="1" hangingPunct="1">
              <a:lnSpc>
                <a:spcPct val="100000"/>
              </a:lnSpc>
              <a:spcBef>
                <a:spcPct val="0"/>
              </a:spcBef>
              <a:spcAft>
                <a:spcPct val="0"/>
              </a:spcAft>
              <a:buClrTx/>
              <a:buSzTx/>
              <a:buFontTx/>
              <a:buNone/>
              <a:tabLst/>
              <a:defRPr/>
            </a:pPr>
            <a:endParaRPr kumimoji="0" lang="ko-KR" altLang="en-US" sz="4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cs typeface="HY목각파임B"/>
            </a:endParaRPr>
          </a:p>
          <a:p>
            <a:pPr marL="0" marR="0" lvl="0" indent="0" algn="ctr" defTabSz="914400" rtl="0" eaLnBrk="1" fontAlgn="base" latinLnBrk="1" hangingPunct="1">
              <a:lnSpc>
                <a:spcPct val="100000"/>
              </a:lnSpc>
              <a:spcBef>
                <a:spcPct val="0"/>
              </a:spcBef>
              <a:spcAft>
                <a:spcPct val="0"/>
              </a:spcAft>
              <a:buClrTx/>
              <a:buSzTx/>
              <a:buFontTx/>
              <a:buNone/>
              <a:tabLst/>
              <a:defRPr/>
            </a:pPr>
            <a:r>
              <a:rPr kumimoji="0" lang="ko-KR" altLang="en-US" sz="4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cs typeface="HY목각파임B"/>
              </a:rPr>
              <a:t>예수님 감사해요</a:t>
            </a:r>
            <a:endParaRPr kumimoji="0" lang="en-US" altLang="ko-KR" sz="4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cs typeface="HY목각파임B"/>
            </a:endParaRPr>
          </a:p>
        </p:txBody>
      </p:sp>
    </p:spTree>
    <p:extLst>
      <p:ext uri="{BB962C8B-B14F-4D97-AF65-F5344CB8AC3E}">
        <p14:creationId xmlns:p14="http://schemas.microsoft.com/office/powerpoint/2010/main" val="146465858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7DDF524F-A1E2-E067-146C-FC7D8C12857C}"/>
            </a:ext>
          </a:extLst>
        </p:cNvPr>
        <p:cNvGrpSpPr/>
        <p:nvPr/>
      </p:nvGrpSpPr>
      <p:grpSpPr>
        <a:xfrm>
          <a:off x="0" y="0"/>
          <a:ext cx="0" cy="0"/>
          <a:chOff x="0" y="0"/>
          <a:chExt cx="0" cy="0"/>
        </a:xfrm>
      </p:grpSpPr>
      <p:sp>
        <p:nvSpPr>
          <p:cNvPr id="3075" name="Text Box 3">
            <a:extLst>
              <a:ext uri="{FF2B5EF4-FFF2-40B4-BE49-F238E27FC236}">
                <a16:creationId xmlns:a16="http://schemas.microsoft.com/office/drawing/2014/main" id="{E6C91728-9D6B-D76B-6DAC-67A20DE2A361}"/>
              </a:ext>
            </a:extLst>
          </p:cNvPr>
          <p:cNvSpPr txBox="1">
            <a:spLocks noChangeArrowheads="1"/>
          </p:cNvSpPr>
          <p:nvPr/>
        </p:nvSpPr>
        <p:spPr bwMode="auto">
          <a:xfrm>
            <a:off x="307975" y="371147"/>
            <a:ext cx="8528050" cy="4401205"/>
          </a:xfrm>
          <a:prstGeom prst="rect">
            <a:avLst/>
          </a:prstGeom>
          <a:noFill/>
          <a:ln w="9525">
            <a:noFill/>
            <a:miter lim="800000"/>
            <a:headEnd/>
            <a:tailEnd/>
          </a:ln>
          <a:effectLst/>
        </p:spPr>
        <p:txBody>
          <a:bodyPr wrap="square">
            <a:sp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0" lang="ko-KR" altLang="en-US" sz="4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cs typeface="HY목각파임B"/>
              </a:rPr>
              <a:t>은혜 와 진리의 말씀 가지고</a:t>
            </a:r>
            <a:endParaRPr kumimoji="0" lang="en-US" altLang="ko-KR" sz="4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cs typeface="HY목각파임B"/>
            </a:endParaRPr>
          </a:p>
          <a:p>
            <a:pPr marL="0" marR="0" lvl="0" indent="0" algn="ctr" defTabSz="914400" rtl="0" eaLnBrk="1" fontAlgn="base" latinLnBrk="1" hangingPunct="1">
              <a:lnSpc>
                <a:spcPct val="100000"/>
              </a:lnSpc>
              <a:spcBef>
                <a:spcPct val="0"/>
              </a:spcBef>
              <a:spcAft>
                <a:spcPct val="0"/>
              </a:spcAft>
              <a:buClrTx/>
              <a:buSzTx/>
              <a:buFontTx/>
              <a:buNone/>
              <a:tabLst/>
              <a:defRPr/>
            </a:pPr>
            <a:endParaRPr kumimoji="0" lang="ko-KR" altLang="en-US" sz="4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cs typeface="HY목각파임B"/>
            </a:endParaRPr>
          </a:p>
          <a:p>
            <a:pPr marL="0" marR="0" lvl="0" indent="0" algn="ctr" defTabSz="914400" rtl="0" eaLnBrk="1" fontAlgn="base" latinLnBrk="1" hangingPunct="1">
              <a:lnSpc>
                <a:spcPct val="100000"/>
              </a:lnSpc>
              <a:spcBef>
                <a:spcPct val="0"/>
              </a:spcBef>
              <a:spcAft>
                <a:spcPct val="0"/>
              </a:spcAft>
              <a:buClrTx/>
              <a:buSzTx/>
              <a:buFontTx/>
              <a:buNone/>
              <a:tabLst/>
              <a:defRPr/>
            </a:pPr>
            <a:r>
              <a:rPr kumimoji="0" lang="ko-KR" altLang="en-US" sz="4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cs typeface="HY목각파임B"/>
              </a:rPr>
              <a:t>담대하게 나가자 </a:t>
            </a:r>
            <a:endParaRPr kumimoji="0" lang="en-US" altLang="ko-KR" sz="4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cs typeface="HY목각파임B"/>
            </a:endParaRPr>
          </a:p>
          <a:p>
            <a:pPr marL="0" marR="0" lvl="0" indent="0" algn="ctr" defTabSz="914400" rtl="0" eaLnBrk="1" fontAlgn="base" latinLnBrk="1" hangingPunct="1">
              <a:lnSpc>
                <a:spcPct val="100000"/>
              </a:lnSpc>
              <a:spcBef>
                <a:spcPct val="0"/>
              </a:spcBef>
              <a:spcAft>
                <a:spcPct val="0"/>
              </a:spcAft>
              <a:buClrTx/>
              <a:buSzTx/>
              <a:buFontTx/>
              <a:buNone/>
              <a:tabLst/>
              <a:defRPr/>
            </a:pPr>
            <a:endParaRPr kumimoji="0" lang="en-US" altLang="ko-KR" sz="4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cs typeface="HY목각파임B"/>
            </a:endParaRPr>
          </a:p>
          <a:p>
            <a:pPr marL="0" marR="0" lvl="0" indent="0" algn="ctr" defTabSz="914400" rtl="0" eaLnBrk="1" fontAlgn="base" latinLnBrk="1" hangingPunct="1">
              <a:lnSpc>
                <a:spcPct val="100000"/>
              </a:lnSpc>
              <a:spcBef>
                <a:spcPct val="0"/>
              </a:spcBef>
              <a:spcAft>
                <a:spcPct val="0"/>
              </a:spcAft>
              <a:buClrTx/>
              <a:buSzTx/>
              <a:buFontTx/>
              <a:buNone/>
              <a:tabLst/>
              <a:defRPr/>
            </a:pPr>
            <a:r>
              <a:rPr kumimoji="0" lang="ko-KR" altLang="en-US" sz="4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cs typeface="HY목각파임B"/>
              </a:rPr>
              <a:t>주님 영광 위해</a:t>
            </a:r>
            <a:endParaRPr kumimoji="0" lang="en-US" altLang="ko-KR" sz="4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cs typeface="HY목각파임B"/>
            </a:endParaRPr>
          </a:p>
          <a:p>
            <a:pPr marL="0" marR="0" lvl="0" indent="0" algn="ctr" defTabSz="914400" rtl="0" eaLnBrk="1" fontAlgn="base" latinLnBrk="1" hangingPunct="1">
              <a:lnSpc>
                <a:spcPct val="100000"/>
              </a:lnSpc>
              <a:spcBef>
                <a:spcPct val="0"/>
              </a:spcBef>
              <a:spcAft>
                <a:spcPct val="0"/>
              </a:spcAft>
              <a:buClrTx/>
              <a:buSzTx/>
              <a:buFontTx/>
              <a:buNone/>
              <a:tabLst/>
              <a:defRPr/>
            </a:pPr>
            <a:endParaRPr kumimoji="0" lang="ko-KR" altLang="en-US" sz="4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cs typeface="HY목각파임B"/>
            </a:endParaRPr>
          </a:p>
          <a:p>
            <a:pPr marL="0" marR="0" lvl="0" indent="0" algn="ctr" defTabSz="914400" rtl="0" eaLnBrk="1" fontAlgn="base" latinLnBrk="1" hangingPunct="1">
              <a:lnSpc>
                <a:spcPct val="100000"/>
              </a:lnSpc>
              <a:spcBef>
                <a:spcPct val="0"/>
              </a:spcBef>
              <a:spcAft>
                <a:spcPct val="0"/>
              </a:spcAft>
              <a:buClrTx/>
              <a:buSzTx/>
              <a:buFontTx/>
              <a:buNone/>
              <a:tabLst/>
              <a:defRPr/>
            </a:pPr>
            <a:r>
              <a:rPr kumimoji="0" lang="ko-KR" altLang="en-US" sz="4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cs typeface="HY목각파임B"/>
              </a:rPr>
              <a:t>사랑이 넘치는 우리 교회</a:t>
            </a:r>
            <a:endParaRPr kumimoji="0" lang="en-US" altLang="ko-KR" sz="4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cs typeface="HY목각파임B"/>
            </a:endParaRPr>
          </a:p>
        </p:txBody>
      </p:sp>
    </p:spTree>
    <p:extLst>
      <p:ext uri="{BB962C8B-B14F-4D97-AF65-F5344CB8AC3E}">
        <p14:creationId xmlns:p14="http://schemas.microsoft.com/office/powerpoint/2010/main" val="157225803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blipFill dpi="0" rotWithShape="0">
          <a:blip r:embed="rId2">
            <a:lum/>
          </a:blip>
          <a:srcRect/>
          <a:stretch>
            <a:fillRect/>
          </a:stretch>
        </a:blipFill>
        <a:effectLst/>
      </p:bgPr>
    </p:bg>
    <p:spTree>
      <p:nvGrpSpPr>
        <p:cNvPr id="1" name="">
          <a:extLst>
            <a:ext uri="{FF2B5EF4-FFF2-40B4-BE49-F238E27FC236}">
              <a16:creationId xmlns:a16="http://schemas.microsoft.com/office/drawing/2014/main" id="{28964F92-988A-6EEA-D24F-5D2BE0C1BD7E}"/>
            </a:ext>
          </a:extLst>
        </p:cNvPr>
        <p:cNvGrpSpPr/>
        <p:nvPr/>
      </p:nvGrpSpPr>
      <p:grpSpPr>
        <a:xfrm>
          <a:off x="0" y="0"/>
          <a:ext cx="0" cy="0"/>
          <a:chOff x="0" y="0"/>
          <a:chExt cx="0" cy="0"/>
        </a:xfrm>
      </p:grpSpPr>
      <p:pic>
        <p:nvPicPr>
          <p:cNvPr id="11" name="그림 10" descr="이미지1.png">
            <a:extLst>
              <a:ext uri="{FF2B5EF4-FFF2-40B4-BE49-F238E27FC236}">
                <a16:creationId xmlns:a16="http://schemas.microsoft.com/office/drawing/2014/main" id="{08DB3D2B-7E76-3527-DEE7-C844B043F6FB}"/>
              </a:ext>
            </a:extLst>
          </p:cNvPr>
          <p:cNvPicPr>
            <a:picLocks noChangeAspect="1"/>
          </p:cNvPicPr>
          <p:nvPr/>
        </p:nvPicPr>
        <p:blipFill>
          <a:blip r:embed="rId3" cstate="print"/>
          <a:stretch>
            <a:fillRect/>
          </a:stretch>
        </p:blipFill>
        <p:spPr>
          <a:xfrm>
            <a:off x="1289368" y="895350"/>
            <a:ext cx="6565264" cy="3071411"/>
          </a:xfrm>
          <a:prstGeom prst="rect">
            <a:avLst/>
          </a:prstGeom>
        </p:spPr>
      </p:pic>
      <p:sp>
        <p:nvSpPr>
          <p:cNvPr id="3" name="TextBox 2">
            <a:extLst>
              <a:ext uri="{FF2B5EF4-FFF2-40B4-BE49-F238E27FC236}">
                <a16:creationId xmlns:a16="http://schemas.microsoft.com/office/drawing/2014/main" id="{5716851C-101E-B22F-6117-EA90A5045585}"/>
              </a:ext>
            </a:extLst>
          </p:cNvPr>
          <p:cNvSpPr txBox="1"/>
          <p:nvPr/>
        </p:nvSpPr>
        <p:spPr>
          <a:xfrm>
            <a:off x="2209799" y="2294979"/>
            <a:ext cx="4648200" cy="923330"/>
          </a:xfrm>
          <a:prstGeom prst="rect">
            <a:avLst/>
          </a:prstGeom>
          <a:noFill/>
          <a:effectLst>
            <a:outerShdw blurRad="50800" dist="38100" dir="2700000" algn="tl" rotWithShape="0">
              <a:prstClr val="black">
                <a:alpha val="40000"/>
              </a:prstClr>
            </a:outerShdw>
          </a:effectLst>
        </p:spPr>
        <p:txBody>
          <a:bodyPr wrap="square" rtlCol="0">
            <a:sp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ko-KR" altLang="en-US" sz="5400" b="0" i="0" u="none" strike="noStrike" kern="1200" cap="none" spc="0" normalizeH="0" baseline="0" noProof="0" dirty="0">
                <a:ln>
                  <a:noFill/>
                </a:ln>
                <a:solidFill>
                  <a:srgbClr val="FFFFFF"/>
                </a:solidFill>
                <a:effectLst/>
                <a:uLnTx/>
                <a:uFillTx/>
                <a:latin typeface="Malgun Gothic" panose="020B0503020000020004" pitchFamily="50" charset="-127"/>
                <a:ea typeface="맑은 고딕" panose="020B0503020000020004" pitchFamily="50" charset="-127"/>
              </a:rPr>
              <a:t>주 일 예 배</a:t>
            </a:r>
          </a:p>
        </p:txBody>
      </p:sp>
      <p:sp>
        <p:nvSpPr>
          <p:cNvPr id="4" name="TextBox 3">
            <a:extLst>
              <a:ext uri="{FF2B5EF4-FFF2-40B4-BE49-F238E27FC236}">
                <a16:creationId xmlns:a16="http://schemas.microsoft.com/office/drawing/2014/main" id="{C6EBCBEF-73F4-8431-1D62-7B71B93EEC6D}"/>
              </a:ext>
            </a:extLst>
          </p:cNvPr>
          <p:cNvSpPr txBox="1"/>
          <p:nvPr/>
        </p:nvSpPr>
        <p:spPr bwMode="auto">
          <a:xfrm>
            <a:off x="539432" y="4600664"/>
            <a:ext cx="8153400" cy="400110"/>
          </a:xfrm>
          <a:prstGeom prst="rect">
            <a:avLst/>
          </a:prstGeom>
          <a:noFill/>
          <a:ln w="9525" algn="ctr">
            <a:noFill/>
            <a:miter lim="800000"/>
            <a:headEnd/>
            <a:tailEnd/>
          </a:ln>
          <a:effectLst>
            <a:outerShdw blurRad="50800" dist="38100" dir="2700000" algn="tl" rotWithShape="0">
              <a:prstClr val="black">
                <a:alpha val="40000"/>
              </a:prstClr>
            </a:outerShdw>
          </a:effectLst>
        </p:spPr>
        <p:txBody>
          <a:bodyPr wrap="square" rtlCol="0">
            <a:spAutoFit/>
          </a:bodyPr>
          <a:lstStyle/>
          <a:p>
            <a:pPr marL="457200" marR="0" lvl="0" indent="-457200" algn="ctr" defTabSz="914400" rtl="0" eaLnBrk="1" fontAlgn="base" latinLnBrk="1" hangingPunct="1">
              <a:lnSpc>
                <a:spcPct val="100000"/>
              </a:lnSpc>
              <a:spcBef>
                <a:spcPct val="0"/>
              </a:spcBef>
              <a:spcAft>
                <a:spcPct val="0"/>
              </a:spcAft>
              <a:buClrTx/>
              <a:buSzTx/>
              <a:buFontTx/>
              <a:buNone/>
              <a:tabLst/>
              <a:defRPr/>
            </a:pPr>
            <a:r>
              <a:rPr kumimoji="1" lang="ko-KR" altLang="en-US" sz="2000" b="1"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하나님은 영이시니 예배하는 자가 영과 진리로 예배할지니라 </a:t>
            </a:r>
            <a:r>
              <a:rPr kumimoji="1" lang="en-US" altLang="ko-KR" sz="2000" b="1"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a:t>
            </a:r>
            <a:r>
              <a:rPr kumimoji="1" lang="ko-KR" altLang="en-US" sz="2000" b="1"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요 </a:t>
            </a:r>
            <a:r>
              <a:rPr kumimoji="1" lang="en-US" altLang="ko-KR" sz="2000" b="1"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4:24)</a:t>
            </a:r>
            <a:endParaRPr kumimoji="1" lang="ko-KR" altLang="en-US" sz="2000" b="1"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endParaRPr>
          </a:p>
        </p:txBody>
      </p:sp>
      <p:sp>
        <p:nvSpPr>
          <p:cNvPr id="5" name="TextBox 4">
            <a:extLst>
              <a:ext uri="{FF2B5EF4-FFF2-40B4-BE49-F238E27FC236}">
                <a16:creationId xmlns:a16="http://schemas.microsoft.com/office/drawing/2014/main" id="{9D23A935-99D5-7D4B-04F8-F614FB9C9FB1}"/>
              </a:ext>
            </a:extLst>
          </p:cNvPr>
          <p:cNvSpPr txBox="1"/>
          <p:nvPr/>
        </p:nvSpPr>
        <p:spPr bwMode="auto">
          <a:xfrm>
            <a:off x="5715000" y="3992787"/>
            <a:ext cx="2286000" cy="400110"/>
          </a:xfrm>
          <a:prstGeom prst="rect">
            <a:avLst/>
          </a:prstGeom>
          <a:noFill/>
          <a:ln w="9525" algn="ctr">
            <a:noFill/>
            <a:miter lim="800000"/>
            <a:headEnd/>
            <a:tailEnd/>
          </a:ln>
          <a:effectLst>
            <a:outerShdw blurRad="50800" dist="38100" dir="2700000" algn="tl" rotWithShape="0">
              <a:prstClr val="black">
                <a:alpha val="40000"/>
              </a:prstClr>
            </a:outerShdw>
          </a:effectLst>
        </p:spPr>
        <p:txBody>
          <a:bodyPr wrap="square" rtlCol="0">
            <a:spAutoFit/>
          </a:bodyPr>
          <a:lstStyle/>
          <a:p>
            <a:pPr marL="457200" marR="0" lvl="0" indent="-457200" algn="ctr" defTabSz="914400" rtl="0" eaLnBrk="1" fontAlgn="base" latinLnBrk="1" hangingPunct="1">
              <a:lnSpc>
                <a:spcPct val="100000"/>
              </a:lnSpc>
              <a:spcBef>
                <a:spcPct val="0"/>
              </a:spcBef>
              <a:spcAft>
                <a:spcPct val="0"/>
              </a:spcAft>
              <a:buClrTx/>
              <a:buSzTx/>
              <a:buFontTx/>
              <a:buNone/>
              <a:tabLst/>
              <a:defRPr/>
            </a:pPr>
            <a:r>
              <a:rPr kumimoji="1" lang="en-US" altLang="ko-KR" sz="2000" b="0"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rPr>
              <a:t>{{</a:t>
            </a:r>
            <a:r>
              <a:rPr kumimoji="1" lang="en-US" altLang="ko-KR" sz="2000" b="0" i="0" u="none" strike="noStrike" kern="1200" cap="none" spc="0" normalizeH="0" baseline="0" noProof="0" dirty="0" err="1">
                <a:ln>
                  <a:noFill/>
                </a:ln>
                <a:solidFill>
                  <a:srgbClr val="000000"/>
                </a:solidFill>
                <a:effectLst/>
                <a:uLnTx/>
                <a:uFillTx/>
                <a:latin typeface="Malgun Gothic" panose="020B0503020000020004" pitchFamily="50" charset="-127"/>
                <a:ea typeface="맑은 고딕" panose="020B0503020000020004" pitchFamily="50" charset="-127"/>
              </a:rPr>
              <a:t>today_date</a:t>
            </a:r>
            <a:r>
              <a:rPr kumimoji="1" lang="en-US" altLang="ko-KR" sz="2000" b="0"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rPr>
              <a:t>}}</a:t>
            </a:r>
            <a:endParaRPr kumimoji="1" lang="ko-KR" altLang="en-US" sz="2000" b="0"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endParaRPr>
          </a:p>
        </p:txBody>
      </p:sp>
      <p:pic>
        <p:nvPicPr>
          <p:cNvPr id="7" name="Picture 6" descr="A white logo with a cross and a triangle&#10;&#10;AI-generated content may be incorrect.">
            <a:extLst>
              <a:ext uri="{FF2B5EF4-FFF2-40B4-BE49-F238E27FC236}">
                <a16:creationId xmlns:a16="http://schemas.microsoft.com/office/drawing/2014/main" id="{D55026D6-D75D-0041-9422-CAC3AA59360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12331" y="1115757"/>
            <a:ext cx="5519337" cy="984312"/>
          </a:xfrm>
          <a:prstGeom prst="rect">
            <a:avLst/>
          </a:prstGeom>
        </p:spPr>
      </p:pic>
      <p:sp>
        <p:nvSpPr>
          <p:cNvPr id="2" name="TextBox 1">
            <a:extLst>
              <a:ext uri="{FF2B5EF4-FFF2-40B4-BE49-F238E27FC236}">
                <a16:creationId xmlns:a16="http://schemas.microsoft.com/office/drawing/2014/main" id="{5646C5A0-9A0D-BA82-252F-7ACE21E7266E}"/>
              </a:ext>
            </a:extLst>
          </p:cNvPr>
          <p:cNvSpPr txBox="1"/>
          <p:nvPr/>
        </p:nvSpPr>
        <p:spPr>
          <a:xfrm>
            <a:off x="2671938" y="3218309"/>
            <a:ext cx="3723923" cy="338554"/>
          </a:xfrm>
          <a:prstGeom prst="rect">
            <a:avLst/>
          </a:prstGeom>
          <a:noFill/>
          <a:effectLst>
            <a:outerShdw blurRad="50800" dist="38100" dir="2700000" algn="tl" rotWithShape="0">
              <a:prstClr val="black">
                <a:alpha val="40000"/>
              </a:prstClr>
            </a:outerShdw>
          </a:effectLst>
        </p:spPr>
        <p:txBody>
          <a:bodyPr wrap="square">
            <a:sp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1600" b="0" i="0" u="none" strike="noStrike" kern="1200" cap="none" spc="0" normalizeH="0" baseline="0" noProof="0" dirty="0">
                <a:ln>
                  <a:noFill/>
                </a:ln>
                <a:solidFill>
                  <a:srgbClr val="FFFFFF"/>
                </a:solidFill>
                <a:effectLst/>
                <a:uLnTx/>
                <a:uFillTx/>
                <a:latin typeface="Malgun Gothic" panose="020B0503020000020004" pitchFamily="50" charset="-127"/>
                <a:ea typeface="맑은 고딕" panose="020B0503020000020004" pitchFamily="50" charset="-127"/>
              </a:rPr>
              <a:t>SUNDAY WORSHIP SERVICE</a:t>
            </a:r>
            <a:endParaRPr kumimoji="1" lang="ko-KR" altLang="en-US" sz="1600" b="0" i="0" u="none" strike="noStrike" kern="1200" cap="none" spc="0" normalizeH="0" baseline="0" noProof="0" dirty="0">
              <a:ln>
                <a:noFill/>
              </a:ln>
              <a:solidFill>
                <a:srgbClr val="FFFFFF"/>
              </a:solidFill>
              <a:effectLst/>
              <a:uLnTx/>
              <a:uFillTx/>
              <a:latin typeface="Malgun Gothic" panose="020B0503020000020004" pitchFamily="50" charset="-127"/>
              <a:ea typeface="맑은 고딕" panose="020B0503020000020004" pitchFamily="50" charset="-127"/>
              <a:cs typeface="+mn-cs"/>
            </a:endParaRPr>
          </a:p>
        </p:txBody>
      </p:sp>
    </p:spTree>
    <p:extLst>
      <p:ext uri="{BB962C8B-B14F-4D97-AF65-F5344CB8AC3E}">
        <p14:creationId xmlns:p14="http://schemas.microsoft.com/office/powerpoint/2010/main" val="14465792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showMasterPhAnim="0">
  <p:cSld>
    <p:bg>
      <p:bgPr>
        <a:blipFill dpi="0" rotWithShape="0">
          <a:blip r:embed="rId2">
            <a:alphaModFix amt="50000"/>
          </a:blip>
          <a:srcRect/>
          <a:stretch>
            <a:fillRect/>
          </a:stretch>
        </a:blipFill>
        <a:effectLst/>
      </p:bgPr>
    </p:bg>
    <p:spTree>
      <p:nvGrpSpPr>
        <p:cNvPr id="1" name="">
          <a:extLst>
            <a:ext uri="{FF2B5EF4-FFF2-40B4-BE49-F238E27FC236}">
              <a16:creationId xmlns:a16="http://schemas.microsoft.com/office/drawing/2014/main" id="{6BF774E7-7BF3-4B67-0FDE-5FDEA6EB51E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4D3A697-1CB2-0913-F97E-8A8A38D6CC82}"/>
              </a:ext>
            </a:extLst>
          </p:cNvPr>
          <p:cNvSpPr txBox="1"/>
          <p:nvPr/>
        </p:nvSpPr>
        <p:spPr bwMode="auto">
          <a:xfrm>
            <a:off x="2743200" y="2843976"/>
            <a:ext cx="4267200" cy="400110"/>
          </a:xfrm>
          <a:prstGeom prst="rect">
            <a:avLst/>
          </a:prstGeom>
        </p:spPr>
        <p:txBody>
          <a:bodyPr wrap="square">
            <a:spAutoFit/>
          </a:body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0" lang="en-US" altLang="ko-KR" sz="2000" b="1"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The Meaning</a:t>
            </a:r>
            <a:r>
              <a:rPr kumimoji="0" lang="ko-KR" altLang="en-US" sz="2000" b="1"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 </a:t>
            </a:r>
            <a:r>
              <a:rPr kumimoji="0" lang="en-US" altLang="ko-KR" sz="2000" b="1"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of</a:t>
            </a:r>
            <a:r>
              <a:rPr kumimoji="0" lang="ko-KR" altLang="en-US" sz="2000" b="1"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 </a:t>
            </a:r>
            <a:r>
              <a:rPr kumimoji="0" lang="en-US" altLang="ko-KR" sz="2000" b="1"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Communion</a:t>
            </a:r>
            <a:endParaRPr kumimoji="1" lang="ko-KR" altLang="en-US" sz="2000" b="1"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endParaRPr>
          </a:p>
        </p:txBody>
      </p:sp>
      <p:sp>
        <p:nvSpPr>
          <p:cNvPr id="5" name="TextBox 4">
            <a:extLst>
              <a:ext uri="{FF2B5EF4-FFF2-40B4-BE49-F238E27FC236}">
                <a16:creationId xmlns:a16="http://schemas.microsoft.com/office/drawing/2014/main" id="{7094079A-007F-1BDB-534E-C8CFE650CAF6}"/>
              </a:ext>
            </a:extLst>
          </p:cNvPr>
          <p:cNvSpPr txBox="1"/>
          <p:nvPr/>
        </p:nvSpPr>
        <p:spPr>
          <a:xfrm>
            <a:off x="2952874" y="954908"/>
            <a:ext cx="3657600" cy="477054"/>
          </a:xfrm>
          <a:prstGeom prst="rect">
            <a:avLst/>
          </a:prstGeom>
          <a:noFill/>
          <a:effectLst>
            <a:outerShdw blurRad="50800" dist="38100" dir="2700000" algn="tl" rotWithShape="0">
              <a:prstClr val="black">
                <a:alpha val="40000"/>
              </a:prstClr>
            </a:outerShdw>
          </a:effectLst>
        </p:spPr>
        <p:txBody>
          <a:bodyPr wrap="square" rtlCol="0">
            <a:sp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25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rPr>
              <a:t>HOLY</a:t>
            </a:r>
            <a:r>
              <a:rPr kumimoji="1" lang="ko-KR" altLang="en-US" sz="25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rPr>
              <a:t> </a:t>
            </a:r>
            <a:r>
              <a:rPr kumimoji="1" lang="en-US" altLang="ko-KR" sz="25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rPr>
              <a:t>COMMUNION</a:t>
            </a:r>
          </a:p>
        </p:txBody>
      </p:sp>
      <p:sp>
        <p:nvSpPr>
          <p:cNvPr id="6" name="TextBox 5">
            <a:extLst>
              <a:ext uri="{FF2B5EF4-FFF2-40B4-BE49-F238E27FC236}">
                <a16:creationId xmlns:a16="http://schemas.microsoft.com/office/drawing/2014/main" id="{99CE18B3-F2C9-83ED-4669-DE77A61C89C8}"/>
              </a:ext>
            </a:extLst>
          </p:cNvPr>
          <p:cNvSpPr txBox="1"/>
          <p:nvPr/>
        </p:nvSpPr>
        <p:spPr>
          <a:xfrm>
            <a:off x="152400" y="318445"/>
            <a:ext cx="3200400" cy="1200329"/>
          </a:xfrm>
          <a:prstGeom prst="rect">
            <a:avLst/>
          </a:prstGeom>
          <a:noFill/>
          <a:effectLst>
            <a:outerShdw blurRad="50800" dist="38100" dir="2700000" algn="tl" rotWithShape="0">
              <a:prstClr val="black">
                <a:alpha val="40000"/>
              </a:prstClr>
            </a:outerShdw>
          </a:effectLst>
        </p:spPr>
        <p:txBody>
          <a:bodyPr wrap="square" rtlCol="0">
            <a:sp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ko-KR" altLang="en-US" sz="72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rPr>
              <a:t>성찬식</a:t>
            </a:r>
          </a:p>
        </p:txBody>
      </p:sp>
      <p:sp>
        <p:nvSpPr>
          <p:cNvPr id="7" name="TextBox 6">
            <a:extLst>
              <a:ext uri="{FF2B5EF4-FFF2-40B4-BE49-F238E27FC236}">
                <a16:creationId xmlns:a16="http://schemas.microsoft.com/office/drawing/2014/main" id="{1412A07B-CD5B-CD4C-7077-FDBAD970A02A}"/>
              </a:ext>
            </a:extLst>
          </p:cNvPr>
          <p:cNvSpPr txBox="1"/>
          <p:nvPr/>
        </p:nvSpPr>
        <p:spPr>
          <a:xfrm>
            <a:off x="1847850" y="1887209"/>
            <a:ext cx="5448300" cy="923330"/>
          </a:xfrm>
          <a:prstGeom prst="rect">
            <a:avLst/>
          </a:prstGeom>
          <a:noFill/>
          <a:effectLst>
            <a:outerShdw blurRad="50800" dist="38100" dir="2700000" algn="tl" rotWithShape="0">
              <a:prstClr val="black">
                <a:alpha val="40000"/>
              </a:prstClr>
            </a:outerShdw>
          </a:effectLst>
        </p:spPr>
        <p:txBody>
          <a:bodyPr wrap="square" rtlCol="0">
            <a:sp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5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a:t>
            </a:r>
            <a:r>
              <a:rPr kumimoji="1" lang="ko-KR" altLang="en-US" sz="5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성찬의 의미</a:t>
            </a:r>
            <a:r>
              <a:rPr kumimoji="1" lang="en-US" altLang="ko-KR" sz="5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a:t>
            </a:r>
            <a:endParaRPr kumimoji="1" lang="ko-KR" altLang="en-US" sz="5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endParaRPr>
          </a:p>
        </p:txBody>
      </p:sp>
      <p:sp>
        <p:nvSpPr>
          <p:cNvPr id="8" name="TextBox 7">
            <a:extLst>
              <a:ext uri="{FF2B5EF4-FFF2-40B4-BE49-F238E27FC236}">
                <a16:creationId xmlns:a16="http://schemas.microsoft.com/office/drawing/2014/main" id="{BFE76DDC-8929-7373-0FD2-498026F0EF41}"/>
              </a:ext>
            </a:extLst>
          </p:cNvPr>
          <p:cNvSpPr txBox="1"/>
          <p:nvPr/>
        </p:nvSpPr>
        <p:spPr>
          <a:xfrm>
            <a:off x="3549940" y="3452242"/>
            <a:ext cx="2463467" cy="523220"/>
          </a:xfrm>
          <a:prstGeom prst="rect">
            <a:avLst/>
          </a:prstGeom>
          <a:noFill/>
          <a:effectLst>
            <a:outerShdw blurRad="50800" dist="38100" dir="2700000" algn="tl" rotWithShape="0">
              <a:prstClr val="black">
                <a:alpha val="40000"/>
              </a:prstClr>
            </a:outerShdw>
          </a:effectLst>
        </p:spPr>
        <p:txBody>
          <a:bodyPr wrap="square" rtlCol="0">
            <a:sp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ko-KR" altLang="en-US" sz="28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고전</a:t>
            </a:r>
            <a:r>
              <a:rPr kumimoji="1" lang="en-US" altLang="ko-KR" sz="28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11:23-29</a:t>
            </a:r>
            <a:endParaRPr kumimoji="1" lang="ko-KR" altLang="en-US" sz="28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endParaRPr>
          </a:p>
        </p:txBody>
      </p:sp>
      <p:sp>
        <p:nvSpPr>
          <p:cNvPr id="9" name="TextBox 8">
            <a:extLst>
              <a:ext uri="{FF2B5EF4-FFF2-40B4-BE49-F238E27FC236}">
                <a16:creationId xmlns:a16="http://schemas.microsoft.com/office/drawing/2014/main" id="{21B45ACA-C422-5D25-A29E-BAE43845C0F8}"/>
              </a:ext>
            </a:extLst>
          </p:cNvPr>
          <p:cNvSpPr txBox="1"/>
          <p:nvPr/>
        </p:nvSpPr>
        <p:spPr bwMode="auto">
          <a:xfrm>
            <a:off x="3949864" y="3998952"/>
            <a:ext cx="1663617" cy="369332"/>
          </a:xfrm>
          <a:prstGeom prst="rect">
            <a:avLst/>
          </a:prstGeom>
        </p:spPr>
        <p:txBody>
          <a:bodyPr wrap="square">
            <a:spAutoFit/>
          </a:body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0" lang="en-US" altLang="ko-KR" sz="1800" b="1"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(1Corinthians)</a:t>
            </a:r>
            <a:endParaRPr kumimoji="1" lang="ko-KR" altLang="en-US" sz="1800" b="1"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3507201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2">
            <a:alphaModFix amt="65000"/>
            <a:lum/>
          </a:blip>
          <a:srcRect/>
          <a:stretch>
            <a:fillRect t="-3000" b="-3000"/>
          </a:stretch>
        </a:blipFill>
        <a:effectLst/>
      </p:bgPr>
    </p:bg>
    <p:spTree>
      <p:nvGrpSpPr>
        <p:cNvPr id="1" name="">
          <a:extLst>
            <a:ext uri="{FF2B5EF4-FFF2-40B4-BE49-F238E27FC236}">
              <a16:creationId xmlns:a16="http://schemas.microsoft.com/office/drawing/2014/main" id="{9D238F86-50B7-710D-9BA6-868C82A796AC}"/>
            </a:ext>
          </a:extLst>
        </p:cNvPr>
        <p:cNvGrpSpPr/>
        <p:nvPr/>
      </p:nvGrpSpPr>
      <p:grpSpPr>
        <a:xfrm>
          <a:off x="0" y="0"/>
          <a:ext cx="0" cy="0"/>
          <a:chOff x="0" y="0"/>
          <a:chExt cx="0" cy="0"/>
        </a:xfrm>
      </p:grpSpPr>
      <p:sp>
        <p:nvSpPr>
          <p:cNvPr id="7" name="대각선 방향의 모서리가 둥근 사각형 6">
            <a:extLst>
              <a:ext uri="{FF2B5EF4-FFF2-40B4-BE49-F238E27FC236}">
                <a16:creationId xmlns:a16="http://schemas.microsoft.com/office/drawing/2014/main" id="{0A9BF38A-10E6-2A67-1370-E3E51392D4C9}"/>
              </a:ext>
            </a:extLst>
          </p:cNvPr>
          <p:cNvSpPr>
            <a:spLocks noChangeAspect="1"/>
          </p:cNvSpPr>
          <p:nvPr/>
        </p:nvSpPr>
        <p:spPr bwMode="auto">
          <a:xfrm>
            <a:off x="1371600" y="971550"/>
            <a:ext cx="6477000" cy="3429000"/>
          </a:xfrm>
          <a:prstGeom prst="round2DiagRect">
            <a:avLst/>
          </a:prstGeom>
          <a:solidFill>
            <a:srgbClr val="0C0C32">
              <a:alpha val="20000"/>
            </a:srgbClr>
          </a:solidFill>
          <a:ln w="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24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endParaRPr>
          </a:p>
        </p:txBody>
      </p:sp>
      <p:sp>
        <p:nvSpPr>
          <p:cNvPr id="9" name="TextBox 8">
            <a:extLst>
              <a:ext uri="{FF2B5EF4-FFF2-40B4-BE49-F238E27FC236}">
                <a16:creationId xmlns:a16="http://schemas.microsoft.com/office/drawing/2014/main" id="{D1C29B5F-E7BE-E8E7-46AC-9C0B0D84B76C}"/>
              </a:ext>
            </a:extLst>
          </p:cNvPr>
          <p:cNvSpPr txBox="1"/>
          <p:nvPr/>
        </p:nvSpPr>
        <p:spPr>
          <a:xfrm>
            <a:off x="1371600" y="1625808"/>
            <a:ext cx="6477000" cy="1015663"/>
          </a:xfrm>
          <a:prstGeom prst="rect">
            <a:avLst/>
          </a:prstGeom>
          <a:noFill/>
          <a:effectLst>
            <a:outerShdw blurRad="50800" dist="38100" dir="2700000" algn="tl" rotWithShape="0">
              <a:prstClr val="black">
                <a:alpha val="40000"/>
              </a:prstClr>
            </a:outerShdw>
          </a:effectLst>
        </p:spPr>
        <p:txBody>
          <a:bodyPr wrap="square" rtlCol="0">
            <a:sp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ko-KR" altLang="en-US" sz="6000" b="1" i="0" u="none" strike="noStrike" kern="1200" cap="none" spc="0" normalizeH="0" baseline="0" noProof="0" dirty="0">
                <a:ln>
                  <a:noFill/>
                </a:ln>
                <a:solidFill>
                  <a:srgbClr val="00194C"/>
                </a:solidFill>
                <a:effectLst/>
                <a:uLnTx/>
                <a:uFillTx/>
                <a:latin typeface="Malgun Gothic" panose="020B0503020000020004" pitchFamily="50" charset="-127"/>
                <a:ea typeface="맑은 고딕" panose="020B0503020000020004" pitchFamily="50" charset="-127"/>
              </a:rPr>
              <a:t>찬   송   가</a:t>
            </a:r>
          </a:p>
        </p:txBody>
      </p:sp>
      <p:sp>
        <p:nvSpPr>
          <p:cNvPr id="10" name="TextBox 9">
            <a:extLst>
              <a:ext uri="{FF2B5EF4-FFF2-40B4-BE49-F238E27FC236}">
                <a16:creationId xmlns:a16="http://schemas.microsoft.com/office/drawing/2014/main" id="{DFD625C6-8AFE-AB65-A748-496BCDC0ECB3}"/>
              </a:ext>
            </a:extLst>
          </p:cNvPr>
          <p:cNvSpPr txBox="1"/>
          <p:nvPr/>
        </p:nvSpPr>
        <p:spPr>
          <a:xfrm>
            <a:off x="1371600" y="3134173"/>
            <a:ext cx="6477000" cy="769441"/>
          </a:xfrm>
          <a:prstGeom prst="rect">
            <a:avLst/>
          </a:prstGeom>
          <a:noFill/>
          <a:effectLst>
            <a:outerShdw blurRad="50800" dist="38100" dir="2700000" algn="tl" rotWithShape="0">
              <a:prstClr val="black">
                <a:alpha val="40000"/>
              </a:prstClr>
            </a:outerShdw>
          </a:effectLst>
        </p:spPr>
        <p:txBody>
          <a:bodyPr wrap="square" rtlCol="0">
            <a:sp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4400" b="1" i="0" u="none" strike="noStrike" kern="1200" cap="none" spc="0" normalizeH="0" baseline="0" noProof="0" dirty="0">
                <a:ln>
                  <a:noFill/>
                </a:ln>
                <a:solidFill>
                  <a:srgbClr val="002060"/>
                </a:solidFill>
                <a:effectLst/>
                <a:uLnTx/>
                <a:uFillTx/>
                <a:latin typeface="맑은 고딕" panose="020B0503020000020004" pitchFamily="50" charset="-127"/>
                <a:ea typeface="맑은 고딕" panose="020B0503020000020004" pitchFamily="50" charset="-127"/>
              </a:rPr>
              <a:t>198</a:t>
            </a:r>
            <a:r>
              <a:rPr kumimoji="1" lang="ko-KR" altLang="en-US" sz="4400" b="1" i="0" u="none" strike="noStrike" kern="1200" cap="none" spc="0" normalizeH="0" baseline="0" noProof="0" dirty="0">
                <a:ln>
                  <a:noFill/>
                </a:ln>
                <a:solidFill>
                  <a:srgbClr val="002060"/>
                </a:solidFill>
                <a:effectLst/>
                <a:uLnTx/>
                <a:uFillTx/>
                <a:latin typeface="맑은 고딕" panose="020B0503020000020004" pitchFamily="50" charset="-127"/>
                <a:ea typeface="맑은 고딕" panose="020B0503020000020004" pitchFamily="50" charset="-127"/>
              </a:rPr>
              <a:t>장</a:t>
            </a:r>
          </a:p>
        </p:txBody>
      </p:sp>
      <p:sp>
        <p:nvSpPr>
          <p:cNvPr id="2" name="TextBox 1">
            <a:extLst>
              <a:ext uri="{FF2B5EF4-FFF2-40B4-BE49-F238E27FC236}">
                <a16:creationId xmlns:a16="http://schemas.microsoft.com/office/drawing/2014/main" id="{C7848D3F-7179-EF09-9046-7EA991753B8E}"/>
              </a:ext>
            </a:extLst>
          </p:cNvPr>
          <p:cNvSpPr txBox="1"/>
          <p:nvPr/>
        </p:nvSpPr>
        <p:spPr>
          <a:xfrm>
            <a:off x="2981677" y="2641471"/>
            <a:ext cx="3180645" cy="400110"/>
          </a:xfrm>
          <a:prstGeom prst="rect">
            <a:avLst/>
          </a:prstGeom>
          <a:noFill/>
          <a:effectLst>
            <a:outerShdw blurRad="50800" dist="38100" dir="2700000" algn="tl" rotWithShape="0">
              <a:prstClr val="black">
                <a:alpha val="40000"/>
              </a:prstClr>
            </a:outerShdw>
          </a:effectLst>
        </p:spPr>
        <p:txBody>
          <a:bodyPr wrap="square">
            <a:sp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2000" b="0" i="0" u="none" strike="noStrike" kern="1200" cap="none" spc="0" normalizeH="0" baseline="0" noProof="0" dirty="0">
                <a:ln>
                  <a:noFill/>
                </a:ln>
                <a:solidFill>
                  <a:srgbClr val="0C0C32"/>
                </a:solidFill>
                <a:effectLst/>
                <a:uLnTx/>
                <a:uFillTx/>
                <a:latin typeface="Malgun Gothic" panose="020B0503020000020004" pitchFamily="50" charset="-127"/>
                <a:ea typeface="맑은 고딕" panose="020B0503020000020004" pitchFamily="50" charset="-127"/>
              </a:rPr>
              <a:t>WORSHIP HYMN</a:t>
            </a:r>
            <a:endParaRPr kumimoji="1" lang="ko-KR" altLang="en-US" sz="2000" b="0" i="0" u="none" strike="noStrike" kern="1200" cap="none" spc="0" normalizeH="0" baseline="0" noProof="0" dirty="0">
              <a:ln>
                <a:noFill/>
              </a:ln>
              <a:solidFill>
                <a:srgbClr val="0C0C32"/>
              </a:solidFill>
              <a:effectLst/>
              <a:uLnTx/>
              <a:uFillTx/>
              <a:latin typeface="Malgun Gothic" panose="020B0503020000020004" pitchFamily="50" charset="-127"/>
              <a:ea typeface="맑은 고딕" panose="020B0503020000020004" pitchFamily="50" charset="-127"/>
              <a:cs typeface="+mn-cs"/>
            </a:endParaRPr>
          </a:p>
        </p:txBody>
      </p:sp>
    </p:spTree>
    <p:extLst>
      <p:ext uri="{BB962C8B-B14F-4D97-AF65-F5344CB8AC3E}">
        <p14:creationId xmlns:p14="http://schemas.microsoft.com/office/powerpoint/2010/main" val="1768587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050" name="그림 2">
            <a:extLst>
              <a:ext uri="{FF2B5EF4-FFF2-40B4-BE49-F238E27FC236}">
                <a16:creationId xmlns:a16="http://schemas.microsoft.com/office/drawing/2014/main" id="{3363EF8D-8783-DAE7-2DA4-8D87F6327A9B}"/>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487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074" name="그림 2">
            <a:extLst>
              <a:ext uri="{FF2B5EF4-FFF2-40B4-BE49-F238E27FC236}">
                <a16:creationId xmlns:a16="http://schemas.microsoft.com/office/drawing/2014/main" id="{D0BC69F3-83F4-449C-1C36-AB3777CD3E68}"/>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487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098" name="그림 2">
            <a:extLst>
              <a:ext uri="{FF2B5EF4-FFF2-40B4-BE49-F238E27FC236}">
                <a16:creationId xmlns:a16="http://schemas.microsoft.com/office/drawing/2014/main" id="{0FB2ADD9-3CF2-7868-1720-33CFB0440FE1}"/>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487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122" name="그림 1">
            <a:extLst>
              <a:ext uri="{FF2B5EF4-FFF2-40B4-BE49-F238E27FC236}">
                <a16:creationId xmlns:a16="http://schemas.microsoft.com/office/drawing/2014/main" id="{5449676B-F2EF-698E-4F9B-30E4CF0BB148}"/>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487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146" name="그림 1">
            <a:extLst>
              <a:ext uri="{FF2B5EF4-FFF2-40B4-BE49-F238E27FC236}">
                <a16:creationId xmlns:a16="http://schemas.microsoft.com/office/drawing/2014/main" id="{0DE243AC-A1F9-C944-BA6F-2DEFE023FB85}"/>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487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170" name="그림 1">
            <a:extLst>
              <a:ext uri="{FF2B5EF4-FFF2-40B4-BE49-F238E27FC236}">
                <a16:creationId xmlns:a16="http://schemas.microsoft.com/office/drawing/2014/main" id="{7767C371-02DA-36BF-99F6-DD4BBCAC346C}"/>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487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194" name="그림 1">
            <a:extLst>
              <a:ext uri="{FF2B5EF4-FFF2-40B4-BE49-F238E27FC236}">
                <a16:creationId xmlns:a16="http://schemas.microsoft.com/office/drawing/2014/main" id="{E570F26B-FD28-C43A-84AD-C559CFB519A4}"/>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4948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9218" name="그림 1">
            <a:extLst>
              <a:ext uri="{FF2B5EF4-FFF2-40B4-BE49-F238E27FC236}">
                <a16:creationId xmlns:a16="http://schemas.microsoft.com/office/drawing/2014/main" id="{14D3374F-260F-8136-6EF5-69B65B6645D7}"/>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4948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242" name="그림 1">
            <a:extLst>
              <a:ext uri="{FF2B5EF4-FFF2-40B4-BE49-F238E27FC236}">
                <a16:creationId xmlns:a16="http://schemas.microsoft.com/office/drawing/2014/main" id="{70D02E1C-2C2F-AD9A-2A9C-0D3E4B20906B}"/>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487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1266" name="그림 1">
            <a:extLst>
              <a:ext uri="{FF2B5EF4-FFF2-40B4-BE49-F238E27FC236}">
                <a16:creationId xmlns:a16="http://schemas.microsoft.com/office/drawing/2014/main" id="{418A2CB7-1FD9-6430-0730-7644A03F8779}"/>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487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2290" name="그림 1">
            <a:extLst>
              <a:ext uri="{FF2B5EF4-FFF2-40B4-BE49-F238E27FC236}">
                <a16:creationId xmlns:a16="http://schemas.microsoft.com/office/drawing/2014/main" id="{797807E6-3B23-D41F-D396-8BF79F0B99FC}"/>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487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3314" name="그림 1">
            <a:extLst>
              <a:ext uri="{FF2B5EF4-FFF2-40B4-BE49-F238E27FC236}">
                <a16:creationId xmlns:a16="http://schemas.microsoft.com/office/drawing/2014/main" id="{777017C1-6AC7-DFA2-1456-27EED8C7BEDA}"/>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480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PhAnim="0">
  <p:cSld>
    <p:bg>
      <p:bgPr>
        <a:blipFill dpi="0" rotWithShape="0">
          <a:blip r:embed="rId2">
            <a:alphaModFix amt="50000"/>
            <a:lum/>
          </a:blip>
          <a:srcRect/>
          <a:stretch>
            <a:fillRect t="-9000" b="-9000"/>
          </a:stretch>
        </a:blipFill>
        <a:effectLst/>
      </p:bgPr>
    </p:bg>
    <p:spTree>
      <p:nvGrpSpPr>
        <p:cNvPr id="1" name="">
          <a:extLst>
            <a:ext uri="{FF2B5EF4-FFF2-40B4-BE49-F238E27FC236}">
              <a16:creationId xmlns:a16="http://schemas.microsoft.com/office/drawing/2014/main" id="{4BE48328-5838-E416-7037-50D930D83AC3}"/>
            </a:ext>
          </a:extLst>
        </p:cNvPr>
        <p:cNvGrpSpPr/>
        <p:nvPr/>
      </p:nvGrpSpPr>
      <p:grpSpPr>
        <a:xfrm>
          <a:off x="0" y="0"/>
          <a:ext cx="0" cy="0"/>
          <a:chOff x="0" y="0"/>
          <a:chExt cx="0" cy="0"/>
        </a:xfrm>
      </p:grpSpPr>
      <p:sp>
        <p:nvSpPr>
          <p:cNvPr id="5" name="대각선 방향의 모서리가 둥근 사각형 4">
            <a:extLst>
              <a:ext uri="{FF2B5EF4-FFF2-40B4-BE49-F238E27FC236}">
                <a16:creationId xmlns:a16="http://schemas.microsoft.com/office/drawing/2014/main" id="{0932533F-A2AF-39E4-142E-905A4DED693E}"/>
              </a:ext>
            </a:extLst>
          </p:cNvPr>
          <p:cNvSpPr>
            <a:spLocks noChangeAspect="1"/>
          </p:cNvSpPr>
          <p:nvPr/>
        </p:nvSpPr>
        <p:spPr bwMode="auto">
          <a:xfrm>
            <a:off x="1447800" y="995570"/>
            <a:ext cx="6477000" cy="3429000"/>
          </a:xfrm>
          <a:prstGeom prst="round2DiagRect">
            <a:avLst/>
          </a:prstGeom>
          <a:solidFill>
            <a:schemeClr val="bg2">
              <a:lumMod val="60000"/>
              <a:lumOff val="40000"/>
              <a:alpha val="34000"/>
            </a:schemeClr>
          </a:solidFill>
          <a:ln w="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24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endParaRPr>
          </a:p>
        </p:txBody>
      </p:sp>
      <p:sp>
        <p:nvSpPr>
          <p:cNvPr id="4664322" name="Rectangle 2">
            <a:extLst>
              <a:ext uri="{FF2B5EF4-FFF2-40B4-BE49-F238E27FC236}">
                <a16:creationId xmlns:a16="http://schemas.microsoft.com/office/drawing/2014/main" id="{76D1C59F-3188-BD74-6B29-4D15E54CF71A}"/>
              </a:ext>
            </a:extLst>
          </p:cNvPr>
          <p:cNvSpPr>
            <a:spLocks noGrp="1" noChangeArrowheads="1"/>
          </p:cNvSpPr>
          <p:nvPr>
            <p:ph type="title"/>
          </p:nvPr>
        </p:nvSpPr>
        <p:spPr>
          <a:xfrm>
            <a:off x="1371600" y="1047750"/>
            <a:ext cx="6477000" cy="1243013"/>
          </a:xfrm>
          <a:effectLst>
            <a:outerShdw blurRad="50800" dist="38100" dir="2700000" algn="tl" rotWithShape="0">
              <a:prstClr val="black">
                <a:alpha val="40000"/>
              </a:prstClr>
            </a:outerShdw>
          </a:effectLst>
        </p:spPr>
        <p:txBody>
          <a:bodyPr/>
          <a:lstStyle/>
          <a:p>
            <a:pPr eaLnBrk="1" hangingPunct="1"/>
            <a:r>
              <a:rPr lang="ko-KR" altLang="en-US" sz="6600" dirty="0">
                <a:solidFill>
                  <a:schemeClr val="tx1"/>
                </a:solidFill>
                <a:latin typeface="Malgun Gothic" panose="020B0503020000020004" pitchFamily="50" charset="-127"/>
              </a:rPr>
              <a:t>성 경 봉 독</a:t>
            </a:r>
          </a:p>
        </p:txBody>
      </p:sp>
      <p:sp>
        <p:nvSpPr>
          <p:cNvPr id="2" name="TextBox 1">
            <a:extLst>
              <a:ext uri="{FF2B5EF4-FFF2-40B4-BE49-F238E27FC236}">
                <a16:creationId xmlns:a16="http://schemas.microsoft.com/office/drawing/2014/main" id="{C4B93419-AAA0-B25A-053F-F22B3484F024}"/>
              </a:ext>
            </a:extLst>
          </p:cNvPr>
          <p:cNvSpPr txBox="1"/>
          <p:nvPr/>
        </p:nvSpPr>
        <p:spPr>
          <a:xfrm>
            <a:off x="2815928" y="2163995"/>
            <a:ext cx="3740743" cy="400110"/>
          </a:xfrm>
          <a:prstGeom prst="rect">
            <a:avLst/>
          </a:prstGeom>
          <a:noFill/>
          <a:effectLst>
            <a:outerShdw blurRad="50800" dist="38100" dir="2700000" algn="tl" rotWithShape="0">
              <a:prstClr val="black">
                <a:alpha val="40000"/>
              </a:prstClr>
            </a:outerShdw>
          </a:effectLst>
        </p:spPr>
        <p:txBody>
          <a:bodyPr wrap="square">
            <a:sp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2000" b="0"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rPr>
              <a:t>SCRIPTURE READING</a:t>
            </a:r>
            <a:endParaRPr kumimoji="1" lang="ko-KR" altLang="en-US" sz="2000" b="0"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cs typeface="+mn-cs"/>
            </a:endParaRPr>
          </a:p>
        </p:txBody>
      </p:sp>
      <p:sp>
        <p:nvSpPr>
          <p:cNvPr id="3" name="Rectangle 2">
            <a:extLst>
              <a:ext uri="{FF2B5EF4-FFF2-40B4-BE49-F238E27FC236}">
                <a16:creationId xmlns:a16="http://schemas.microsoft.com/office/drawing/2014/main" id="{1D478BA4-D87F-8BD3-B116-015A8A3ECEC7}"/>
              </a:ext>
            </a:extLst>
          </p:cNvPr>
          <p:cNvSpPr txBox="1">
            <a:spLocks noChangeArrowheads="1"/>
          </p:cNvSpPr>
          <p:nvPr/>
        </p:nvSpPr>
        <p:spPr bwMode="auto">
          <a:xfrm>
            <a:off x="1866900" y="2705597"/>
            <a:ext cx="5638800" cy="168222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3492" tIns="31746" rIns="63492" bIns="31746" numCol="1" anchor="ctr" anchorCtr="0" compatLnSpc="1">
            <a:prstTxWarp prst="textNoShape">
              <a:avLst/>
            </a:prstTxWarp>
          </a:bodyPr>
          <a:lstStyle>
            <a:lvl1pPr algn="ctr" rtl="0" eaLnBrk="0" fontAlgn="base" latinLnBrk="1" hangingPunct="0">
              <a:spcBef>
                <a:spcPct val="0"/>
              </a:spcBef>
              <a:spcAft>
                <a:spcPct val="0"/>
              </a:spcAft>
              <a:defRPr kumimoji="1" sz="3100">
                <a:solidFill>
                  <a:schemeClr val="tx2"/>
                </a:solidFill>
                <a:latin typeface="Gulim" pitchFamily="34" charset="-127"/>
                <a:ea typeface="Gulim" pitchFamily="34" charset="-127"/>
                <a:cs typeface="+mj-cs"/>
              </a:defRPr>
            </a:lvl1pPr>
            <a:lvl2pPr algn="ctr" rtl="0" eaLnBrk="0" fontAlgn="base" latinLnBrk="1" hangingPunct="0">
              <a:spcBef>
                <a:spcPct val="0"/>
              </a:spcBef>
              <a:spcAft>
                <a:spcPct val="0"/>
              </a:spcAft>
              <a:defRPr kumimoji="1" sz="3100">
                <a:solidFill>
                  <a:schemeClr val="tx2"/>
                </a:solidFill>
                <a:latin typeface="Gulim" pitchFamily="34" charset="-127"/>
                <a:ea typeface="Gulim" pitchFamily="34" charset="-127"/>
              </a:defRPr>
            </a:lvl2pPr>
            <a:lvl3pPr algn="ctr" rtl="0" eaLnBrk="0" fontAlgn="base" latinLnBrk="1" hangingPunct="0">
              <a:spcBef>
                <a:spcPct val="0"/>
              </a:spcBef>
              <a:spcAft>
                <a:spcPct val="0"/>
              </a:spcAft>
              <a:defRPr kumimoji="1" sz="3100">
                <a:solidFill>
                  <a:schemeClr val="tx2"/>
                </a:solidFill>
                <a:latin typeface="Gulim" pitchFamily="34" charset="-127"/>
                <a:ea typeface="Gulim" pitchFamily="34" charset="-127"/>
              </a:defRPr>
            </a:lvl3pPr>
            <a:lvl4pPr algn="ctr" rtl="0" eaLnBrk="0" fontAlgn="base" latinLnBrk="1" hangingPunct="0">
              <a:spcBef>
                <a:spcPct val="0"/>
              </a:spcBef>
              <a:spcAft>
                <a:spcPct val="0"/>
              </a:spcAft>
              <a:defRPr kumimoji="1" sz="3100">
                <a:solidFill>
                  <a:schemeClr val="tx2"/>
                </a:solidFill>
                <a:latin typeface="Gulim" pitchFamily="34" charset="-127"/>
                <a:ea typeface="Gulim" pitchFamily="34" charset="-127"/>
              </a:defRPr>
            </a:lvl4pPr>
            <a:lvl5pPr algn="ctr" rtl="0" eaLnBrk="0" fontAlgn="base" latinLnBrk="1" hangingPunct="0">
              <a:spcBef>
                <a:spcPct val="0"/>
              </a:spcBef>
              <a:spcAft>
                <a:spcPct val="0"/>
              </a:spcAft>
              <a:defRPr kumimoji="1" sz="3100">
                <a:solidFill>
                  <a:schemeClr val="tx2"/>
                </a:solidFill>
                <a:latin typeface="Gulim" pitchFamily="34" charset="-127"/>
                <a:ea typeface="Gulim" pitchFamily="34" charset="-127"/>
              </a:defRPr>
            </a:lvl5pPr>
            <a:lvl6pPr marL="317456" algn="ctr" rtl="0" fontAlgn="base" latinLnBrk="1">
              <a:spcBef>
                <a:spcPct val="0"/>
              </a:spcBef>
              <a:spcAft>
                <a:spcPct val="0"/>
              </a:spcAft>
              <a:defRPr kumimoji="1" sz="3100">
                <a:solidFill>
                  <a:schemeClr val="tx2"/>
                </a:solidFill>
                <a:latin typeface="굴림" pitchFamily="50" charset="-127"/>
                <a:ea typeface="굴림" pitchFamily="50" charset="-127"/>
              </a:defRPr>
            </a:lvl6pPr>
            <a:lvl7pPr marL="634913" algn="ctr" rtl="0" fontAlgn="base" latinLnBrk="1">
              <a:spcBef>
                <a:spcPct val="0"/>
              </a:spcBef>
              <a:spcAft>
                <a:spcPct val="0"/>
              </a:spcAft>
              <a:defRPr kumimoji="1" sz="3100">
                <a:solidFill>
                  <a:schemeClr val="tx2"/>
                </a:solidFill>
                <a:latin typeface="굴림" pitchFamily="50" charset="-127"/>
                <a:ea typeface="굴림" pitchFamily="50" charset="-127"/>
              </a:defRPr>
            </a:lvl7pPr>
            <a:lvl8pPr marL="952369" algn="ctr" rtl="0" fontAlgn="base" latinLnBrk="1">
              <a:spcBef>
                <a:spcPct val="0"/>
              </a:spcBef>
              <a:spcAft>
                <a:spcPct val="0"/>
              </a:spcAft>
              <a:defRPr kumimoji="1" sz="3100">
                <a:solidFill>
                  <a:schemeClr val="tx2"/>
                </a:solidFill>
                <a:latin typeface="굴림" pitchFamily="50" charset="-127"/>
                <a:ea typeface="굴림" pitchFamily="50" charset="-127"/>
              </a:defRPr>
            </a:lvl8pPr>
            <a:lvl9pPr marL="1269825" algn="ctr" rtl="0" fontAlgn="base" latinLnBrk="1">
              <a:spcBef>
                <a:spcPct val="0"/>
              </a:spcBef>
              <a:spcAft>
                <a:spcPct val="0"/>
              </a:spcAft>
              <a:defRPr kumimoji="1" sz="3100">
                <a:solidFill>
                  <a:schemeClr val="tx2"/>
                </a:solidFill>
                <a:latin typeface="굴림" pitchFamily="50" charset="-127"/>
                <a:ea typeface="굴림" pitchFamily="50" charset="-127"/>
              </a:defRPr>
            </a:lvl9pPr>
          </a:lstStyle>
          <a:p>
            <a:pPr marL="0" marR="0" lvl="0" indent="0" algn="ctr" defTabSz="914400" rtl="0" eaLnBrk="1" fontAlgn="base" latinLnBrk="1" hangingPunct="1">
              <a:lnSpc>
                <a:spcPct val="100000"/>
              </a:lnSpc>
              <a:spcBef>
                <a:spcPts val="300"/>
              </a:spcBef>
              <a:spcAft>
                <a:spcPct val="0"/>
              </a:spcAft>
              <a:buClrTx/>
              <a:buSzTx/>
              <a:buFontTx/>
              <a:buNone/>
              <a:tabLst/>
              <a:defRPr/>
            </a:pPr>
            <a:r>
              <a:rPr kumimoji="1" lang="ko-KR" altLang="en-US" sz="2800" b="1"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rPr>
              <a:t>고린도전서</a:t>
            </a:r>
            <a:endParaRPr kumimoji="1" lang="en-US" altLang="ko-KR" sz="2800" b="1"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endParaRPr>
          </a:p>
          <a:p>
            <a:pPr marL="0" marR="0" lvl="0" indent="0" algn="ctr" defTabSz="914400" rtl="0" eaLnBrk="1" fontAlgn="base" latinLnBrk="1" hangingPunct="1">
              <a:lnSpc>
                <a:spcPct val="100000"/>
              </a:lnSpc>
              <a:spcBef>
                <a:spcPts val="300"/>
              </a:spcBef>
              <a:spcAft>
                <a:spcPct val="0"/>
              </a:spcAft>
              <a:buClrTx/>
              <a:buSzTx/>
              <a:buFontTx/>
              <a:buNone/>
              <a:tabLst/>
              <a:defRPr/>
            </a:pPr>
            <a:r>
              <a:rPr kumimoji="1" lang="en-US" altLang="ko-KR" sz="2800" b="0" i="0" u="none" strike="noStrike" kern="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rPr>
              <a:t>(1CORINTHIANS)</a:t>
            </a:r>
          </a:p>
          <a:p>
            <a:pPr marL="0" marR="0" lvl="0" indent="0" algn="ctr" defTabSz="914400" rtl="0" eaLnBrk="1" fontAlgn="base" latinLnBrk="1" hangingPunct="1">
              <a:lnSpc>
                <a:spcPct val="100000"/>
              </a:lnSpc>
              <a:spcBef>
                <a:spcPts val="300"/>
              </a:spcBef>
              <a:spcAft>
                <a:spcPct val="0"/>
              </a:spcAft>
              <a:buClrTx/>
              <a:buSzTx/>
              <a:buFontTx/>
              <a:buNone/>
              <a:tabLst/>
              <a:defRPr/>
            </a:pPr>
            <a:r>
              <a:rPr kumimoji="1" lang="en-US" altLang="ko-KR" sz="28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rPr>
              <a:t>11:23-29</a:t>
            </a:r>
            <a:endParaRPr kumimoji="1" lang="ko-KR" altLang="en-US" sz="28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4094994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showMasterPhAnim="0">
  <p:cSld>
    <p:bg>
      <p:bgPr>
        <a:blipFill dpi="0" rotWithShape="0">
          <a:blip r:embed="rId2">
            <a:alphaModFix amt="50000"/>
            <a:lum/>
          </a:blip>
          <a:srcRect/>
          <a:stretch>
            <a:fillRect t="-9000" b="-9000"/>
          </a:stretch>
        </a:blipFill>
        <a:effectLst/>
      </p:bgPr>
    </p:bg>
    <p:spTree>
      <p:nvGrpSpPr>
        <p:cNvPr id="1" name="">
          <a:extLst>
            <a:ext uri="{FF2B5EF4-FFF2-40B4-BE49-F238E27FC236}">
              <a16:creationId xmlns:a16="http://schemas.microsoft.com/office/drawing/2014/main" id="{57CF4B06-6C66-9833-F231-9411CC2E5A6A}"/>
            </a:ext>
          </a:extLst>
        </p:cNvPr>
        <p:cNvGrpSpPr/>
        <p:nvPr/>
      </p:nvGrpSpPr>
      <p:grpSpPr>
        <a:xfrm>
          <a:off x="0" y="0"/>
          <a:ext cx="0" cy="0"/>
          <a:chOff x="0" y="0"/>
          <a:chExt cx="0" cy="0"/>
        </a:xfrm>
      </p:grpSpPr>
      <p:sp>
        <p:nvSpPr>
          <p:cNvPr id="3" name="대각선 방향의 모서리가 둥근 사각형 2">
            <a:extLst>
              <a:ext uri="{FF2B5EF4-FFF2-40B4-BE49-F238E27FC236}">
                <a16:creationId xmlns:a16="http://schemas.microsoft.com/office/drawing/2014/main" id="{0D126C30-FD91-423E-699F-347EE42604AB}"/>
              </a:ext>
            </a:extLst>
          </p:cNvPr>
          <p:cNvSpPr>
            <a:spLocks noChangeAspect="1"/>
          </p:cNvSpPr>
          <p:nvPr/>
        </p:nvSpPr>
        <p:spPr bwMode="auto">
          <a:xfrm>
            <a:off x="152400" y="133350"/>
            <a:ext cx="8839200" cy="4876800"/>
          </a:xfrm>
          <a:prstGeom prst="round2DiagRect">
            <a:avLst/>
          </a:prstGeom>
          <a:solidFill>
            <a:schemeClr val="bg1">
              <a:lumMod val="85000"/>
              <a:alpha val="34000"/>
            </a:schemeClr>
          </a:solidFill>
          <a:ln w="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1" lang="en-US" altLang="ko-KR" sz="2800" b="1"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rPr>
              <a:t>11:23</a:t>
            </a:r>
          </a:p>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en-US" altLang="ko-KR" sz="2800" b="0" i="0" u="none" strike="noStrike" kern="1200" cap="none" spc="0" normalizeH="0" baseline="0" noProof="0" dirty="0">
              <a:ln>
                <a:noFill/>
              </a:ln>
              <a:solidFill>
                <a:srgbClr val="FEC200"/>
              </a:solidFill>
              <a:effectLst/>
              <a:uLnTx/>
              <a:uFillTx/>
              <a:latin typeface="맑은 고딕" panose="020B0503020000020004" pitchFamily="50" charset="-127"/>
              <a:ea typeface="맑은 고딕" panose="020B0503020000020004" pitchFamily="50" charset="-127"/>
            </a:endParaRPr>
          </a:p>
          <a:p>
            <a:pPr marL="0" marR="0" lvl="0" indent="0" algn="l" defTabSz="914400" rtl="0" eaLnBrk="1" fontAlgn="base" latinLnBrk="1" hangingPunct="1">
              <a:lnSpc>
                <a:spcPct val="100000"/>
              </a:lnSpc>
              <a:spcBef>
                <a:spcPct val="0"/>
              </a:spcBef>
              <a:spcAft>
                <a:spcPct val="0"/>
              </a:spcAft>
              <a:buClrTx/>
              <a:buSzTx/>
              <a:buFontTx/>
              <a:buNone/>
              <a:tabLst/>
              <a:defRPr/>
            </a:pPr>
            <a:r>
              <a:rPr kumimoji="1" lang="ko-KR" altLang="en-US" sz="2800" b="1"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rPr>
              <a:t>내가 너희에게 전한 것은 </a:t>
            </a:r>
          </a:p>
          <a:p>
            <a:pPr marL="0" marR="0" lvl="0" indent="0" algn="l" defTabSz="914400" rtl="0" eaLnBrk="1" fontAlgn="base" latinLnBrk="1" hangingPunct="1">
              <a:lnSpc>
                <a:spcPct val="100000"/>
              </a:lnSpc>
              <a:spcBef>
                <a:spcPct val="0"/>
              </a:spcBef>
              <a:spcAft>
                <a:spcPct val="0"/>
              </a:spcAft>
              <a:buClrTx/>
              <a:buSzTx/>
              <a:buFontTx/>
              <a:buNone/>
              <a:tabLst/>
              <a:defRPr/>
            </a:pPr>
            <a:r>
              <a:rPr kumimoji="1" lang="ko-KR" altLang="en-US" sz="2800" b="1"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rPr>
              <a:t>주께 받은 것이니 곧 </a:t>
            </a:r>
          </a:p>
          <a:p>
            <a:pPr marL="0" marR="0" lvl="0" indent="0" algn="l" defTabSz="914400" rtl="0" eaLnBrk="1" fontAlgn="base" latinLnBrk="1" hangingPunct="1">
              <a:lnSpc>
                <a:spcPct val="100000"/>
              </a:lnSpc>
              <a:spcBef>
                <a:spcPct val="0"/>
              </a:spcBef>
              <a:spcAft>
                <a:spcPct val="0"/>
              </a:spcAft>
              <a:buClrTx/>
              <a:buSzTx/>
              <a:buFontTx/>
              <a:buNone/>
              <a:tabLst/>
              <a:defRPr/>
            </a:pPr>
            <a:r>
              <a:rPr kumimoji="1" lang="ko-KR" altLang="en-US" sz="2800" b="1"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rPr>
              <a:t>주 예수께서 잡히시던 밤에 떡을 </a:t>
            </a:r>
            <a:r>
              <a:rPr kumimoji="1" lang="ko-KR" altLang="en-US" sz="2800" b="1" i="0" u="none" strike="noStrike" kern="1200" cap="none" spc="0" normalizeH="0" baseline="0" noProof="0" dirty="0" err="1">
                <a:ln>
                  <a:noFill/>
                </a:ln>
                <a:solidFill>
                  <a:srgbClr val="000000"/>
                </a:solidFill>
                <a:effectLst/>
                <a:uLnTx/>
                <a:uFillTx/>
                <a:latin typeface="맑은 고딕" panose="020B0503020000020004" pitchFamily="50" charset="-127"/>
                <a:ea typeface="맑은 고딕" panose="020B0503020000020004" pitchFamily="50" charset="-127"/>
              </a:rPr>
              <a:t>가지사</a:t>
            </a:r>
            <a:endParaRPr kumimoji="1" lang="ko-KR" altLang="en-US" sz="2800" b="1"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endParaRPr>
          </a:p>
          <a:p>
            <a:pPr marL="0" marR="0" lvl="0" indent="0" algn="l" defTabSz="914400" rtl="0" eaLnBrk="1" fontAlgn="base" latinLnBrk="1" hangingPunct="1">
              <a:lnSpc>
                <a:spcPct val="110000"/>
              </a:lnSpc>
              <a:spcBef>
                <a:spcPct val="0"/>
              </a:spcBef>
              <a:spcAft>
                <a:spcPct val="0"/>
              </a:spcAft>
              <a:buClrTx/>
              <a:buSzTx/>
              <a:buFontTx/>
              <a:buNone/>
              <a:tabLst/>
              <a:defRPr/>
            </a:pPr>
            <a:endParaRPr kumimoji="0" lang="en-US" altLang="ko-KR" sz="28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endParaRPr>
          </a:p>
          <a:p>
            <a:pPr marL="0" marR="0" lvl="0" indent="0" algn="l" defTabSz="914400" rtl="0" eaLnBrk="1" fontAlgn="base" latinLnBrk="1" hangingPunct="1">
              <a:lnSpc>
                <a:spcPct val="100000"/>
              </a:lnSpc>
              <a:spcBef>
                <a:spcPct val="0"/>
              </a:spcBef>
              <a:spcAft>
                <a:spcPct val="0"/>
              </a:spcAft>
              <a:buClrTx/>
              <a:buSzTx/>
              <a:buFontTx/>
              <a:buNone/>
              <a:tabLst/>
              <a:defRPr/>
            </a:pPr>
            <a:r>
              <a:rPr kumimoji="0" lang="en-US" altLang="ko-KR" sz="2400" b="1"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rPr>
              <a:t>For I received from the Lord what I also delivered to you, that the Lord Jesus on the night when he was betrayed took bread,	</a:t>
            </a:r>
            <a:r>
              <a:rPr kumimoji="0" lang="en-US" altLang="ko-KR" sz="2400" b="0" i="0" u="none" strike="noStrike" kern="1200" cap="none" spc="0" normalizeH="0" baseline="0" noProof="0" dirty="0">
                <a:ln>
                  <a:noFill/>
                </a:ln>
                <a:solidFill>
                  <a:srgbClr val="F6BB00"/>
                </a:solidFill>
                <a:effectLst/>
                <a:uLnTx/>
                <a:uFillTx/>
                <a:latin typeface="맑은 고딕" panose="020B0503020000020004" pitchFamily="50" charset="-127"/>
                <a:ea typeface="맑은 고딕" panose="020B0503020000020004" pitchFamily="50" charset="-127"/>
              </a:rPr>
              <a:t>						</a:t>
            </a:r>
            <a:endParaRPr kumimoji="1" lang="ko-KR" altLang="en-US" sz="2400" b="0" i="0" u="none" strike="noStrike" kern="1200" cap="none" spc="0" normalizeH="0" baseline="0" noProof="0" dirty="0">
              <a:ln>
                <a:noFill/>
              </a:ln>
              <a:solidFill>
                <a:srgbClr val="FEC200"/>
              </a:solidFill>
              <a:effectLst/>
              <a:uLnTx/>
              <a:uFillTx/>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7499127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showMasterPhAnim="0">
  <p:cSld>
    <p:bg>
      <p:bgPr>
        <a:blipFill dpi="0" rotWithShape="0">
          <a:blip r:embed="rId2">
            <a:alphaModFix amt="50000"/>
            <a:lum/>
          </a:blip>
          <a:srcRect/>
          <a:stretch>
            <a:fillRect t="-9000" b="-9000"/>
          </a:stretch>
        </a:blipFill>
        <a:effectLst/>
      </p:bgPr>
    </p:bg>
    <p:spTree>
      <p:nvGrpSpPr>
        <p:cNvPr id="1" name="">
          <a:extLst>
            <a:ext uri="{FF2B5EF4-FFF2-40B4-BE49-F238E27FC236}">
              <a16:creationId xmlns:a16="http://schemas.microsoft.com/office/drawing/2014/main" id="{E560825A-AFE0-C372-4DC6-16613B838DF7}"/>
            </a:ext>
          </a:extLst>
        </p:cNvPr>
        <p:cNvGrpSpPr/>
        <p:nvPr/>
      </p:nvGrpSpPr>
      <p:grpSpPr>
        <a:xfrm>
          <a:off x="0" y="0"/>
          <a:ext cx="0" cy="0"/>
          <a:chOff x="0" y="0"/>
          <a:chExt cx="0" cy="0"/>
        </a:xfrm>
      </p:grpSpPr>
      <p:sp>
        <p:nvSpPr>
          <p:cNvPr id="3" name="대각선 방향의 모서리가 둥근 사각형 2">
            <a:extLst>
              <a:ext uri="{FF2B5EF4-FFF2-40B4-BE49-F238E27FC236}">
                <a16:creationId xmlns:a16="http://schemas.microsoft.com/office/drawing/2014/main" id="{F72D4E50-A845-0F73-BD5B-FF903F5E520E}"/>
              </a:ext>
            </a:extLst>
          </p:cNvPr>
          <p:cNvSpPr>
            <a:spLocks noChangeAspect="1"/>
          </p:cNvSpPr>
          <p:nvPr/>
        </p:nvSpPr>
        <p:spPr bwMode="auto">
          <a:xfrm>
            <a:off x="152400" y="133350"/>
            <a:ext cx="8839200" cy="4876800"/>
          </a:xfrm>
          <a:prstGeom prst="round2DiagRect">
            <a:avLst/>
          </a:prstGeom>
          <a:solidFill>
            <a:schemeClr val="bg1">
              <a:lumMod val="85000"/>
              <a:alpha val="34000"/>
            </a:schemeClr>
          </a:solidFill>
          <a:ln w="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1" lang="en-US" altLang="ko-KR" sz="2800" b="1"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rPr>
              <a:t>11:24</a:t>
            </a:r>
          </a:p>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en-US" altLang="ko-KR" sz="2800" b="0" i="0" u="none" strike="noStrike" kern="1200" cap="none" spc="0" normalizeH="0" baseline="0" noProof="0" dirty="0">
              <a:ln>
                <a:noFill/>
              </a:ln>
              <a:solidFill>
                <a:srgbClr val="FEC200"/>
              </a:solidFill>
              <a:effectLst/>
              <a:uLnTx/>
              <a:uFillTx/>
              <a:latin typeface="맑은 고딕" panose="020B0503020000020004" pitchFamily="50" charset="-127"/>
              <a:ea typeface="맑은 고딕" panose="020B0503020000020004" pitchFamily="50" charset="-127"/>
            </a:endParaRPr>
          </a:p>
          <a:p>
            <a:pPr marL="0" marR="0" lvl="0" indent="0" algn="l" defTabSz="914400" rtl="0" eaLnBrk="1" fontAlgn="base" latinLnBrk="1" hangingPunct="1">
              <a:lnSpc>
                <a:spcPct val="100000"/>
              </a:lnSpc>
              <a:spcBef>
                <a:spcPct val="0"/>
              </a:spcBef>
              <a:spcAft>
                <a:spcPct val="0"/>
              </a:spcAft>
              <a:buClrTx/>
              <a:buSzTx/>
              <a:buFontTx/>
              <a:buNone/>
              <a:tabLst/>
              <a:defRPr/>
            </a:pPr>
            <a:r>
              <a:rPr kumimoji="1" lang="ko-KR" altLang="en-US" sz="2800" b="1"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rPr>
              <a:t>축사하시고 떼어 </a:t>
            </a:r>
            <a:r>
              <a:rPr kumimoji="1" lang="ko-KR" altLang="en-US" sz="2800" b="1" i="0" u="none" strike="noStrike" kern="1200" cap="none" spc="0" normalizeH="0" baseline="0" noProof="0" dirty="0" err="1">
                <a:ln>
                  <a:noFill/>
                </a:ln>
                <a:solidFill>
                  <a:srgbClr val="000000"/>
                </a:solidFill>
                <a:effectLst/>
                <a:uLnTx/>
                <a:uFillTx/>
                <a:latin typeface="맑은 고딕" panose="020B0503020000020004" pitchFamily="50" charset="-127"/>
                <a:ea typeface="맑은 고딕" panose="020B0503020000020004" pitchFamily="50" charset="-127"/>
              </a:rPr>
              <a:t>이르시되</a:t>
            </a:r>
            <a:r>
              <a:rPr kumimoji="1" lang="ko-KR" altLang="en-US" sz="2800" b="1"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rPr>
              <a:t> </a:t>
            </a:r>
          </a:p>
          <a:p>
            <a:pPr marL="0" marR="0" lvl="0" indent="0" algn="l" defTabSz="914400" rtl="0" eaLnBrk="1" fontAlgn="base" latinLnBrk="1" hangingPunct="1">
              <a:lnSpc>
                <a:spcPct val="100000"/>
              </a:lnSpc>
              <a:spcBef>
                <a:spcPct val="0"/>
              </a:spcBef>
              <a:spcAft>
                <a:spcPct val="0"/>
              </a:spcAft>
              <a:buClrTx/>
              <a:buSzTx/>
              <a:buFontTx/>
              <a:buNone/>
              <a:tabLst/>
              <a:defRPr/>
            </a:pPr>
            <a:r>
              <a:rPr kumimoji="1" lang="ko-KR" altLang="en-US" sz="2800" b="1"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rPr>
              <a:t>이것은 너희를 위하는 내 몸이니 </a:t>
            </a:r>
          </a:p>
          <a:p>
            <a:pPr marL="0" marR="0" lvl="0" indent="0" algn="l" defTabSz="914400" rtl="0" eaLnBrk="1" fontAlgn="base" latinLnBrk="1" hangingPunct="1">
              <a:lnSpc>
                <a:spcPct val="100000"/>
              </a:lnSpc>
              <a:spcBef>
                <a:spcPct val="0"/>
              </a:spcBef>
              <a:spcAft>
                <a:spcPct val="0"/>
              </a:spcAft>
              <a:buClrTx/>
              <a:buSzTx/>
              <a:buFontTx/>
              <a:buNone/>
              <a:tabLst/>
              <a:defRPr/>
            </a:pPr>
            <a:r>
              <a:rPr kumimoji="1" lang="ko-KR" altLang="en-US" sz="2800" b="1"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rPr>
              <a:t>이것을 행하여 나를 기념하라 하시고</a:t>
            </a:r>
          </a:p>
          <a:p>
            <a:pPr marL="0" marR="0" lvl="0" indent="0" algn="l" defTabSz="914400" rtl="0" eaLnBrk="1" fontAlgn="base" latinLnBrk="1" hangingPunct="1">
              <a:lnSpc>
                <a:spcPct val="100000"/>
              </a:lnSpc>
              <a:spcBef>
                <a:spcPct val="0"/>
              </a:spcBef>
              <a:spcAft>
                <a:spcPct val="0"/>
              </a:spcAft>
              <a:buClrTx/>
              <a:buSzTx/>
              <a:buFontTx/>
              <a:buNone/>
              <a:tabLst/>
              <a:defRPr/>
            </a:pPr>
            <a:endParaRPr kumimoji="0" lang="en-US" altLang="ko-KR" sz="28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endParaRPr>
          </a:p>
          <a:p>
            <a:pPr marL="0" marR="0" lvl="0" indent="0" algn="l" defTabSz="914400" rtl="0" eaLnBrk="1" fontAlgn="base" latinLnBrk="1" hangingPunct="1">
              <a:lnSpc>
                <a:spcPct val="100000"/>
              </a:lnSpc>
              <a:spcBef>
                <a:spcPct val="0"/>
              </a:spcBef>
              <a:spcAft>
                <a:spcPct val="0"/>
              </a:spcAft>
              <a:buClrTx/>
              <a:buSzTx/>
              <a:buFontTx/>
              <a:buNone/>
              <a:tabLst/>
              <a:defRPr/>
            </a:pPr>
            <a:r>
              <a:rPr kumimoji="0" lang="en-US" altLang="ko-KR" sz="2400" b="1"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rPr>
              <a:t>and when he had given thanks, he broke it, and said, </a:t>
            </a:r>
          </a:p>
          <a:p>
            <a:pPr marL="0" marR="0" lvl="0" indent="0" algn="l" defTabSz="914400" rtl="0" eaLnBrk="1" fontAlgn="base" latinLnBrk="1" hangingPunct="1">
              <a:lnSpc>
                <a:spcPct val="100000"/>
              </a:lnSpc>
              <a:spcBef>
                <a:spcPct val="0"/>
              </a:spcBef>
              <a:spcAft>
                <a:spcPct val="0"/>
              </a:spcAft>
              <a:buClrTx/>
              <a:buSzTx/>
              <a:buFontTx/>
              <a:buNone/>
              <a:tabLst/>
              <a:defRPr/>
            </a:pPr>
            <a:r>
              <a:rPr kumimoji="0" lang="en-US" altLang="ko-KR" sz="2400" b="1"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rPr>
              <a:t>“This is my body, which is for you. Do this in remembrance of me.”	</a:t>
            </a:r>
            <a:r>
              <a:rPr kumimoji="0" lang="en-US" altLang="ko-KR" sz="2800" b="1" i="0" u="none" strike="noStrike" kern="1200" cap="none" spc="0" normalizeH="0" baseline="0" noProof="0" dirty="0">
                <a:ln>
                  <a:noFill/>
                </a:ln>
                <a:solidFill>
                  <a:srgbClr val="F6BB00"/>
                </a:solidFill>
                <a:effectLst/>
                <a:uLnTx/>
                <a:uFillTx/>
                <a:latin typeface="맑은 고딕" panose="020B0503020000020004" pitchFamily="50" charset="-127"/>
                <a:ea typeface="맑은 고딕" panose="020B0503020000020004" pitchFamily="50" charset="-127"/>
              </a:rPr>
              <a:t>						</a:t>
            </a:r>
            <a:endParaRPr kumimoji="1" lang="ko-KR" altLang="en-US" sz="2800" b="1" i="0" u="none" strike="noStrike" kern="1200" cap="none" spc="0" normalizeH="0" baseline="0" noProof="0" dirty="0">
              <a:ln>
                <a:noFill/>
              </a:ln>
              <a:solidFill>
                <a:srgbClr val="FEC200"/>
              </a:solidFill>
              <a:effectLst/>
              <a:uLnTx/>
              <a:uFillTx/>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1587475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showMasterPhAnim="0">
  <p:cSld>
    <p:bg>
      <p:bgPr>
        <a:blipFill dpi="0" rotWithShape="0">
          <a:blip r:embed="rId2">
            <a:alphaModFix amt="50000"/>
            <a:lum/>
          </a:blip>
          <a:srcRect/>
          <a:stretch>
            <a:fillRect t="-9000" b="-9000"/>
          </a:stretch>
        </a:blipFill>
        <a:effectLst/>
      </p:bgPr>
    </p:bg>
    <p:spTree>
      <p:nvGrpSpPr>
        <p:cNvPr id="1" name="">
          <a:extLst>
            <a:ext uri="{FF2B5EF4-FFF2-40B4-BE49-F238E27FC236}">
              <a16:creationId xmlns:a16="http://schemas.microsoft.com/office/drawing/2014/main" id="{F202C017-FE0B-A85E-9145-8F690C219D97}"/>
            </a:ext>
          </a:extLst>
        </p:cNvPr>
        <p:cNvGrpSpPr/>
        <p:nvPr/>
      </p:nvGrpSpPr>
      <p:grpSpPr>
        <a:xfrm>
          <a:off x="0" y="0"/>
          <a:ext cx="0" cy="0"/>
          <a:chOff x="0" y="0"/>
          <a:chExt cx="0" cy="0"/>
        </a:xfrm>
      </p:grpSpPr>
      <p:sp>
        <p:nvSpPr>
          <p:cNvPr id="3" name="대각선 방향의 모서리가 둥근 사각형 2">
            <a:extLst>
              <a:ext uri="{FF2B5EF4-FFF2-40B4-BE49-F238E27FC236}">
                <a16:creationId xmlns:a16="http://schemas.microsoft.com/office/drawing/2014/main" id="{26E2941E-4312-51E2-6819-F83C39DE52AC}"/>
              </a:ext>
            </a:extLst>
          </p:cNvPr>
          <p:cNvSpPr>
            <a:spLocks noChangeAspect="1"/>
          </p:cNvSpPr>
          <p:nvPr/>
        </p:nvSpPr>
        <p:spPr bwMode="auto">
          <a:xfrm>
            <a:off x="152400" y="133350"/>
            <a:ext cx="8839200" cy="4876800"/>
          </a:xfrm>
          <a:prstGeom prst="round2DiagRect">
            <a:avLst/>
          </a:prstGeom>
          <a:solidFill>
            <a:schemeClr val="bg1">
              <a:lumMod val="85000"/>
              <a:alpha val="34000"/>
            </a:schemeClr>
          </a:solidFill>
          <a:ln w="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1" lang="en-US" altLang="ko-KR" sz="2800" b="1"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rPr>
              <a:t>11:25</a:t>
            </a:r>
          </a:p>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en-US" altLang="ko-KR" sz="2800" b="1" i="0" u="none" strike="noStrike" kern="1200" cap="none" spc="0" normalizeH="0" baseline="0" noProof="0" dirty="0">
              <a:ln>
                <a:noFill/>
              </a:ln>
              <a:solidFill>
                <a:srgbClr val="FEC200"/>
              </a:solidFill>
              <a:effectLst/>
              <a:uLnTx/>
              <a:uFillTx/>
              <a:latin typeface="맑은 고딕" panose="020B0503020000020004" pitchFamily="50" charset="-127"/>
              <a:ea typeface="맑은 고딕" panose="020B0503020000020004" pitchFamily="50" charset="-127"/>
            </a:endParaRPr>
          </a:p>
          <a:p>
            <a:pPr marL="0" marR="0" lvl="0" indent="0" algn="l" defTabSz="914400" rtl="0" eaLnBrk="1" fontAlgn="base" latinLnBrk="1" hangingPunct="1">
              <a:lnSpc>
                <a:spcPct val="100000"/>
              </a:lnSpc>
              <a:spcBef>
                <a:spcPct val="0"/>
              </a:spcBef>
              <a:spcAft>
                <a:spcPct val="0"/>
              </a:spcAft>
              <a:buClrTx/>
              <a:buSzTx/>
              <a:buFontTx/>
              <a:buNone/>
              <a:tabLst/>
              <a:defRPr/>
            </a:pPr>
            <a:r>
              <a:rPr kumimoji="1" lang="ko-KR" altLang="en-US" sz="2800" b="1"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rPr>
              <a:t>식후에 또한 그와 같이 잔을 가지시고 </a:t>
            </a:r>
            <a:endParaRPr kumimoji="1" lang="en-US" altLang="ko-KR" sz="2800" b="1"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endParaRPr>
          </a:p>
          <a:p>
            <a:pPr marL="0" marR="0" lvl="0" indent="0" algn="l" defTabSz="914400" rtl="0" eaLnBrk="1" fontAlgn="base" latinLnBrk="1" hangingPunct="1">
              <a:lnSpc>
                <a:spcPct val="100000"/>
              </a:lnSpc>
              <a:spcBef>
                <a:spcPct val="0"/>
              </a:spcBef>
              <a:spcAft>
                <a:spcPct val="0"/>
              </a:spcAft>
              <a:buClrTx/>
              <a:buSzTx/>
              <a:buFontTx/>
              <a:buNone/>
              <a:tabLst/>
              <a:defRPr/>
            </a:pPr>
            <a:r>
              <a:rPr kumimoji="1" lang="ko-KR" altLang="en-US" sz="2800" b="1"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rPr>
              <a:t>이르시되 이 잔은 내 피로 세운 새 언약이니 </a:t>
            </a:r>
          </a:p>
          <a:p>
            <a:pPr marL="0" marR="0" lvl="0" indent="0" algn="l" defTabSz="914400" rtl="0" eaLnBrk="1" fontAlgn="base" latinLnBrk="1" hangingPunct="1">
              <a:lnSpc>
                <a:spcPct val="100000"/>
              </a:lnSpc>
              <a:spcBef>
                <a:spcPct val="0"/>
              </a:spcBef>
              <a:spcAft>
                <a:spcPct val="0"/>
              </a:spcAft>
              <a:buClrTx/>
              <a:buSzTx/>
              <a:buFontTx/>
              <a:buNone/>
              <a:tabLst/>
              <a:defRPr/>
            </a:pPr>
            <a:r>
              <a:rPr kumimoji="1" lang="ko-KR" altLang="en-US" sz="2800" b="1"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rPr>
              <a:t>이것을 행하여 마실 때마다 나를 기념하라 </a:t>
            </a:r>
            <a:endParaRPr kumimoji="1" lang="en-US" altLang="ko-KR" sz="2800" b="1"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endParaRPr>
          </a:p>
          <a:p>
            <a:pPr marL="0" marR="0" lvl="0" indent="0" algn="l" defTabSz="914400" rtl="0" eaLnBrk="1" fontAlgn="base" latinLnBrk="1" hangingPunct="1">
              <a:lnSpc>
                <a:spcPct val="100000"/>
              </a:lnSpc>
              <a:spcBef>
                <a:spcPct val="0"/>
              </a:spcBef>
              <a:spcAft>
                <a:spcPct val="0"/>
              </a:spcAft>
              <a:buClrTx/>
              <a:buSzTx/>
              <a:buFontTx/>
              <a:buNone/>
              <a:tabLst/>
              <a:defRPr/>
            </a:pPr>
            <a:r>
              <a:rPr kumimoji="1" lang="ko-KR" altLang="en-US" sz="2800" b="1"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rPr>
              <a:t>하셨으니</a:t>
            </a:r>
            <a:br>
              <a:rPr kumimoji="1" lang="en-US" altLang="ko-KR" sz="2800" b="1"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rPr>
            </a:br>
            <a:endParaRPr kumimoji="1" lang="ko-KR" altLang="en-US" sz="2800" b="1"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endParaRPr>
          </a:p>
          <a:p>
            <a:pPr marL="0" marR="0" lvl="0" indent="0" algn="l" defTabSz="914400" rtl="0" eaLnBrk="1" fontAlgn="base" latinLnBrk="1" hangingPunct="1">
              <a:lnSpc>
                <a:spcPct val="100000"/>
              </a:lnSpc>
              <a:spcBef>
                <a:spcPct val="0"/>
              </a:spcBef>
              <a:spcAft>
                <a:spcPct val="0"/>
              </a:spcAft>
              <a:buClrTx/>
              <a:buSzTx/>
              <a:buFontTx/>
              <a:buNone/>
              <a:tabLst/>
              <a:defRPr/>
            </a:pPr>
            <a:r>
              <a:rPr kumimoji="0" lang="en-US" altLang="ko-KR" sz="2400" b="1"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rPr>
              <a:t>In the same way also he took the cup, after supper, saying, “This cup is the new covenant in my blood. Do this, as often as you drink it, in remembrance of me.”</a:t>
            </a:r>
            <a:endParaRPr kumimoji="1" lang="ko-KR" altLang="en-US" sz="2400" b="1" i="0" u="none" strike="noStrike" kern="1200" cap="none" spc="0" normalizeH="0" baseline="0" noProof="0" dirty="0">
              <a:ln>
                <a:noFill/>
              </a:ln>
              <a:solidFill>
                <a:srgbClr val="FEC200"/>
              </a:solidFill>
              <a:effectLst/>
              <a:uLnTx/>
              <a:uFillTx/>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5534572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showMasterPhAnim="0">
  <p:cSld>
    <p:bg>
      <p:bgPr>
        <a:blipFill dpi="0" rotWithShape="0">
          <a:blip r:embed="rId2">
            <a:alphaModFix amt="50000"/>
            <a:lum/>
          </a:blip>
          <a:srcRect/>
          <a:stretch>
            <a:fillRect t="-9000" b="-9000"/>
          </a:stretch>
        </a:blipFill>
        <a:effectLst/>
      </p:bgPr>
    </p:bg>
    <p:spTree>
      <p:nvGrpSpPr>
        <p:cNvPr id="1" name="">
          <a:extLst>
            <a:ext uri="{FF2B5EF4-FFF2-40B4-BE49-F238E27FC236}">
              <a16:creationId xmlns:a16="http://schemas.microsoft.com/office/drawing/2014/main" id="{C339FD7C-70FC-DDE0-E639-542142B49C18}"/>
            </a:ext>
          </a:extLst>
        </p:cNvPr>
        <p:cNvGrpSpPr/>
        <p:nvPr/>
      </p:nvGrpSpPr>
      <p:grpSpPr>
        <a:xfrm>
          <a:off x="0" y="0"/>
          <a:ext cx="0" cy="0"/>
          <a:chOff x="0" y="0"/>
          <a:chExt cx="0" cy="0"/>
        </a:xfrm>
      </p:grpSpPr>
      <p:sp>
        <p:nvSpPr>
          <p:cNvPr id="3" name="대각선 방향의 모서리가 둥근 사각형 2">
            <a:extLst>
              <a:ext uri="{FF2B5EF4-FFF2-40B4-BE49-F238E27FC236}">
                <a16:creationId xmlns:a16="http://schemas.microsoft.com/office/drawing/2014/main" id="{1C3D9683-3E82-9A68-4492-2F4947243020}"/>
              </a:ext>
            </a:extLst>
          </p:cNvPr>
          <p:cNvSpPr>
            <a:spLocks noChangeAspect="1"/>
          </p:cNvSpPr>
          <p:nvPr/>
        </p:nvSpPr>
        <p:spPr bwMode="auto">
          <a:xfrm>
            <a:off x="152400" y="133350"/>
            <a:ext cx="8839200" cy="4876800"/>
          </a:xfrm>
          <a:prstGeom prst="round2DiagRect">
            <a:avLst/>
          </a:prstGeom>
          <a:solidFill>
            <a:schemeClr val="bg1">
              <a:lumMod val="85000"/>
              <a:alpha val="34000"/>
            </a:schemeClr>
          </a:solidFill>
          <a:ln w="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1" lang="en-US" altLang="ko-KR" sz="2800" b="1"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rPr>
              <a:t>11:26</a:t>
            </a:r>
          </a:p>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en-US" altLang="ko-KR" sz="2800" b="1" i="0" u="none" strike="noStrike" kern="1200" cap="none" spc="0" normalizeH="0" baseline="0" noProof="0" dirty="0">
              <a:ln>
                <a:noFill/>
              </a:ln>
              <a:solidFill>
                <a:srgbClr val="FEC200"/>
              </a:solidFill>
              <a:effectLst/>
              <a:uLnTx/>
              <a:uFillTx/>
              <a:latin typeface="Malgun Gothic" panose="020B0503020000020004" pitchFamily="50" charset="-127"/>
              <a:ea typeface="맑은 고딕" panose="020B0503020000020004" pitchFamily="50" charset="-127"/>
            </a:endParaRPr>
          </a:p>
          <a:p>
            <a:pPr marL="0" marR="0" lvl="0" indent="0" algn="l" defTabSz="914400" rtl="0" eaLnBrk="1" fontAlgn="base" latinLnBrk="1" hangingPunct="1">
              <a:lnSpc>
                <a:spcPct val="100000"/>
              </a:lnSpc>
              <a:spcBef>
                <a:spcPct val="0"/>
              </a:spcBef>
              <a:spcAft>
                <a:spcPct val="0"/>
              </a:spcAft>
              <a:buClrTx/>
              <a:buSzTx/>
              <a:buFontTx/>
              <a:buNone/>
              <a:tabLst/>
              <a:defRPr/>
            </a:pPr>
            <a:r>
              <a:rPr kumimoji="1" lang="ko-KR" altLang="en-US" sz="2800" b="1"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rPr>
              <a:t>너희가 이 떡을 먹으며 이 잔을 마실 때마다 </a:t>
            </a:r>
          </a:p>
          <a:p>
            <a:pPr marL="0" marR="0" lvl="0" indent="0" algn="l" defTabSz="914400" rtl="0" eaLnBrk="1" fontAlgn="base" latinLnBrk="1" hangingPunct="1">
              <a:lnSpc>
                <a:spcPct val="100000"/>
              </a:lnSpc>
              <a:spcBef>
                <a:spcPct val="0"/>
              </a:spcBef>
              <a:spcAft>
                <a:spcPct val="0"/>
              </a:spcAft>
              <a:buClrTx/>
              <a:buSzTx/>
              <a:buFontTx/>
              <a:buNone/>
              <a:tabLst/>
              <a:defRPr/>
            </a:pPr>
            <a:r>
              <a:rPr kumimoji="1" lang="ko-KR" altLang="en-US" sz="2800" b="1"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rPr>
              <a:t>주의 죽으심을 그가 오실 때까지 </a:t>
            </a:r>
          </a:p>
          <a:p>
            <a:pPr marL="0" marR="0" lvl="0" indent="0" algn="l" defTabSz="914400" rtl="0" eaLnBrk="1" fontAlgn="base" latinLnBrk="1" hangingPunct="1">
              <a:lnSpc>
                <a:spcPct val="100000"/>
              </a:lnSpc>
              <a:spcBef>
                <a:spcPct val="0"/>
              </a:spcBef>
              <a:spcAft>
                <a:spcPct val="0"/>
              </a:spcAft>
              <a:buClrTx/>
              <a:buSzTx/>
              <a:buFontTx/>
              <a:buNone/>
              <a:tabLst/>
              <a:defRPr/>
            </a:pPr>
            <a:r>
              <a:rPr kumimoji="1" lang="ko-KR" altLang="en-US" sz="2800" b="1"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rPr>
              <a:t>전하는 </a:t>
            </a:r>
            <a:r>
              <a:rPr kumimoji="1" lang="ko-KR" altLang="en-US" sz="2800" b="1" i="0" u="none" strike="noStrike" kern="1200" cap="none" spc="0" normalizeH="0" baseline="0" noProof="0" dirty="0" err="1">
                <a:ln>
                  <a:noFill/>
                </a:ln>
                <a:solidFill>
                  <a:srgbClr val="000000"/>
                </a:solidFill>
                <a:effectLst/>
                <a:uLnTx/>
                <a:uFillTx/>
                <a:latin typeface="Malgun Gothic" panose="020B0503020000020004" pitchFamily="50" charset="-127"/>
                <a:ea typeface="맑은 고딕" panose="020B0503020000020004" pitchFamily="50" charset="-127"/>
              </a:rPr>
              <a:t>것이니라</a:t>
            </a:r>
            <a:endParaRPr kumimoji="1" lang="ko-KR" altLang="en-US" sz="2800" b="1"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endParaRPr>
          </a:p>
          <a:p>
            <a:pPr marL="0" marR="0" lvl="0" indent="0" algn="l" defTabSz="914400" rtl="0" eaLnBrk="1" fontAlgn="base" latinLnBrk="1" hangingPunct="1">
              <a:lnSpc>
                <a:spcPct val="110000"/>
              </a:lnSpc>
              <a:spcBef>
                <a:spcPct val="0"/>
              </a:spcBef>
              <a:spcAft>
                <a:spcPct val="0"/>
              </a:spcAft>
              <a:buClrTx/>
              <a:buSzTx/>
              <a:buFontTx/>
              <a:buNone/>
              <a:tabLst/>
              <a:defRPr/>
            </a:pPr>
            <a:endParaRPr kumimoji="0" lang="en-US" altLang="ko-KR" sz="2800" b="1" i="0" u="none" strike="noStrike" kern="1200" cap="none" spc="0" normalizeH="0" baseline="0" noProof="0" dirty="0">
              <a:ln>
                <a:noFill/>
              </a:ln>
              <a:solidFill>
                <a:srgbClr val="FFFFFF"/>
              </a:solidFill>
              <a:effectLst/>
              <a:uLnTx/>
              <a:uFillTx/>
              <a:latin typeface="Malgun Gothic" panose="020B0503020000020004" pitchFamily="50" charset="-127"/>
              <a:ea typeface="맑은 고딕" panose="020B0503020000020004" pitchFamily="50" charset="-127"/>
            </a:endParaRPr>
          </a:p>
          <a:p>
            <a:pPr marL="0" marR="0" lvl="0" indent="0" algn="l" defTabSz="914400" rtl="0" eaLnBrk="1" fontAlgn="base" latinLnBrk="1" hangingPunct="1">
              <a:lnSpc>
                <a:spcPct val="100000"/>
              </a:lnSpc>
              <a:spcBef>
                <a:spcPct val="0"/>
              </a:spcBef>
              <a:spcAft>
                <a:spcPct val="0"/>
              </a:spcAft>
              <a:buClrTx/>
              <a:buSzTx/>
              <a:buFontTx/>
              <a:buNone/>
              <a:tabLst/>
              <a:defRPr/>
            </a:pPr>
            <a:r>
              <a:rPr kumimoji="0" lang="en-US" altLang="ko-KR" sz="2400" b="1"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rPr>
              <a:t>For as often as you eat this bread and drink the cup, you proclaim the Lord’s death until he comes.</a:t>
            </a:r>
            <a:endParaRPr kumimoji="1" lang="ko-KR" altLang="en-US" sz="2800" b="1" i="0" u="none" strike="noStrike" kern="1200" cap="none" spc="0" normalizeH="0" baseline="0" noProof="0" dirty="0">
              <a:ln>
                <a:noFill/>
              </a:ln>
              <a:solidFill>
                <a:srgbClr val="FEC200"/>
              </a:solidFill>
              <a:effectLst/>
              <a:uLnTx/>
              <a:uFillTx/>
              <a:latin typeface="Malgun Gothic"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40580485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showMasterPhAnim="0">
  <p:cSld>
    <p:bg>
      <p:bgPr>
        <a:blipFill dpi="0" rotWithShape="0">
          <a:blip r:embed="rId2">
            <a:alphaModFix amt="50000"/>
            <a:lum/>
          </a:blip>
          <a:srcRect/>
          <a:stretch>
            <a:fillRect t="-9000" b="-9000"/>
          </a:stretch>
        </a:blipFill>
        <a:effectLst/>
      </p:bgPr>
    </p:bg>
    <p:spTree>
      <p:nvGrpSpPr>
        <p:cNvPr id="1" name="">
          <a:extLst>
            <a:ext uri="{FF2B5EF4-FFF2-40B4-BE49-F238E27FC236}">
              <a16:creationId xmlns:a16="http://schemas.microsoft.com/office/drawing/2014/main" id="{D2954071-BEDC-FAAD-5F9C-B3D175D750E5}"/>
            </a:ext>
          </a:extLst>
        </p:cNvPr>
        <p:cNvGrpSpPr/>
        <p:nvPr/>
      </p:nvGrpSpPr>
      <p:grpSpPr>
        <a:xfrm>
          <a:off x="0" y="0"/>
          <a:ext cx="0" cy="0"/>
          <a:chOff x="0" y="0"/>
          <a:chExt cx="0" cy="0"/>
        </a:xfrm>
      </p:grpSpPr>
      <p:sp>
        <p:nvSpPr>
          <p:cNvPr id="3" name="대각선 방향의 모서리가 둥근 사각형 2">
            <a:extLst>
              <a:ext uri="{FF2B5EF4-FFF2-40B4-BE49-F238E27FC236}">
                <a16:creationId xmlns:a16="http://schemas.microsoft.com/office/drawing/2014/main" id="{32F747F5-FCF3-702F-CE6A-D4D2C4B22EC6}"/>
              </a:ext>
            </a:extLst>
          </p:cNvPr>
          <p:cNvSpPr>
            <a:spLocks noChangeAspect="1"/>
          </p:cNvSpPr>
          <p:nvPr/>
        </p:nvSpPr>
        <p:spPr bwMode="auto">
          <a:xfrm>
            <a:off x="152400" y="133350"/>
            <a:ext cx="8839200" cy="4876800"/>
          </a:xfrm>
          <a:prstGeom prst="round2DiagRect">
            <a:avLst/>
          </a:prstGeom>
          <a:solidFill>
            <a:schemeClr val="bg1">
              <a:lumMod val="85000"/>
              <a:alpha val="34000"/>
            </a:schemeClr>
          </a:solidFill>
          <a:ln w="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1" lang="en-US" altLang="ko-KR" sz="2800" b="1"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rPr>
              <a:t>11:27</a:t>
            </a:r>
          </a:p>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en-US" altLang="ko-KR" sz="2800" b="1" i="0" u="none" strike="noStrike" kern="1200" cap="none" spc="0" normalizeH="0" baseline="0" noProof="0" dirty="0">
              <a:ln>
                <a:noFill/>
              </a:ln>
              <a:solidFill>
                <a:srgbClr val="FEC200"/>
              </a:solidFill>
              <a:effectLst/>
              <a:uLnTx/>
              <a:uFillTx/>
              <a:latin typeface="Malgun Gothic" panose="020B0503020000020004" pitchFamily="50" charset="-127"/>
              <a:ea typeface="맑은 고딕" panose="020B0503020000020004" pitchFamily="50" charset="-127"/>
            </a:endParaRPr>
          </a:p>
          <a:p>
            <a:pPr marL="0" marR="0" lvl="0" indent="0" algn="l" defTabSz="914400" rtl="0" eaLnBrk="1" fontAlgn="base" latinLnBrk="1" hangingPunct="1">
              <a:lnSpc>
                <a:spcPct val="100000"/>
              </a:lnSpc>
              <a:spcBef>
                <a:spcPct val="0"/>
              </a:spcBef>
              <a:spcAft>
                <a:spcPct val="0"/>
              </a:spcAft>
              <a:buClrTx/>
              <a:buSzTx/>
              <a:buFontTx/>
              <a:buNone/>
              <a:tabLst/>
              <a:defRPr/>
            </a:pPr>
            <a:r>
              <a:rPr kumimoji="1" lang="ko-KR" altLang="en-US" sz="2800" b="1"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rPr>
              <a:t>그러므로 누구든지 주의 떡이나 </a:t>
            </a:r>
          </a:p>
          <a:p>
            <a:pPr marL="0" marR="0" lvl="0" indent="0" algn="l" defTabSz="914400" rtl="0" eaLnBrk="1" fontAlgn="base" latinLnBrk="1" hangingPunct="1">
              <a:lnSpc>
                <a:spcPct val="100000"/>
              </a:lnSpc>
              <a:spcBef>
                <a:spcPct val="0"/>
              </a:spcBef>
              <a:spcAft>
                <a:spcPct val="0"/>
              </a:spcAft>
              <a:buClrTx/>
              <a:buSzTx/>
              <a:buFontTx/>
              <a:buNone/>
              <a:tabLst/>
              <a:defRPr/>
            </a:pPr>
            <a:r>
              <a:rPr kumimoji="1" lang="ko-KR" altLang="en-US" sz="2800" b="1"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rPr>
              <a:t>잔을 합당하지 않게 먹고 마시는 자는 주의 몸과 피에 대하여 죄를 짓는 것이니라</a:t>
            </a:r>
          </a:p>
          <a:p>
            <a:pPr marL="0" marR="0" lvl="0" indent="0" algn="l" defTabSz="914400" rtl="0" eaLnBrk="1" fontAlgn="base" latinLnBrk="1" hangingPunct="1">
              <a:lnSpc>
                <a:spcPct val="110000"/>
              </a:lnSpc>
              <a:spcBef>
                <a:spcPct val="0"/>
              </a:spcBef>
              <a:spcAft>
                <a:spcPct val="0"/>
              </a:spcAft>
              <a:buClrTx/>
              <a:buSzTx/>
              <a:buFontTx/>
              <a:buNone/>
              <a:tabLst/>
              <a:defRPr/>
            </a:pPr>
            <a:endParaRPr kumimoji="0" lang="en-US" altLang="ko-KR" sz="2800" b="1" i="0" u="none" strike="noStrike" kern="1200" cap="none" spc="0" normalizeH="0" baseline="0" noProof="0" dirty="0">
              <a:ln>
                <a:noFill/>
              </a:ln>
              <a:solidFill>
                <a:srgbClr val="FFFFFF"/>
              </a:solidFill>
              <a:effectLst/>
              <a:uLnTx/>
              <a:uFillTx/>
              <a:latin typeface="Malgun Gothic" panose="020B0503020000020004" pitchFamily="50" charset="-127"/>
              <a:ea typeface="맑은 고딕" panose="020B0503020000020004" pitchFamily="50" charset="-127"/>
            </a:endParaRPr>
          </a:p>
          <a:p>
            <a:pPr marL="0" marR="0" lvl="0" indent="0" algn="l" defTabSz="914400" rtl="0" eaLnBrk="1" fontAlgn="base" latinLnBrk="1" hangingPunct="1">
              <a:lnSpc>
                <a:spcPct val="100000"/>
              </a:lnSpc>
              <a:spcBef>
                <a:spcPct val="0"/>
              </a:spcBef>
              <a:spcAft>
                <a:spcPct val="0"/>
              </a:spcAft>
              <a:buClrTx/>
              <a:buSzTx/>
              <a:buFontTx/>
              <a:buNone/>
              <a:tabLst/>
              <a:defRPr/>
            </a:pPr>
            <a:r>
              <a:rPr kumimoji="0" lang="en-US" altLang="ko-KR" sz="2400" b="1"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rPr>
              <a:t>Whoever, therefore, eats the bread or drinks the cup of the Lord bin an unworthy manner will be guilty concerning the body and blood of the Lord.</a:t>
            </a:r>
            <a:endParaRPr kumimoji="1" lang="ko-KR" altLang="en-US" sz="2800" b="1" i="0" u="none" strike="noStrike" kern="1200" cap="none" spc="0" normalizeH="0" baseline="0" noProof="0" dirty="0">
              <a:ln>
                <a:noFill/>
              </a:ln>
              <a:solidFill>
                <a:srgbClr val="FEC200"/>
              </a:solidFill>
              <a:effectLst/>
              <a:uLnTx/>
              <a:uFillTx/>
              <a:latin typeface="Malgun Gothic"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0015405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showMasterPhAnim="0">
  <p:cSld>
    <p:bg>
      <p:bgPr>
        <a:blipFill dpi="0" rotWithShape="0">
          <a:blip r:embed="rId2">
            <a:alphaModFix amt="50000"/>
            <a:lum/>
          </a:blip>
          <a:srcRect/>
          <a:stretch>
            <a:fillRect t="-9000" b="-9000"/>
          </a:stretch>
        </a:blipFill>
        <a:effectLst/>
      </p:bgPr>
    </p:bg>
    <p:spTree>
      <p:nvGrpSpPr>
        <p:cNvPr id="1" name="">
          <a:extLst>
            <a:ext uri="{FF2B5EF4-FFF2-40B4-BE49-F238E27FC236}">
              <a16:creationId xmlns:a16="http://schemas.microsoft.com/office/drawing/2014/main" id="{4D6E973F-B36E-C29B-0117-9BE9963EAC73}"/>
            </a:ext>
          </a:extLst>
        </p:cNvPr>
        <p:cNvGrpSpPr/>
        <p:nvPr/>
      </p:nvGrpSpPr>
      <p:grpSpPr>
        <a:xfrm>
          <a:off x="0" y="0"/>
          <a:ext cx="0" cy="0"/>
          <a:chOff x="0" y="0"/>
          <a:chExt cx="0" cy="0"/>
        </a:xfrm>
      </p:grpSpPr>
      <p:sp>
        <p:nvSpPr>
          <p:cNvPr id="3" name="대각선 방향의 모서리가 둥근 사각형 2">
            <a:extLst>
              <a:ext uri="{FF2B5EF4-FFF2-40B4-BE49-F238E27FC236}">
                <a16:creationId xmlns:a16="http://schemas.microsoft.com/office/drawing/2014/main" id="{D52FB146-B9EF-D0FE-191F-7E9E955561EC}"/>
              </a:ext>
            </a:extLst>
          </p:cNvPr>
          <p:cNvSpPr>
            <a:spLocks noChangeAspect="1"/>
          </p:cNvSpPr>
          <p:nvPr/>
        </p:nvSpPr>
        <p:spPr bwMode="auto">
          <a:xfrm>
            <a:off x="152400" y="133350"/>
            <a:ext cx="8839200" cy="4876800"/>
          </a:xfrm>
          <a:prstGeom prst="round2DiagRect">
            <a:avLst/>
          </a:prstGeom>
          <a:solidFill>
            <a:schemeClr val="bg1">
              <a:lumMod val="85000"/>
              <a:alpha val="34000"/>
            </a:schemeClr>
          </a:solidFill>
          <a:ln w="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1" lang="en-US" altLang="ko-KR" sz="2800" b="1"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rPr>
              <a:t>11:28</a:t>
            </a:r>
          </a:p>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en-US" altLang="ko-KR" sz="2800" b="1" i="0" u="none" strike="noStrike" kern="1200" cap="none" spc="0" normalizeH="0" baseline="0" noProof="0" dirty="0">
              <a:ln>
                <a:noFill/>
              </a:ln>
              <a:solidFill>
                <a:srgbClr val="FEC200"/>
              </a:solidFill>
              <a:effectLst/>
              <a:uLnTx/>
              <a:uFillTx/>
              <a:latin typeface="Malgun Gothic" panose="020B0503020000020004" pitchFamily="50" charset="-127"/>
              <a:ea typeface="맑은 고딕" panose="020B0503020000020004" pitchFamily="50" charset="-127"/>
            </a:endParaRPr>
          </a:p>
          <a:p>
            <a:pPr marL="0" marR="0" lvl="0" indent="0" algn="l" defTabSz="914400" rtl="0" eaLnBrk="1" fontAlgn="base" latinLnBrk="1" hangingPunct="1">
              <a:lnSpc>
                <a:spcPct val="100000"/>
              </a:lnSpc>
              <a:spcBef>
                <a:spcPct val="0"/>
              </a:spcBef>
              <a:spcAft>
                <a:spcPct val="0"/>
              </a:spcAft>
              <a:buClrTx/>
              <a:buSzTx/>
              <a:buFontTx/>
              <a:buNone/>
              <a:tabLst/>
              <a:defRPr/>
            </a:pPr>
            <a:r>
              <a:rPr kumimoji="1" lang="ko-KR" altLang="en-US" sz="2800" b="1"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rPr>
              <a:t>사람이 자기를 살피고 그 후에야 </a:t>
            </a:r>
            <a:endParaRPr kumimoji="1" lang="en-US" altLang="ko-KR" sz="2800" b="1"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endParaRPr>
          </a:p>
          <a:p>
            <a:pPr marL="0" marR="0" lvl="0" indent="0" algn="l" defTabSz="914400" rtl="0" eaLnBrk="1" fontAlgn="base" latinLnBrk="1" hangingPunct="1">
              <a:lnSpc>
                <a:spcPct val="100000"/>
              </a:lnSpc>
              <a:spcBef>
                <a:spcPct val="0"/>
              </a:spcBef>
              <a:spcAft>
                <a:spcPct val="0"/>
              </a:spcAft>
              <a:buClrTx/>
              <a:buSzTx/>
              <a:buFontTx/>
              <a:buNone/>
              <a:tabLst/>
              <a:defRPr/>
            </a:pPr>
            <a:r>
              <a:rPr kumimoji="1" lang="ko-KR" altLang="en-US" sz="2800" b="1"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rPr>
              <a:t>이 떡을 먹고 이 잔을 마실지니</a:t>
            </a:r>
          </a:p>
          <a:p>
            <a:pPr marL="0" marR="0" lvl="0" indent="0" algn="l" defTabSz="914400" rtl="0" eaLnBrk="1" fontAlgn="base" latinLnBrk="1" hangingPunct="1">
              <a:lnSpc>
                <a:spcPct val="110000"/>
              </a:lnSpc>
              <a:spcBef>
                <a:spcPct val="0"/>
              </a:spcBef>
              <a:spcAft>
                <a:spcPct val="0"/>
              </a:spcAft>
              <a:buClrTx/>
              <a:buSzTx/>
              <a:buFontTx/>
              <a:buNone/>
              <a:tabLst/>
              <a:defRPr/>
            </a:pPr>
            <a:endParaRPr kumimoji="0" lang="en-US" altLang="ko-KR" sz="2800" b="1" i="0" u="none" strike="noStrike" kern="1200" cap="none" spc="0" normalizeH="0" baseline="0" noProof="0" dirty="0">
              <a:ln>
                <a:noFill/>
              </a:ln>
              <a:solidFill>
                <a:srgbClr val="FFFFFF"/>
              </a:solidFill>
              <a:effectLst/>
              <a:uLnTx/>
              <a:uFillTx/>
              <a:latin typeface="Malgun Gothic" panose="020B0503020000020004" pitchFamily="50" charset="-127"/>
              <a:ea typeface="맑은 고딕" panose="020B0503020000020004" pitchFamily="50" charset="-127"/>
            </a:endParaRPr>
          </a:p>
          <a:p>
            <a:pPr marL="0" marR="0" lvl="0" indent="0" algn="l" defTabSz="914400" rtl="0" eaLnBrk="1" fontAlgn="base" latinLnBrk="1" hangingPunct="1">
              <a:lnSpc>
                <a:spcPct val="110000"/>
              </a:lnSpc>
              <a:spcBef>
                <a:spcPct val="0"/>
              </a:spcBef>
              <a:spcAft>
                <a:spcPct val="0"/>
              </a:spcAft>
              <a:buClrTx/>
              <a:buSzTx/>
              <a:buFontTx/>
              <a:buNone/>
              <a:tabLst/>
              <a:defRPr/>
            </a:pPr>
            <a:endParaRPr kumimoji="0" lang="en-US" altLang="ko-KR" sz="2800" b="1" i="0" u="none" strike="noStrike" kern="1200" cap="none" spc="0" normalizeH="0" baseline="0" noProof="0" dirty="0">
              <a:ln>
                <a:noFill/>
              </a:ln>
              <a:solidFill>
                <a:srgbClr val="FFFFFF"/>
              </a:solidFill>
              <a:effectLst/>
              <a:uLnTx/>
              <a:uFillTx/>
              <a:latin typeface="Malgun Gothic" panose="020B0503020000020004" pitchFamily="50" charset="-127"/>
              <a:ea typeface="맑은 고딕" panose="020B0503020000020004" pitchFamily="50" charset="-127"/>
            </a:endParaRPr>
          </a:p>
          <a:p>
            <a:pPr marL="0" marR="0" lvl="0" indent="0" algn="l" defTabSz="914400" rtl="0" eaLnBrk="1" fontAlgn="base" latinLnBrk="1" hangingPunct="1">
              <a:lnSpc>
                <a:spcPct val="100000"/>
              </a:lnSpc>
              <a:spcBef>
                <a:spcPct val="0"/>
              </a:spcBef>
              <a:spcAft>
                <a:spcPct val="0"/>
              </a:spcAft>
              <a:buClrTx/>
              <a:buSzTx/>
              <a:buFontTx/>
              <a:buNone/>
              <a:tabLst/>
              <a:defRPr/>
            </a:pPr>
            <a:r>
              <a:rPr kumimoji="0" lang="en-US" altLang="ko-KR" sz="2400" b="1"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rPr>
              <a:t>Let a person examine himself, then, and so eat of the bread and drink of the cup.</a:t>
            </a:r>
            <a:endParaRPr kumimoji="1" lang="ko-KR" altLang="en-US" sz="2800" b="1" i="0" u="none" strike="noStrike" kern="1200" cap="none" spc="0" normalizeH="0" baseline="0" noProof="0" dirty="0">
              <a:ln>
                <a:noFill/>
              </a:ln>
              <a:solidFill>
                <a:srgbClr val="FEC200"/>
              </a:solidFill>
              <a:effectLst/>
              <a:uLnTx/>
              <a:uFillTx/>
              <a:latin typeface="Malgun Gothic"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5196232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showMasterPhAnim="0">
  <p:cSld>
    <p:bg>
      <p:bgPr>
        <a:blipFill dpi="0" rotWithShape="0">
          <a:blip r:embed="rId2">
            <a:alphaModFix amt="50000"/>
            <a:lum/>
          </a:blip>
          <a:srcRect/>
          <a:stretch>
            <a:fillRect t="-9000" b="-9000"/>
          </a:stretch>
        </a:blipFill>
        <a:effectLst/>
      </p:bgPr>
    </p:bg>
    <p:spTree>
      <p:nvGrpSpPr>
        <p:cNvPr id="1" name="">
          <a:extLst>
            <a:ext uri="{FF2B5EF4-FFF2-40B4-BE49-F238E27FC236}">
              <a16:creationId xmlns:a16="http://schemas.microsoft.com/office/drawing/2014/main" id="{78CA305D-5176-B68A-1977-6A277E1A3DB7}"/>
            </a:ext>
          </a:extLst>
        </p:cNvPr>
        <p:cNvGrpSpPr/>
        <p:nvPr/>
      </p:nvGrpSpPr>
      <p:grpSpPr>
        <a:xfrm>
          <a:off x="0" y="0"/>
          <a:ext cx="0" cy="0"/>
          <a:chOff x="0" y="0"/>
          <a:chExt cx="0" cy="0"/>
        </a:xfrm>
      </p:grpSpPr>
      <p:sp>
        <p:nvSpPr>
          <p:cNvPr id="3" name="대각선 방향의 모서리가 둥근 사각형 2">
            <a:extLst>
              <a:ext uri="{FF2B5EF4-FFF2-40B4-BE49-F238E27FC236}">
                <a16:creationId xmlns:a16="http://schemas.microsoft.com/office/drawing/2014/main" id="{710AFBFD-0908-7788-B703-735BA5C50241}"/>
              </a:ext>
            </a:extLst>
          </p:cNvPr>
          <p:cNvSpPr>
            <a:spLocks noChangeAspect="1"/>
          </p:cNvSpPr>
          <p:nvPr/>
        </p:nvSpPr>
        <p:spPr bwMode="auto">
          <a:xfrm>
            <a:off x="152400" y="133350"/>
            <a:ext cx="8839200" cy="4876800"/>
          </a:xfrm>
          <a:prstGeom prst="round2DiagRect">
            <a:avLst/>
          </a:prstGeom>
          <a:solidFill>
            <a:schemeClr val="bg1">
              <a:lumMod val="85000"/>
              <a:alpha val="34000"/>
            </a:schemeClr>
          </a:solidFill>
          <a:ln w="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1" lang="en-US" altLang="ko-KR" sz="2800" b="1"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rPr>
              <a:t>11:29</a:t>
            </a:r>
          </a:p>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en-US" altLang="ko-KR" sz="2800" b="1" i="0" u="none" strike="noStrike" kern="1200" cap="none" spc="0" normalizeH="0" baseline="0" noProof="0" dirty="0">
              <a:ln>
                <a:noFill/>
              </a:ln>
              <a:solidFill>
                <a:srgbClr val="FEC200"/>
              </a:solidFill>
              <a:effectLst/>
              <a:uLnTx/>
              <a:uFillTx/>
              <a:latin typeface="Malgun Gothic" panose="020B0503020000020004" pitchFamily="50" charset="-127"/>
              <a:ea typeface="맑은 고딕" panose="020B0503020000020004" pitchFamily="50" charset="-127"/>
            </a:endParaRPr>
          </a:p>
          <a:p>
            <a:pPr marL="0" marR="0" lvl="0" indent="0" algn="l" defTabSz="914400" rtl="0" eaLnBrk="1" fontAlgn="base" latinLnBrk="1" hangingPunct="1">
              <a:lnSpc>
                <a:spcPct val="100000"/>
              </a:lnSpc>
              <a:spcBef>
                <a:spcPct val="0"/>
              </a:spcBef>
              <a:spcAft>
                <a:spcPct val="0"/>
              </a:spcAft>
              <a:buClrTx/>
              <a:buSzTx/>
              <a:buFontTx/>
              <a:buNone/>
              <a:tabLst/>
              <a:defRPr/>
            </a:pPr>
            <a:r>
              <a:rPr kumimoji="1" lang="ko-KR" altLang="en-US" sz="2800" b="1"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rPr>
              <a:t>주의 몸을 분별하지 못하고 </a:t>
            </a:r>
          </a:p>
          <a:p>
            <a:pPr marL="0" marR="0" lvl="0" indent="0" algn="l" defTabSz="914400" rtl="0" eaLnBrk="1" fontAlgn="base" latinLnBrk="1" hangingPunct="1">
              <a:lnSpc>
                <a:spcPct val="100000"/>
              </a:lnSpc>
              <a:spcBef>
                <a:spcPct val="0"/>
              </a:spcBef>
              <a:spcAft>
                <a:spcPct val="0"/>
              </a:spcAft>
              <a:buClrTx/>
              <a:buSzTx/>
              <a:buFontTx/>
              <a:buNone/>
              <a:tabLst/>
              <a:defRPr/>
            </a:pPr>
            <a:r>
              <a:rPr kumimoji="1" lang="ko-KR" altLang="en-US" sz="2800" b="1"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rPr>
              <a:t>먹고 마시는 자는 자기의 죄를 먹고 </a:t>
            </a:r>
          </a:p>
          <a:p>
            <a:pPr marL="0" marR="0" lvl="0" indent="0" algn="l" defTabSz="914400" rtl="0" eaLnBrk="1" fontAlgn="base" latinLnBrk="1" hangingPunct="1">
              <a:lnSpc>
                <a:spcPct val="100000"/>
              </a:lnSpc>
              <a:spcBef>
                <a:spcPct val="0"/>
              </a:spcBef>
              <a:spcAft>
                <a:spcPct val="0"/>
              </a:spcAft>
              <a:buClrTx/>
              <a:buSzTx/>
              <a:buFontTx/>
              <a:buNone/>
              <a:tabLst/>
              <a:defRPr/>
            </a:pPr>
            <a:r>
              <a:rPr kumimoji="1" lang="ko-KR" altLang="en-US" sz="2800" b="1"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rPr>
              <a:t>마시는 것이니라</a:t>
            </a:r>
            <a:endParaRPr kumimoji="0" lang="en-US" altLang="ko-KR" sz="2800" b="1" i="0" u="none" strike="noStrike" kern="1200" cap="none" spc="0" normalizeH="0" baseline="0" noProof="0" dirty="0">
              <a:ln>
                <a:noFill/>
              </a:ln>
              <a:solidFill>
                <a:srgbClr val="FFFFFF"/>
              </a:solidFill>
              <a:effectLst/>
              <a:uLnTx/>
              <a:uFillTx/>
              <a:latin typeface="Malgun Gothic" panose="020B0503020000020004" pitchFamily="50" charset="-127"/>
              <a:ea typeface="맑은 고딕" panose="020B0503020000020004" pitchFamily="50" charset="-127"/>
            </a:endParaRPr>
          </a:p>
          <a:p>
            <a:pPr marL="0" marR="0" lvl="0" indent="0" algn="l" defTabSz="914400" rtl="0" eaLnBrk="1" fontAlgn="base" latinLnBrk="1" hangingPunct="1">
              <a:lnSpc>
                <a:spcPct val="110000"/>
              </a:lnSpc>
              <a:spcBef>
                <a:spcPct val="0"/>
              </a:spcBef>
              <a:spcAft>
                <a:spcPct val="0"/>
              </a:spcAft>
              <a:buClrTx/>
              <a:buSzTx/>
              <a:buFontTx/>
              <a:buNone/>
              <a:tabLst/>
              <a:defRPr/>
            </a:pPr>
            <a:endParaRPr kumimoji="0" lang="en-US" altLang="ko-KR" sz="2800" b="1" i="0" u="none" strike="noStrike" kern="1200" cap="none" spc="0" normalizeH="0" baseline="0" noProof="0" dirty="0">
              <a:ln>
                <a:noFill/>
              </a:ln>
              <a:solidFill>
                <a:srgbClr val="FFFFFF"/>
              </a:solidFill>
              <a:effectLst/>
              <a:uLnTx/>
              <a:uFillTx/>
              <a:latin typeface="Malgun Gothic" panose="020B0503020000020004" pitchFamily="50" charset="-127"/>
              <a:ea typeface="맑은 고딕" panose="020B0503020000020004" pitchFamily="50" charset="-127"/>
            </a:endParaRPr>
          </a:p>
          <a:p>
            <a:pPr marL="0" marR="0" lvl="0" indent="0" algn="l" defTabSz="914400" rtl="0" eaLnBrk="1" fontAlgn="base" latinLnBrk="1" hangingPunct="1">
              <a:lnSpc>
                <a:spcPct val="100000"/>
              </a:lnSpc>
              <a:spcBef>
                <a:spcPct val="0"/>
              </a:spcBef>
              <a:spcAft>
                <a:spcPct val="0"/>
              </a:spcAft>
              <a:buClrTx/>
              <a:buSzTx/>
              <a:buFontTx/>
              <a:buNone/>
              <a:tabLst/>
              <a:defRPr/>
            </a:pPr>
            <a:r>
              <a:rPr kumimoji="0" lang="en-US" altLang="ko-KR" sz="2400" b="1"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rPr>
              <a:t>For anyone who eats and drinks without discerning the body eats and drinks judgment on himself.</a:t>
            </a:r>
            <a:endParaRPr kumimoji="1" lang="ko-KR" altLang="en-US" sz="2800" b="1" i="0" u="none" strike="noStrike" kern="1200" cap="none" spc="0" normalizeH="0" baseline="0" noProof="0" dirty="0">
              <a:ln>
                <a:noFill/>
              </a:ln>
              <a:solidFill>
                <a:srgbClr val="FEC200"/>
              </a:solidFill>
              <a:effectLst/>
              <a:uLnTx/>
              <a:uFillTx/>
              <a:latin typeface="Malgun Gothic"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5075597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showMasterPhAnim="0">
  <p:cSld>
    <p:bg>
      <p:bgPr>
        <a:blipFill dpi="0" rotWithShape="0">
          <a:blip r:embed="rId2">
            <a:alphaModFix amt="50000"/>
            <a:lum/>
          </a:blip>
          <a:srcRect/>
          <a:stretch>
            <a:fillRect/>
          </a:stretch>
        </a:blipFill>
        <a:effectLst/>
      </p:bgPr>
    </p:bg>
    <p:spTree>
      <p:nvGrpSpPr>
        <p:cNvPr id="1" name="">
          <a:extLst>
            <a:ext uri="{FF2B5EF4-FFF2-40B4-BE49-F238E27FC236}">
              <a16:creationId xmlns:a16="http://schemas.microsoft.com/office/drawing/2014/main" id="{4D71C055-A7DE-604E-8536-A1BCD8DBECA3}"/>
            </a:ext>
          </a:extLst>
        </p:cNvPr>
        <p:cNvGrpSpPr/>
        <p:nvPr/>
      </p:nvGrpSpPr>
      <p:grpSpPr>
        <a:xfrm>
          <a:off x="0" y="0"/>
          <a:ext cx="0" cy="0"/>
          <a:chOff x="0" y="0"/>
          <a:chExt cx="0" cy="0"/>
        </a:xfrm>
      </p:grpSpPr>
      <p:sp>
        <p:nvSpPr>
          <p:cNvPr id="1937410" name="Rectangle 2">
            <a:extLst>
              <a:ext uri="{FF2B5EF4-FFF2-40B4-BE49-F238E27FC236}">
                <a16:creationId xmlns:a16="http://schemas.microsoft.com/office/drawing/2014/main" id="{64494916-2AE4-A0A7-0BB3-6384A7CBB285}"/>
              </a:ext>
            </a:extLst>
          </p:cNvPr>
          <p:cNvSpPr>
            <a:spLocks noGrp="1" noChangeArrowheads="1"/>
          </p:cNvSpPr>
          <p:nvPr>
            <p:ph type="title"/>
          </p:nvPr>
        </p:nvSpPr>
        <p:spPr>
          <a:xfrm>
            <a:off x="1371600" y="40684"/>
            <a:ext cx="6477000" cy="862013"/>
          </a:xfrm>
          <a:effectLst>
            <a:outerShdw blurRad="50800" dist="38100" dir="2700000" algn="tl" rotWithShape="0">
              <a:prstClr val="black">
                <a:alpha val="40000"/>
              </a:prstClr>
            </a:outerShdw>
          </a:effectLst>
        </p:spPr>
        <p:txBody>
          <a:bodyPr/>
          <a:lstStyle/>
          <a:p>
            <a:pPr eaLnBrk="1" hangingPunct="1"/>
            <a:r>
              <a:rPr lang="en-US" altLang="ko-KR" sz="4000" kern="1200" dirty="0"/>
              <a:t>“</a:t>
            </a:r>
            <a:r>
              <a:rPr lang="ko-KR" altLang="en-US" sz="4000" kern="1200" dirty="0"/>
              <a:t>성찬의 의미</a:t>
            </a:r>
            <a:r>
              <a:rPr lang="en-US" altLang="ko-KR" sz="4000" kern="1200" dirty="0"/>
              <a:t>＂</a:t>
            </a:r>
            <a:endParaRPr lang="ko-KR" altLang="en-US" sz="4000" b="1" dirty="0">
              <a:solidFill>
                <a:schemeClr val="tx1"/>
              </a:solidFill>
            </a:endParaRPr>
          </a:p>
        </p:txBody>
      </p:sp>
      <p:sp>
        <p:nvSpPr>
          <p:cNvPr id="2" name="TextBox 1">
            <a:extLst>
              <a:ext uri="{FF2B5EF4-FFF2-40B4-BE49-F238E27FC236}">
                <a16:creationId xmlns:a16="http://schemas.microsoft.com/office/drawing/2014/main" id="{B51A8F2E-97B8-D62D-3EE7-04830DCBFB26}"/>
              </a:ext>
            </a:extLst>
          </p:cNvPr>
          <p:cNvSpPr txBox="1"/>
          <p:nvPr/>
        </p:nvSpPr>
        <p:spPr>
          <a:xfrm>
            <a:off x="2701628" y="832235"/>
            <a:ext cx="3740743" cy="400110"/>
          </a:xfrm>
          <a:prstGeom prst="rect">
            <a:avLst/>
          </a:prstGeom>
          <a:noFill/>
          <a:effectLst>
            <a:outerShdw blurRad="50800" dist="38100" dir="2700000" algn="tl" rotWithShape="0">
              <a:prstClr val="black">
                <a:alpha val="40000"/>
              </a:prstClr>
            </a:outerShdw>
          </a:effectLst>
        </p:spPr>
        <p:txBody>
          <a:bodyPr wrap="square">
            <a:sp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20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cs typeface="+mn-cs"/>
              </a:rPr>
              <a:t>The</a:t>
            </a:r>
            <a:r>
              <a:rPr kumimoji="1" lang="ko-KR" altLang="en-US" sz="20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cs typeface="+mn-cs"/>
              </a:rPr>
              <a:t> </a:t>
            </a:r>
            <a:r>
              <a:rPr kumimoji="1" lang="en-US" altLang="ko-KR" sz="20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cs typeface="+mn-cs"/>
              </a:rPr>
              <a:t>Meaning</a:t>
            </a:r>
            <a:r>
              <a:rPr kumimoji="1" lang="ko-KR" altLang="en-US" sz="20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cs typeface="+mn-cs"/>
              </a:rPr>
              <a:t> </a:t>
            </a:r>
            <a:r>
              <a:rPr kumimoji="1" lang="en-US" altLang="ko-KR" sz="20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cs typeface="+mn-cs"/>
              </a:rPr>
              <a:t>of</a:t>
            </a:r>
            <a:r>
              <a:rPr kumimoji="1" lang="ko-KR" altLang="en-US" sz="20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cs typeface="+mn-cs"/>
              </a:rPr>
              <a:t> </a:t>
            </a:r>
            <a:r>
              <a:rPr kumimoji="1" lang="en-US" altLang="ko-KR" sz="20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cs typeface="+mn-cs"/>
              </a:rPr>
              <a:t>Communion</a:t>
            </a:r>
            <a:endParaRPr kumimoji="1" lang="ko-KR" altLang="en-US" sz="20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cs typeface="+mn-cs"/>
            </a:endParaRPr>
          </a:p>
        </p:txBody>
      </p:sp>
      <p:sp>
        <p:nvSpPr>
          <p:cNvPr id="10" name="대각선 방향의 모서리가 둥근 사각형 4">
            <a:extLst>
              <a:ext uri="{FF2B5EF4-FFF2-40B4-BE49-F238E27FC236}">
                <a16:creationId xmlns:a16="http://schemas.microsoft.com/office/drawing/2014/main" id="{B39FF4D7-5233-D58C-3F9B-9D11BEE257F3}"/>
              </a:ext>
            </a:extLst>
          </p:cNvPr>
          <p:cNvSpPr>
            <a:spLocks noChangeAspect="1"/>
          </p:cNvSpPr>
          <p:nvPr/>
        </p:nvSpPr>
        <p:spPr bwMode="auto">
          <a:xfrm>
            <a:off x="1371600" y="1352550"/>
            <a:ext cx="6477000" cy="3048000"/>
          </a:xfrm>
          <a:prstGeom prst="round2DiagRect">
            <a:avLst/>
          </a:prstGeom>
          <a:solidFill>
            <a:schemeClr val="tx1">
              <a:alpha val="65000"/>
            </a:schemeClr>
          </a:solidFill>
          <a:ln w="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24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endParaRPr>
          </a:p>
        </p:txBody>
      </p:sp>
      <p:sp>
        <p:nvSpPr>
          <p:cNvPr id="11" name="TextBox 10">
            <a:extLst>
              <a:ext uri="{FF2B5EF4-FFF2-40B4-BE49-F238E27FC236}">
                <a16:creationId xmlns:a16="http://schemas.microsoft.com/office/drawing/2014/main" id="{C3640FF3-18A2-2422-54B1-F1577F7EBF85}"/>
              </a:ext>
            </a:extLst>
          </p:cNvPr>
          <p:cNvSpPr txBox="1"/>
          <p:nvPr/>
        </p:nvSpPr>
        <p:spPr bwMode="auto">
          <a:xfrm>
            <a:off x="1711028" y="1469898"/>
            <a:ext cx="1981200" cy="461665"/>
          </a:xfrm>
          <a:prstGeom prst="rect">
            <a:avLst/>
          </a:prstGeom>
          <a:noFill/>
          <a:ln w="9525" algn="ctr">
            <a:noFill/>
            <a:miter lim="800000"/>
            <a:headEnd/>
            <a:tailEnd/>
          </a:ln>
          <a:effectLst>
            <a:outerShdw blurRad="50800" dist="38100" dir="2700000" algn="tl" rotWithShape="0">
              <a:prstClr val="black">
                <a:alpha val="40000"/>
              </a:prstClr>
            </a:outerShdw>
          </a:effectLst>
        </p:spPr>
        <p:txBody>
          <a:bodyPr wrap="square" rtlCol="0">
            <a:spAutoFit/>
          </a:bodyPr>
          <a:lstStyle/>
          <a:p>
            <a:pPr marL="457200" marR="0" lvl="0" indent="-457200" algn="l" defTabSz="914400" rtl="0" eaLnBrk="1" fontAlgn="base" latinLnBrk="1" hangingPunct="1">
              <a:lnSpc>
                <a:spcPct val="100000"/>
              </a:lnSpc>
              <a:spcBef>
                <a:spcPct val="0"/>
              </a:spcBef>
              <a:spcAft>
                <a:spcPct val="0"/>
              </a:spcAft>
              <a:buClrTx/>
              <a:buSzTx/>
              <a:buFontTx/>
              <a:buNone/>
              <a:tabLst/>
              <a:defRPr/>
            </a:pPr>
            <a:r>
              <a:rPr kumimoji="1" lang="ko-KR" altLang="en-US" sz="2400" b="1"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첫 번째 </a:t>
            </a:r>
            <a:r>
              <a:rPr kumimoji="1" lang="en-US" altLang="ko-KR" sz="2400" b="1"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(1)</a:t>
            </a:r>
            <a:endParaRPr kumimoji="1" lang="ko-KR" altLang="en-US" sz="2400" b="1"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endParaRPr>
          </a:p>
        </p:txBody>
      </p:sp>
      <p:sp>
        <p:nvSpPr>
          <p:cNvPr id="12" name="TextBox 11">
            <a:extLst>
              <a:ext uri="{FF2B5EF4-FFF2-40B4-BE49-F238E27FC236}">
                <a16:creationId xmlns:a16="http://schemas.microsoft.com/office/drawing/2014/main" id="{036610F1-0BDD-0265-D9CD-D6FD24C27CE6}"/>
              </a:ext>
            </a:extLst>
          </p:cNvPr>
          <p:cNvSpPr txBox="1"/>
          <p:nvPr/>
        </p:nvSpPr>
        <p:spPr>
          <a:xfrm>
            <a:off x="1371600" y="1953844"/>
            <a:ext cx="6477000" cy="2185214"/>
          </a:xfrm>
          <a:prstGeom prst="rect">
            <a:avLst/>
          </a:prstGeom>
          <a:noFill/>
          <a:effectLst>
            <a:outerShdw blurRad="50800" dist="38100" dir="2700000" algn="tl" rotWithShape="0">
              <a:prstClr val="black">
                <a:alpha val="40000"/>
              </a:prstClr>
            </a:outerShdw>
          </a:effectLst>
        </p:spPr>
        <p:txBody>
          <a:bodyPr wrap="square" rtlCol="0">
            <a:spAutoFit/>
          </a:bodyPr>
          <a:lstStyle/>
          <a:p>
            <a:pPr marL="0" marR="0" lvl="0" indent="0" algn="ctr" defTabSz="914400" rtl="0" eaLnBrk="1" fontAlgn="base" latinLnBrk="1" hangingPunct="1">
              <a:lnSpc>
                <a:spcPct val="150000"/>
              </a:lnSpc>
              <a:spcBef>
                <a:spcPct val="0"/>
              </a:spcBef>
              <a:spcAft>
                <a:spcPct val="0"/>
              </a:spcAft>
              <a:buClrTx/>
              <a:buSzTx/>
              <a:buFontTx/>
              <a:buNone/>
              <a:tabLst/>
              <a:defRPr/>
            </a:pPr>
            <a:r>
              <a:rPr kumimoji="1" lang="ko-KR" altLang="en-US"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예수님을 기념하는 것임</a:t>
            </a:r>
          </a:p>
          <a:p>
            <a:pPr marL="0" marR="0" lvl="0" indent="0" algn="ctr" defTabSz="914400" rtl="0" eaLnBrk="1" fontAlgn="base" latinLnBrk="1" hangingPunct="1">
              <a:lnSpc>
                <a:spcPct val="150000"/>
              </a:lnSpc>
              <a:spcBef>
                <a:spcPct val="0"/>
              </a:spcBef>
              <a:spcAft>
                <a:spcPct val="0"/>
              </a:spcAft>
              <a:buClrTx/>
              <a:buSzTx/>
              <a:buFontTx/>
              <a:buNone/>
              <a:tabLst/>
              <a:defRPr/>
            </a:pPr>
            <a:r>
              <a:rPr kumimoji="1" lang="en-US" altLang="ko-KR"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a:t>
            </a:r>
            <a:r>
              <a:rPr kumimoji="1" lang="ko-KR" altLang="en-US"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주님을 기리는 것</a:t>
            </a:r>
            <a:r>
              <a:rPr kumimoji="1" lang="en-US" altLang="ko-KR"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a:t>
            </a:r>
          </a:p>
          <a:p>
            <a:pPr marL="0" marR="0" lvl="0" indent="0" algn="ctr" defTabSz="914400" rtl="0" eaLnBrk="1" fontAlgn="base" latinLnBrk="1" hangingPunct="1">
              <a:lnSpc>
                <a:spcPct val="100000"/>
              </a:lnSpc>
              <a:spcBef>
                <a:spcPct val="0"/>
              </a:spcBef>
              <a:spcAft>
                <a:spcPct val="0"/>
              </a:spcAft>
              <a:buClrTx/>
              <a:buSzTx/>
              <a:buFontTx/>
              <a:buNone/>
              <a:tabLst/>
              <a:defRPr/>
            </a:pPr>
            <a:br>
              <a:rPr kumimoji="1" lang="en-US" altLang="ko-KR"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br>
            <a:r>
              <a:rPr kumimoji="1" lang="en-US" altLang="ko-KR" sz="2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Commemorating Jesus</a:t>
            </a:r>
          </a:p>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2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(Honoring the Lord)</a:t>
            </a:r>
          </a:p>
        </p:txBody>
      </p:sp>
    </p:spTree>
    <p:extLst>
      <p:ext uri="{BB962C8B-B14F-4D97-AF65-F5344CB8AC3E}">
        <p14:creationId xmlns:p14="http://schemas.microsoft.com/office/powerpoint/2010/main" val="6324643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showMasterPhAnim="0">
  <p:cSld>
    <p:bg>
      <p:bgPr>
        <a:blipFill dpi="0" rotWithShape="0">
          <a:blip r:embed="rId2">
            <a:alphaModFix amt="50000"/>
            <a:lum/>
          </a:blip>
          <a:srcRect/>
          <a:stretch>
            <a:fillRect t="-9000" b="-9000"/>
          </a:stretch>
        </a:blipFill>
        <a:effectLst/>
      </p:bgPr>
    </p:bg>
    <p:spTree>
      <p:nvGrpSpPr>
        <p:cNvPr id="1" name="">
          <a:extLst>
            <a:ext uri="{FF2B5EF4-FFF2-40B4-BE49-F238E27FC236}">
              <a16:creationId xmlns:a16="http://schemas.microsoft.com/office/drawing/2014/main" id="{EEE6D13E-583C-5999-8392-F55E5F0D1198}"/>
            </a:ext>
          </a:extLst>
        </p:cNvPr>
        <p:cNvGrpSpPr/>
        <p:nvPr/>
      </p:nvGrpSpPr>
      <p:grpSpPr>
        <a:xfrm>
          <a:off x="0" y="0"/>
          <a:ext cx="0" cy="0"/>
          <a:chOff x="0" y="0"/>
          <a:chExt cx="0" cy="0"/>
        </a:xfrm>
      </p:grpSpPr>
      <p:sp>
        <p:nvSpPr>
          <p:cNvPr id="3" name="대각선 방향의 모서리가 둥근 사각형 2">
            <a:extLst>
              <a:ext uri="{FF2B5EF4-FFF2-40B4-BE49-F238E27FC236}">
                <a16:creationId xmlns:a16="http://schemas.microsoft.com/office/drawing/2014/main" id="{ECD7E7F4-2302-D65C-0E3D-267DE5E4C85F}"/>
              </a:ext>
            </a:extLst>
          </p:cNvPr>
          <p:cNvSpPr>
            <a:spLocks noChangeAspect="1"/>
          </p:cNvSpPr>
          <p:nvPr/>
        </p:nvSpPr>
        <p:spPr bwMode="auto">
          <a:xfrm>
            <a:off x="152400" y="133350"/>
            <a:ext cx="8839200" cy="4876800"/>
          </a:xfrm>
          <a:prstGeom prst="round2DiagRect">
            <a:avLst/>
          </a:prstGeom>
          <a:solidFill>
            <a:schemeClr val="bg1">
              <a:lumMod val="85000"/>
              <a:alpha val="34000"/>
            </a:schemeClr>
          </a:solidFill>
          <a:ln w="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1" lang="en-US" altLang="ko-KR" sz="2800" b="1"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rPr>
              <a:t>11:24</a:t>
            </a:r>
          </a:p>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en-US" altLang="ko-KR" sz="2800" b="0" i="0" u="none" strike="noStrike" kern="1200" cap="none" spc="0" normalizeH="0" baseline="0" noProof="0" dirty="0">
              <a:ln>
                <a:noFill/>
              </a:ln>
              <a:solidFill>
                <a:srgbClr val="FEC200"/>
              </a:solidFill>
              <a:effectLst/>
              <a:uLnTx/>
              <a:uFillTx/>
              <a:latin typeface="Malgun Gothic" panose="020B0503020000020004" pitchFamily="50" charset="-127"/>
              <a:ea typeface="맑은 고딕" panose="020B0503020000020004" pitchFamily="50" charset="-127"/>
            </a:endParaRPr>
          </a:p>
          <a:p>
            <a:pPr marL="0" marR="0" lvl="0" indent="0" algn="l" defTabSz="914400" rtl="0" eaLnBrk="1" fontAlgn="base" latinLnBrk="1" hangingPunct="1">
              <a:lnSpc>
                <a:spcPct val="100000"/>
              </a:lnSpc>
              <a:spcBef>
                <a:spcPct val="0"/>
              </a:spcBef>
              <a:spcAft>
                <a:spcPct val="0"/>
              </a:spcAft>
              <a:buClrTx/>
              <a:buSzTx/>
              <a:buFontTx/>
              <a:buNone/>
              <a:tabLst/>
              <a:defRPr/>
            </a:pPr>
            <a:r>
              <a:rPr kumimoji="1" lang="ko-KR" altLang="en-US" sz="2800" b="1"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rPr>
              <a:t>축사하시고 떼어 이르시되 이것은 너희를 </a:t>
            </a:r>
            <a:endParaRPr kumimoji="1" lang="en-US" altLang="ko-KR" sz="2800" b="1"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endParaRPr>
          </a:p>
          <a:p>
            <a:pPr marL="0" marR="0" lvl="0" indent="0" algn="l" defTabSz="914400" rtl="0" eaLnBrk="1" fontAlgn="base" latinLnBrk="1" hangingPunct="1">
              <a:lnSpc>
                <a:spcPct val="100000"/>
              </a:lnSpc>
              <a:spcBef>
                <a:spcPct val="0"/>
              </a:spcBef>
              <a:spcAft>
                <a:spcPct val="0"/>
              </a:spcAft>
              <a:buClrTx/>
              <a:buSzTx/>
              <a:buFontTx/>
              <a:buNone/>
              <a:tabLst/>
              <a:defRPr/>
            </a:pPr>
            <a:r>
              <a:rPr kumimoji="1" lang="ko-KR" altLang="en-US" sz="2800" b="1"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rPr>
              <a:t>위하는 내 몸이니 이것을 행하여 </a:t>
            </a:r>
          </a:p>
          <a:p>
            <a:pPr marL="0" marR="0" lvl="0" indent="0" algn="l" defTabSz="914400" rtl="0" eaLnBrk="1" fontAlgn="base" latinLnBrk="1" hangingPunct="1">
              <a:lnSpc>
                <a:spcPct val="100000"/>
              </a:lnSpc>
              <a:spcBef>
                <a:spcPct val="0"/>
              </a:spcBef>
              <a:spcAft>
                <a:spcPct val="0"/>
              </a:spcAft>
              <a:buClrTx/>
              <a:buSzTx/>
              <a:buFontTx/>
              <a:buNone/>
              <a:tabLst/>
              <a:defRPr/>
            </a:pPr>
            <a:r>
              <a:rPr kumimoji="1" lang="ko-KR" altLang="en-US" sz="2800" b="1"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rPr>
              <a:t>나를 기념하라 하시고</a:t>
            </a:r>
          </a:p>
          <a:p>
            <a:pPr marL="0" marR="0" lvl="0" indent="0" algn="l" defTabSz="914400" rtl="0" eaLnBrk="1" fontAlgn="base" latinLnBrk="1" hangingPunct="1">
              <a:lnSpc>
                <a:spcPct val="100000"/>
              </a:lnSpc>
              <a:spcBef>
                <a:spcPct val="0"/>
              </a:spcBef>
              <a:spcAft>
                <a:spcPct val="0"/>
              </a:spcAft>
              <a:buClrTx/>
              <a:buSzTx/>
              <a:buFontTx/>
              <a:buNone/>
              <a:tabLst/>
              <a:defRPr/>
            </a:pPr>
            <a:endParaRPr kumimoji="0" lang="en-US" altLang="ko-KR" sz="2800" b="0" i="0" u="none" strike="noStrike" kern="1200" cap="none" spc="0" normalizeH="0" baseline="0" noProof="0" dirty="0">
              <a:ln>
                <a:noFill/>
              </a:ln>
              <a:solidFill>
                <a:srgbClr val="FFFFFF"/>
              </a:solidFill>
              <a:effectLst/>
              <a:uLnTx/>
              <a:uFillTx/>
              <a:latin typeface="Malgun Gothic" panose="020B0503020000020004" pitchFamily="50" charset="-127"/>
              <a:ea typeface="맑은 고딕" panose="020B0503020000020004" pitchFamily="50" charset="-127"/>
            </a:endParaRPr>
          </a:p>
          <a:p>
            <a:pPr marL="0" marR="0" lvl="0" indent="0" algn="l" defTabSz="914400" rtl="0" eaLnBrk="1" fontAlgn="base" latinLnBrk="1" hangingPunct="1">
              <a:lnSpc>
                <a:spcPct val="100000"/>
              </a:lnSpc>
              <a:spcBef>
                <a:spcPct val="0"/>
              </a:spcBef>
              <a:spcAft>
                <a:spcPct val="0"/>
              </a:spcAft>
              <a:buClrTx/>
              <a:buSzTx/>
              <a:buFontTx/>
              <a:buNone/>
              <a:tabLst/>
              <a:defRPr/>
            </a:pPr>
            <a:r>
              <a:rPr kumimoji="0" lang="en-US" altLang="ko-KR" sz="2400" b="1"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rPr>
              <a:t>and when he had given thanks, he broke it, and said, </a:t>
            </a:r>
          </a:p>
          <a:p>
            <a:pPr marL="0" marR="0" lvl="0" indent="0" algn="l" defTabSz="914400" rtl="0" eaLnBrk="1" fontAlgn="base" latinLnBrk="1" hangingPunct="1">
              <a:lnSpc>
                <a:spcPct val="100000"/>
              </a:lnSpc>
              <a:spcBef>
                <a:spcPct val="0"/>
              </a:spcBef>
              <a:spcAft>
                <a:spcPct val="0"/>
              </a:spcAft>
              <a:buClrTx/>
              <a:buSzTx/>
              <a:buFontTx/>
              <a:buNone/>
              <a:tabLst/>
              <a:defRPr/>
            </a:pPr>
            <a:r>
              <a:rPr kumimoji="0" lang="en-US" altLang="ko-KR" sz="2400" b="1" i="0" u="none" strike="noStrike" kern="1200" cap="none" spc="0" normalizeH="0" baseline="0" noProof="0" dirty="0">
                <a:ln>
                  <a:noFill/>
                </a:ln>
                <a:solidFill>
                  <a:srgbClr val="000000"/>
                </a:solidFill>
                <a:effectLst/>
                <a:uLnTx/>
                <a:uFillTx/>
                <a:latin typeface="Malgun Gothic" panose="020B0503020000020004" pitchFamily="50" charset="-127"/>
                <a:ea typeface="맑은 고딕" panose="020B0503020000020004" pitchFamily="50" charset="-127"/>
              </a:rPr>
              <a:t>“This is my body, which is for you. Do this in remembrance of me.”	</a:t>
            </a:r>
            <a:r>
              <a:rPr kumimoji="0" lang="en-US" altLang="ko-KR" sz="2800" b="1" i="0" u="none" strike="noStrike" kern="1200" cap="none" spc="0" normalizeH="0" baseline="0" noProof="0" dirty="0">
                <a:ln>
                  <a:noFill/>
                </a:ln>
                <a:solidFill>
                  <a:srgbClr val="F6BB00"/>
                </a:solidFill>
                <a:effectLst/>
                <a:uLnTx/>
                <a:uFillTx/>
                <a:latin typeface="Malgun Gothic" panose="020B0503020000020004" pitchFamily="50" charset="-127"/>
                <a:ea typeface="맑은 고딕" panose="020B0503020000020004" pitchFamily="50" charset="-127"/>
              </a:rPr>
              <a:t>						</a:t>
            </a:r>
            <a:endParaRPr kumimoji="1" lang="ko-KR" altLang="en-US" sz="2800" b="1" i="0" u="none" strike="noStrike" kern="1200" cap="none" spc="0" normalizeH="0" baseline="0" noProof="0" dirty="0">
              <a:ln>
                <a:noFill/>
              </a:ln>
              <a:solidFill>
                <a:srgbClr val="FEC200"/>
              </a:solidFill>
              <a:effectLst/>
              <a:uLnTx/>
              <a:uFillTx/>
              <a:latin typeface="Malgun Gothic"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42916456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showMasterPhAnim="0">
  <p:cSld>
    <p:bg>
      <p:bgPr>
        <a:blipFill dpi="0" rotWithShape="0">
          <a:blip r:embed="rId2">
            <a:alphaModFix amt="50000"/>
            <a:lum/>
          </a:blip>
          <a:srcRect/>
          <a:stretch>
            <a:fillRect/>
          </a:stretch>
        </a:blipFill>
        <a:effectLst/>
      </p:bgPr>
    </p:bg>
    <p:spTree>
      <p:nvGrpSpPr>
        <p:cNvPr id="1" name="">
          <a:extLst>
            <a:ext uri="{FF2B5EF4-FFF2-40B4-BE49-F238E27FC236}">
              <a16:creationId xmlns:a16="http://schemas.microsoft.com/office/drawing/2014/main" id="{BD735524-4A44-35A8-4C65-B6CEBE0D3BE5}"/>
            </a:ext>
          </a:extLst>
        </p:cNvPr>
        <p:cNvGrpSpPr/>
        <p:nvPr/>
      </p:nvGrpSpPr>
      <p:grpSpPr>
        <a:xfrm>
          <a:off x="0" y="0"/>
          <a:ext cx="0" cy="0"/>
          <a:chOff x="0" y="0"/>
          <a:chExt cx="0" cy="0"/>
        </a:xfrm>
      </p:grpSpPr>
      <p:sp>
        <p:nvSpPr>
          <p:cNvPr id="1937410" name="Rectangle 2">
            <a:extLst>
              <a:ext uri="{FF2B5EF4-FFF2-40B4-BE49-F238E27FC236}">
                <a16:creationId xmlns:a16="http://schemas.microsoft.com/office/drawing/2014/main" id="{4573234A-BABD-B712-E625-27C50502BA58}"/>
              </a:ext>
            </a:extLst>
          </p:cNvPr>
          <p:cNvSpPr>
            <a:spLocks noGrp="1" noChangeArrowheads="1"/>
          </p:cNvSpPr>
          <p:nvPr>
            <p:ph type="title"/>
          </p:nvPr>
        </p:nvSpPr>
        <p:spPr>
          <a:xfrm>
            <a:off x="1371600" y="40684"/>
            <a:ext cx="6477000" cy="862013"/>
          </a:xfrm>
          <a:effectLst>
            <a:outerShdw blurRad="50800" dist="38100" dir="2700000" algn="tl" rotWithShape="0">
              <a:prstClr val="black">
                <a:alpha val="40000"/>
              </a:prstClr>
            </a:outerShdw>
          </a:effectLst>
        </p:spPr>
        <p:txBody>
          <a:bodyPr/>
          <a:lstStyle/>
          <a:p>
            <a:pPr eaLnBrk="1" hangingPunct="1"/>
            <a:r>
              <a:rPr lang="en-US" altLang="ko-KR" sz="4000" kern="1200" dirty="0"/>
              <a:t>“</a:t>
            </a:r>
            <a:r>
              <a:rPr lang="ko-KR" altLang="en-US" sz="4000" kern="1200" dirty="0"/>
              <a:t>성찬의 의미</a:t>
            </a:r>
            <a:r>
              <a:rPr lang="en-US" altLang="ko-KR" sz="4000" kern="1200" dirty="0"/>
              <a:t>＂</a:t>
            </a:r>
            <a:endParaRPr lang="ko-KR" altLang="en-US" sz="4000" b="1" dirty="0">
              <a:solidFill>
                <a:schemeClr val="tx1"/>
              </a:solidFill>
            </a:endParaRPr>
          </a:p>
        </p:txBody>
      </p:sp>
      <p:sp>
        <p:nvSpPr>
          <p:cNvPr id="2" name="TextBox 1">
            <a:extLst>
              <a:ext uri="{FF2B5EF4-FFF2-40B4-BE49-F238E27FC236}">
                <a16:creationId xmlns:a16="http://schemas.microsoft.com/office/drawing/2014/main" id="{E428BBBC-26CC-F11F-7E5C-79C2CFE9057B}"/>
              </a:ext>
            </a:extLst>
          </p:cNvPr>
          <p:cNvSpPr txBox="1"/>
          <p:nvPr/>
        </p:nvSpPr>
        <p:spPr>
          <a:xfrm>
            <a:off x="2701628" y="832235"/>
            <a:ext cx="3740743" cy="400110"/>
          </a:xfrm>
          <a:prstGeom prst="rect">
            <a:avLst/>
          </a:prstGeom>
          <a:noFill/>
          <a:effectLst>
            <a:outerShdw blurRad="50800" dist="38100" dir="2700000" algn="tl" rotWithShape="0">
              <a:prstClr val="black">
                <a:alpha val="40000"/>
              </a:prstClr>
            </a:outerShdw>
          </a:effectLst>
        </p:spPr>
        <p:txBody>
          <a:bodyPr wrap="square">
            <a:sp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20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cs typeface="+mn-cs"/>
              </a:rPr>
              <a:t>The</a:t>
            </a:r>
            <a:r>
              <a:rPr kumimoji="1" lang="ko-KR" altLang="en-US" sz="20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cs typeface="+mn-cs"/>
              </a:rPr>
              <a:t> </a:t>
            </a:r>
            <a:r>
              <a:rPr kumimoji="1" lang="en-US" altLang="ko-KR" sz="20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cs typeface="+mn-cs"/>
              </a:rPr>
              <a:t>Meaning</a:t>
            </a:r>
            <a:r>
              <a:rPr kumimoji="1" lang="ko-KR" altLang="en-US" sz="20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cs typeface="+mn-cs"/>
              </a:rPr>
              <a:t> </a:t>
            </a:r>
            <a:r>
              <a:rPr kumimoji="1" lang="en-US" altLang="ko-KR" sz="20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cs typeface="+mn-cs"/>
              </a:rPr>
              <a:t>of</a:t>
            </a:r>
            <a:r>
              <a:rPr kumimoji="1" lang="ko-KR" altLang="en-US" sz="20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cs typeface="+mn-cs"/>
              </a:rPr>
              <a:t> </a:t>
            </a:r>
            <a:r>
              <a:rPr kumimoji="1" lang="en-US" altLang="ko-KR" sz="20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cs typeface="+mn-cs"/>
              </a:rPr>
              <a:t>Communion</a:t>
            </a:r>
            <a:endParaRPr kumimoji="1" lang="ko-KR" altLang="en-US" sz="20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cs typeface="+mn-cs"/>
            </a:endParaRPr>
          </a:p>
        </p:txBody>
      </p:sp>
      <p:sp>
        <p:nvSpPr>
          <p:cNvPr id="10" name="대각선 방향의 모서리가 둥근 사각형 4">
            <a:extLst>
              <a:ext uri="{FF2B5EF4-FFF2-40B4-BE49-F238E27FC236}">
                <a16:creationId xmlns:a16="http://schemas.microsoft.com/office/drawing/2014/main" id="{981137AC-F9B3-C072-3E86-601D239A13B6}"/>
              </a:ext>
            </a:extLst>
          </p:cNvPr>
          <p:cNvSpPr>
            <a:spLocks noChangeAspect="1"/>
          </p:cNvSpPr>
          <p:nvPr/>
        </p:nvSpPr>
        <p:spPr bwMode="auto">
          <a:xfrm>
            <a:off x="1371600" y="1352550"/>
            <a:ext cx="6477000" cy="3048000"/>
          </a:xfrm>
          <a:prstGeom prst="round2DiagRect">
            <a:avLst/>
          </a:prstGeom>
          <a:solidFill>
            <a:schemeClr val="tx1">
              <a:alpha val="65000"/>
            </a:schemeClr>
          </a:solidFill>
          <a:ln w="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24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endParaRPr>
          </a:p>
        </p:txBody>
      </p:sp>
      <p:sp>
        <p:nvSpPr>
          <p:cNvPr id="11" name="TextBox 10">
            <a:extLst>
              <a:ext uri="{FF2B5EF4-FFF2-40B4-BE49-F238E27FC236}">
                <a16:creationId xmlns:a16="http://schemas.microsoft.com/office/drawing/2014/main" id="{E0B15A9B-B790-EB12-FCFE-862575EF7488}"/>
              </a:ext>
            </a:extLst>
          </p:cNvPr>
          <p:cNvSpPr txBox="1"/>
          <p:nvPr/>
        </p:nvSpPr>
        <p:spPr bwMode="auto">
          <a:xfrm>
            <a:off x="1711028" y="1469898"/>
            <a:ext cx="1981200" cy="461665"/>
          </a:xfrm>
          <a:prstGeom prst="rect">
            <a:avLst/>
          </a:prstGeom>
          <a:noFill/>
          <a:ln w="9525" algn="ctr">
            <a:noFill/>
            <a:miter lim="800000"/>
            <a:headEnd/>
            <a:tailEnd/>
          </a:ln>
          <a:effectLst>
            <a:outerShdw blurRad="50800" dist="38100" dir="2700000" algn="tl" rotWithShape="0">
              <a:prstClr val="black">
                <a:alpha val="40000"/>
              </a:prstClr>
            </a:outerShdw>
          </a:effectLst>
        </p:spPr>
        <p:txBody>
          <a:bodyPr wrap="square" rtlCol="0">
            <a:spAutoFit/>
          </a:bodyPr>
          <a:lstStyle/>
          <a:p>
            <a:pPr marL="457200" marR="0" lvl="0" indent="-457200" algn="l" defTabSz="914400" rtl="0" eaLnBrk="1" fontAlgn="base" latinLnBrk="1" hangingPunct="1">
              <a:lnSpc>
                <a:spcPct val="100000"/>
              </a:lnSpc>
              <a:spcBef>
                <a:spcPct val="0"/>
              </a:spcBef>
              <a:spcAft>
                <a:spcPct val="0"/>
              </a:spcAft>
              <a:buClrTx/>
              <a:buSzTx/>
              <a:buFontTx/>
              <a:buNone/>
              <a:tabLst/>
              <a:defRPr/>
            </a:pPr>
            <a:r>
              <a:rPr kumimoji="1" lang="ko-KR" altLang="en-US" sz="2400" b="1"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두 번째 </a:t>
            </a:r>
            <a:r>
              <a:rPr kumimoji="1" lang="en-US" altLang="ko-KR" sz="2400" b="1"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(2)</a:t>
            </a:r>
            <a:endParaRPr kumimoji="1" lang="ko-KR" altLang="en-US" sz="2400" b="1"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endParaRPr>
          </a:p>
        </p:txBody>
      </p:sp>
      <p:sp>
        <p:nvSpPr>
          <p:cNvPr id="12" name="TextBox 11">
            <a:extLst>
              <a:ext uri="{FF2B5EF4-FFF2-40B4-BE49-F238E27FC236}">
                <a16:creationId xmlns:a16="http://schemas.microsoft.com/office/drawing/2014/main" id="{7B27C996-BCE7-038E-13C8-153BFF95B565}"/>
              </a:ext>
            </a:extLst>
          </p:cNvPr>
          <p:cNvSpPr txBox="1"/>
          <p:nvPr/>
        </p:nvSpPr>
        <p:spPr>
          <a:xfrm>
            <a:off x="1371600" y="1953844"/>
            <a:ext cx="6477000" cy="2185214"/>
          </a:xfrm>
          <a:prstGeom prst="rect">
            <a:avLst/>
          </a:prstGeom>
          <a:noFill/>
          <a:effectLst>
            <a:outerShdw blurRad="50800" dist="38100" dir="2700000" algn="tl" rotWithShape="0">
              <a:prstClr val="black">
                <a:alpha val="40000"/>
              </a:prstClr>
            </a:outerShdw>
          </a:effectLst>
        </p:spPr>
        <p:txBody>
          <a:bodyPr wrap="square" rtlCol="0">
            <a:spAutoFit/>
          </a:bodyPr>
          <a:lstStyle/>
          <a:p>
            <a:pPr marL="0" marR="0" lvl="0" indent="0" algn="ctr" defTabSz="914400" rtl="0" eaLnBrk="1" fontAlgn="base" latinLnBrk="1" hangingPunct="1">
              <a:lnSpc>
                <a:spcPct val="150000"/>
              </a:lnSpc>
              <a:spcBef>
                <a:spcPct val="0"/>
              </a:spcBef>
              <a:spcAft>
                <a:spcPct val="0"/>
              </a:spcAft>
              <a:buClrTx/>
              <a:buSzTx/>
              <a:buFontTx/>
              <a:buNone/>
              <a:tabLst/>
              <a:defRPr/>
            </a:pPr>
            <a:r>
              <a:rPr kumimoji="1" lang="ko-KR" altLang="en-US"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우리의 사명을 다짐하는 목적</a:t>
            </a:r>
          </a:p>
          <a:p>
            <a:pPr marL="0" marR="0" lvl="0" indent="0" algn="ctr" defTabSz="914400" rtl="0" eaLnBrk="1" fontAlgn="base" latinLnBrk="1" hangingPunct="1">
              <a:lnSpc>
                <a:spcPct val="150000"/>
              </a:lnSpc>
              <a:spcBef>
                <a:spcPct val="0"/>
              </a:spcBef>
              <a:spcAft>
                <a:spcPct val="0"/>
              </a:spcAft>
              <a:buClrTx/>
              <a:buSzTx/>
              <a:buFontTx/>
              <a:buNone/>
              <a:tabLst/>
              <a:defRPr/>
            </a:pPr>
            <a:r>
              <a:rPr kumimoji="1" lang="en-US" altLang="ko-KR"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a:t>
            </a:r>
            <a:r>
              <a:rPr kumimoji="1" lang="ko-KR" altLang="en-US"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복음을 전함</a:t>
            </a:r>
            <a:r>
              <a:rPr kumimoji="1" lang="en-US" altLang="ko-KR"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a:t>
            </a:r>
          </a:p>
          <a:p>
            <a:pPr marL="0" marR="0" lvl="0" indent="0" algn="ctr" defTabSz="914400" rtl="0" eaLnBrk="1" fontAlgn="base" latinLnBrk="1" hangingPunct="1">
              <a:lnSpc>
                <a:spcPct val="100000"/>
              </a:lnSpc>
              <a:spcBef>
                <a:spcPct val="0"/>
              </a:spcBef>
              <a:spcAft>
                <a:spcPct val="0"/>
              </a:spcAft>
              <a:buClrTx/>
              <a:buSzTx/>
              <a:buFontTx/>
              <a:buNone/>
              <a:tabLst/>
              <a:defRPr/>
            </a:pPr>
            <a:br>
              <a:rPr kumimoji="1" lang="en-US" altLang="ko-KR"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br>
            <a:r>
              <a:rPr kumimoji="1" lang="en-US" altLang="ko-KR" sz="2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To Reaffirm Our Mission</a:t>
            </a:r>
          </a:p>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2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(Sharing the Gospel)</a:t>
            </a:r>
          </a:p>
        </p:txBody>
      </p:sp>
    </p:spTree>
    <p:extLst>
      <p:ext uri="{BB962C8B-B14F-4D97-AF65-F5344CB8AC3E}">
        <p14:creationId xmlns:p14="http://schemas.microsoft.com/office/powerpoint/2010/main" val="6142278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showMasterPhAnim="0">
  <p:cSld>
    <p:bg>
      <p:bgPr>
        <a:blipFill dpi="0" rotWithShape="0">
          <a:blip r:embed="rId2">
            <a:alphaModFix amt="50000"/>
            <a:lum/>
          </a:blip>
          <a:srcRect/>
          <a:stretch>
            <a:fillRect t="-9000" b="-9000"/>
          </a:stretch>
        </a:blipFill>
        <a:effectLst/>
      </p:bgPr>
    </p:bg>
    <p:spTree>
      <p:nvGrpSpPr>
        <p:cNvPr id="1" name="">
          <a:extLst>
            <a:ext uri="{FF2B5EF4-FFF2-40B4-BE49-F238E27FC236}">
              <a16:creationId xmlns:a16="http://schemas.microsoft.com/office/drawing/2014/main" id="{55CF8DB1-7D4A-6BA5-E00F-32A4F5C21FF4}"/>
            </a:ext>
          </a:extLst>
        </p:cNvPr>
        <p:cNvGrpSpPr/>
        <p:nvPr/>
      </p:nvGrpSpPr>
      <p:grpSpPr>
        <a:xfrm>
          <a:off x="0" y="0"/>
          <a:ext cx="0" cy="0"/>
          <a:chOff x="0" y="0"/>
          <a:chExt cx="0" cy="0"/>
        </a:xfrm>
      </p:grpSpPr>
      <p:sp>
        <p:nvSpPr>
          <p:cNvPr id="3" name="대각선 방향의 모서리가 둥근 사각형 2">
            <a:extLst>
              <a:ext uri="{FF2B5EF4-FFF2-40B4-BE49-F238E27FC236}">
                <a16:creationId xmlns:a16="http://schemas.microsoft.com/office/drawing/2014/main" id="{DD18B0BC-E4DD-D589-1F95-C91318CAF24D}"/>
              </a:ext>
            </a:extLst>
          </p:cNvPr>
          <p:cNvSpPr>
            <a:spLocks noChangeAspect="1"/>
          </p:cNvSpPr>
          <p:nvPr/>
        </p:nvSpPr>
        <p:spPr bwMode="auto">
          <a:xfrm>
            <a:off x="152400" y="133350"/>
            <a:ext cx="8839200" cy="4876800"/>
          </a:xfrm>
          <a:prstGeom prst="round2DiagRect">
            <a:avLst/>
          </a:prstGeom>
          <a:solidFill>
            <a:schemeClr val="bg1">
              <a:lumMod val="85000"/>
              <a:alpha val="34000"/>
            </a:schemeClr>
          </a:solidFill>
          <a:ln w="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1" lang="en-US" altLang="ko-KR" sz="2800" b="1"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rPr>
              <a:t>11:26</a:t>
            </a:r>
          </a:p>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en-US" altLang="ko-KR" sz="2800" b="1" i="0" u="none" strike="noStrike" kern="1200" cap="none" spc="0" normalizeH="0" baseline="0" noProof="0" dirty="0">
              <a:ln>
                <a:noFill/>
              </a:ln>
              <a:solidFill>
                <a:srgbClr val="FEC200"/>
              </a:solidFill>
              <a:effectLst/>
              <a:uLnTx/>
              <a:uFillTx/>
              <a:latin typeface="맑은 고딕" panose="020B0503020000020004" pitchFamily="50" charset="-127"/>
              <a:ea typeface="맑은 고딕" panose="020B0503020000020004" pitchFamily="50" charset="-127"/>
            </a:endParaRPr>
          </a:p>
          <a:p>
            <a:pPr marL="0" marR="0" lvl="0" indent="0" algn="l" defTabSz="914400" rtl="0" eaLnBrk="1" fontAlgn="base" latinLnBrk="1" hangingPunct="1">
              <a:lnSpc>
                <a:spcPct val="100000"/>
              </a:lnSpc>
              <a:spcBef>
                <a:spcPct val="0"/>
              </a:spcBef>
              <a:spcAft>
                <a:spcPct val="0"/>
              </a:spcAft>
              <a:buClrTx/>
              <a:buSzTx/>
              <a:buFontTx/>
              <a:buNone/>
              <a:tabLst/>
              <a:defRPr/>
            </a:pPr>
            <a:r>
              <a:rPr kumimoji="1" lang="ko-KR" altLang="en-US" sz="2800" b="1"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rPr>
              <a:t>너희가 이 떡을 먹으며 이 잔을 마실 때마다 </a:t>
            </a:r>
          </a:p>
          <a:p>
            <a:pPr marL="0" marR="0" lvl="0" indent="0" algn="l" defTabSz="914400" rtl="0" eaLnBrk="1" fontAlgn="base" latinLnBrk="1" hangingPunct="1">
              <a:lnSpc>
                <a:spcPct val="100000"/>
              </a:lnSpc>
              <a:spcBef>
                <a:spcPct val="0"/>
              </a:spcBef>
              <a:spcAft>
                <a:spcPct val="0"/>
              </a:spcAft>
              <a:buClrTx/>
              <a:buSzTx/>
              <a:buFontTx/>
              <a:buNone/>
              <a:tabLst/>
              <a:defRPr/>
            </a:pPr>
            <a:r>
              <a:rPr kumimoji="1" lang="ko-KR" altLang="en-US" sz="2800" b="1"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rPr>
              <a:t>주의 죽으심을 그가 오실 때까지 </a:t>
            </a:r>
          </a:p>
          <a:p>
            <a:pPr marL="0" marR="0" lvl="0" indent="0" algn="l" defTabSz="914400" rtl="0" eaLnBrk="1" fontAlgn="base" latinLnBrk="1" hangingPunct="1">
              <a:lnSpc>
                <a:spcPct val="100000"/>
              </a:lnSpc>
              <a:spcBef>
                <a:spcPct val="0"/>
              </a:spcBef>
              <a:spcAft>
                <a:spcPct val="0"/>
              </a:spcAft>
              <a:buClrTx/>
              <a:buSzTx/>
              <a:buFontTx/>
              <a:buNone/>
              <a:tabLst/>
              <a:defRPr/>
            </a:pPr>
            <a:r>
              <a:rPr kumimoji="1" lang="ko-KR" altLang="en-US" sz="2800" b="1"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rPr>
              <a:t>전하는 </a:t>
            </a:r>
            <a:r>
              <a:rPr kumimoji="1" lang="ko-KR" altLang="en-US" sz="2800" b="1" i="0" u="none" strike="noStrike" kern="1200" cap="none" spc="0" normalizeH="0" baseline="0" noProof="0" dirty="0" err="1">
                <a:ln>
                  <a:noFill/>
                </a:ln>
                <a:solidFill>
                  <a:srgbClr val="000000"/>
                </a:solidFill>
                <a:effectLst/>
                <a:uLnTx/>
                <a:uFillTx/>
                <a:latin typeface="맑은 고딕" panose="020B0503020000020004" pitchFamily="50" charset="-127"/>
                <a:ea typeface="맑은 고딕" panose="020B0503020000020004" pitchFamily="50" charset="-127"/>
              </a:rPr>
              <a:t>것이니라</a:t>
            </a:r>
            <a:endParaRPr kumimoji="1" lang="ko-KR" altLang="en-US" sz="2800" b="1"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endParaRPr>
          </a:p>
          <a:p>
            <a:pPr marL="0" marR="0" lvl="0" indent="0" algn="l" defTabSz="914400" rtl="0" eaLnBrk="1" fontAlgn="base" latinLnBrk="1" hangingPunct="1">
              <a:lnSpc>
                <a:spcPct val="110000"/>
              </a:lnSpc>
              <a:spcBef>
                <a:spcPct val="0"/>
              </a:spcBef>
              <a:spcAft>
                <a:spcPct val="0"/>
              </a:spcAft>
              <a:buClrTx/>
              <a:buSzTx/>
              <a:buFontTx/>
              <a:buNone/>
              <a:tabLst/>
              <a:defRPr/>
            </a:pPr>
            <a:endParaRPr kumimoji="0" lang="en-US" altLang="ko-KR" sz="2800" b="1"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endParaRPr>
          </a:p>
          <a:p>
            <a:pPr marL="0" marR="0" lvl="0" indent="0" algn="l" defTabSz="914400" rtl="0" eaLnBrk="1" fontAlgn="base" latinLnBrk="1" hangingPunct="1">
              <a:lnSpc>
                <a:spcPct val="100000"/>
              </a:lnSpc>
              <a:spcBef>
                <a:spcPct val="0"/>
              </a:spcBef>
              <a:spcAft>
                <a:spcPct val="0"/>
              </a:spcAft>
              <a:buClrTx/>
              <a:buSzTx/>
              <a:buFontTx/>
              <a:buNone/>
              <a:tabLst/>
              <a:defRPr/>
            </a:pPr>
            <a:r>
              <a:rPr kumimoji="0" lang="en-US" altLang="ko-KR" sz="2400" b="1"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rPr>
              <a:t>For as often as you eat this bread and drink the cup, you proclaim the Lord’s death until he comes.</a:t>
            </a:r>
            <a:endParaRPr kumimoji="1" lang="ko-KR" altLang="en-US" sz="2800" b="1" i="0" u="none" strike="noStrike" kern="1200" cap="none" spc="0" normalizeH="0" baseline="0" noProof="0" dirty="0">
              <a:ln>
                <a:noFill/>
              </a:ln>
              <a:solidFill>
                <a:srgbClr val="FEC200"/>
              </a:solidFill>
              <a:effectLst/>
              <a:uLnTx/>
              <a:uFillTx/>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40203470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showMasterPhAnim="0">
  <p:cSld>
    <p:bg>
      <p:bgPr>
        <a:blipFill dpi="0" rotWithShape="0">
          <a:blip r:embed="rId2">
            <a:alphaModFix amt="50000"/>
            <a:lum/>
          </a:blip>
          <a:srcRect/>
          <a:stretch>
            <a:fillRect/>
          </a:stretch>
        </a:blipFill>
        <a:effectLst/>
      </p:bgPr>
    </p:bg>
    <p:spTree>
      <p:nvGrpSpPr>
        <p:cNvPr id="1" name="">
          <a:extLst>
            <a:ext uri="{FF2B5EF4-FFF2-40B4-BE49-F238E27FC236}">
              <a16:creationId xmlns:a16="http://schemas.microsoft.com/office/drawing/2014/main" id="{A7A6D9CD-CEFA-EFC9-387D-734AE0B3BD14}"/>
            </a:ext>
          </a:extLst>
        </p:cNvPr>
        <p:cNvGrpSpPr/>
        <p:nvPr/>
      </p:nvGrpSpPr>
      <p:grpSpPr>
        <a:xfrm>
          <a:off x="0" y="0"/>
          <a:ext cx="0" cy="0"/>
          <a:chOff x="0" y="0"/>
          <a:chExt cx="0" cy="0"/>
        </a:xfrm>
      </p:grpSpPr>
      <p:sp>
        <p:nvSpPr>
          <p:cNvPr id="1937410" name="Rectangle 2">
            <a:extLst>
              <a:ext uri="{FF2B5EF4-FFF2-40B4-BE49-F238E27FC236}">
                <a16:creationId xmlns:a16="http://schemas.microsoft.com/office/drawing/2014/main" id="{FBC6AFC8-5F1B-E0AE-B62B-7C4F4660B948}"/>
              </a:ext>
            </a:extLst>
          </p:cNvPr>
          <p:cNvSpPr>
            <a:spLocks noGrp="1" noChangeArrowheads="1"/>
          </p:cNvSpPr>
          <p:nvPr>
            <p:ph type="title"/>
          </p:nvPr>
        </p:nvSpPr>
        <p:spPr>
          <a:xfrm>
            <a:off x="1371600" y="40684"/>
            <a:ext cx="6477000" cy="862013"/>
          </a:xfrm>
          <a:effectLst>
            <a:outerShdw blurRad="50800" dist="38100" dir="2700000" algn="tl" rotWithShape="0">
              <a:prstClr val="black">
                <a:alpha val="40000"/>
              </a:prstClr>
            </a:outerShdw>
          </a:effectLst>
        </p:spPr>
        <p:txBody>
          <a:bodyPr/>
          <a:lstStyle/>
          <a:p>
            <a:pPr eaLnBrk="1" hangingPunct="1"/>
            <a:r>
              <a:rPr lang="en-US" altLang="ko-KR" sz="4000" kern="1200" dirty="0"/>
              <a:t>“</a:t>
            </a:r>
            <a:r>
              <a:rPr lang="ko-KR" altLang="en-US" sz="4000" kern="1200" dirty="0"/>
              <a:t>성찬의 의미</a:t>
            </a:r>
            <a:r>
              <a:rPr lang="en-US" altLang="ko-KR" sz="4000" kern="1200" dirty="0"/>
              <a:t>＂</a:t>
            </a:r>
            <a:endParaRPr lang="ko-KR" altLang="en-US" sz="4000" b="1" dirty="0">
              <a:solidFill>
                <a:schemeClr val="tx1"/>
              </a:solidFill>
            </a:endParaRPr>
          </a:p>
        </p:txBody>
      </p:sp>
      <p:sp>
        <p:nvSpPr>
          <p:cNvPr id="2" name="TextBox 1">
            <a:extLst>
              <a:ext uri="{FF2B5EF4-FFF2-40B4-BE49-F238E27FC236}">
                <a16:creationId xmlns:a16="http://schemas.microsoft.com/office/drawing/2014/main" id="{9E08C2C5-BFE8-902D-23E7-9B94F7237A7A}"/>
              </a:ext>
            </a:extLst>
          </p:cNvPr>
          <p:cNvSpPr txBox="1"/>
          <p:nvPr/>
        </p:nvSpPr>
        <p:spPr>
          <a:xfrm>
            <a:off x="2701628" y="832235"/>
            <a:ext cx="3740743" cy="400110"/>
          </a:xfrm>
          <a:prstGeom prst="rect">
            <a:avLst/>
          </a:prstGeom>
          <a:noFill/>
          <a:effectLst>
            <a:outerShdw blurRad="50800" dist="38100" dir="2700000" algn="tl" rotWithShape="0">
              <a:prstClr val="black">
                <a:alpha val="40000"/>
              </a:prstClr>
            </a:outerShdw>
          </a:effectLst>
        </p:spPr>
        <p:txBody>
          <a:bodyPr wrap="square">
            <a:sp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20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cs typeface="+mn-cs"/>
              </a:rPr>
              <a:t>The</a:t>
            </a:r>
            <a:r>
              <a:rPr kumimoji="1" lang="ko-KR" altLang="en-US" sz="20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cs typeface="+mn-cs"/>
              </a:rPr>
              <a:t> </a:t>
            </a:r>
            <a:r>
              <a:rPr kumimoji="1" lang="en-US" altLang="ko-KR" sz="20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cs typeface="+mn-cs"/>
              </a:rPr>
              <a:t>Meaning</a:t>
            </a:r>
            <a:r>
              <a:rPr kumimoji="1" lang="ko-KR" altLang="en-US" sz="20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cs typeface="+mn-cs"/>
              </a:rPr>
              <a:t> </a:t>
            </a:r>
            <a:r>
              <a:rPr kumimoji="1" lang="en-US" altLang="ko-KR" sz="20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cs typeface="+mn-cs"/>
              </a:rPr>
              <a:t>of</a:t>
            </a:r>
            <a:r>
              <a:rPr kumimoji="1" lang="ko-KR" altLang="en-US" sz="20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cs typeface="+mn-cs"/>
              </a:rPr>
              <a:t> </a:t>
            </a:r>
            <a:r>
              <a:rPr kumimoji="1" lang="en-US" altLang="ko-KR" sz="20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cs typeface="+mn-cs"/>
              </a:rPr>
              <a:t>Communion</a:t>
            </a:r>
            <a:endParaRPr kumimoji="1" lang="ko-KR" altLang="en-US" sz="20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cs typeface="+mn-cs"/>
            </a:endParaRPr>
          </a:p>
        </p:txBody>
      </p:sp>
      <p:sp>
        <p:nvSpPr>
          <p:cNvPr id="10" name="대각선 방향의 모서리가 둥근 사각형 4">
            <a:extLst>
              <a:ext uri="{FF2B5EF4-FFF2-40B4-BE49-F238E27FC236}">
                <a16:creationId xmlns:a16="http://schemas.microsoft.com/office/drawing/2014/main" id="{BA5A6C7B-5431-B6DD-5BEC-2BFA164678DE}"/>
              </a:ext>
            </a:extLst>
          </p:cNvPr>
          <p:cNvSpPr>
            <a:spLocks noChangeAspect="1"/>
          </p:cNvSpPr>
          <p:nvPr/>
        </p:nvSpPr>
        <p:spPr bwMode="auto">
          <a:xfrm>
            <a:off x="1371600" y="1352550"/>
            <a:ext cx="6477000" cy="3048000"/>
          </a:xfrm>
          <a:prstGeom prst="round2DiagRect">
            <a:avLst/>
          </a:prstGeom>
          <a:solidFill>
            <a:schemeClr val="tx1">
              <a:alpha val="65000"/>
            </a:schemeClr>
          </a:solidFill>
          <a:ln w="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24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endParaRPr>
          </a:p>
        </p:txBody>
      </p:sp>
      <p:sp>
        <p:nvSpPr>
          <p:cNvPr id="11" name="TextBox 10">
            <a:extLst>
              <a:ext uri="{FF2B5EF4-FFF2-40B4-BE49-F238E27FC236}">
                <a16:creationId xmlns:a16="http://schemas.microsoft.com/office/drawing/2014/main" id="{489AC077-37EE-0AFE-19F4-D20F12B45B96}"/>
              </a:ext>
            </a:extLst>
          </p:cNvPr>
          <p:cNvSpPr txBox="1"/>
          <p:nvPr/>
        </p:nvSpPr>
        <p:spPr bwMode="auto">
          <a:xfrm>
            <a:off x="1711028" y="1469898"/>
            <a:ext cx="1981200" cy="461665"/>
          </a:xfrm>
          <a:prstGeom prst="rect">
            <a:avLst/>
          </a:prstGeom>
          <a:noFill/>
          <a:ln w="9525" algn="ctr">
            <a:noFill/>
            <a:miter lim="800000"/>
            <a:headEnd/>
            <a:tailEnd/>
          </a:ln>
          <a:effectLst>
            <a:outerShdw blurRad="50800" dist="38100" dir="2700000" algn="tl" rotWithShape="0">
              <a:prstClr val="black">
                <a:alpha val="40000"/>
              </a:prstClr>
            </a:outerShdw>
          </a:effectLst>
        </p:spPr>
        <p:txBody>
          <a:bodyPr wrap="square" rtlCol="0">
            <a:spAutoFit/>
          </a:bodyPr>
          <a:lstStyle/>
          <a:p>
            <a:pPr marL="457200" marR="0" lvl="0" indent="-457200" algn="l" defTabSz="914400" rtl="0" eaLnBrk="1" fontAlgn="base" latinLnBrk="1" hangingPunct="1">
              <a:lnSpc>
                <a:spcPct val="100000"/>
              </a:lnSpc>
              <a:spcBef>
                <a:spcPct val="0"/>
              </a:spcBef>
              <a:spcAft>
                <a:spcPct val="0"/>
              </a:spcAft>
              <a:buClrTx/>
              <a:buSzTx/>
              <a:buFontTx/>
              <a:buNone/>
              <a:tabLst/>
              <a:defRPr/>
            </a:pPr>
            <a:r>
              <a:rPr kumimoji="1" lang="ko-KR" altLang="en-US" sz="2400" b="1"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세 번째 </a:t>
            </a:r>
            <a:r>
              <a:rPr kumimoji="1" lang="en-US" altLang="ko-KR" sz="2400" b="1"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(3)</a:t>
            </a:r>
            <a:endParaRPr kumimoji="1" lang="ko-KR" altLang="en-US" sz="2400" b="1"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endParaRPr>
          </a:p>
        </p:txBody>
      </p:sp>
      <p:sp>
        <p:nvSpPr>
          <p:cNvPr id="12" name="TextBox 11">
            <a:extLst>
              <a:ext uri="{FF2B5EF4-FFF2-40B4-BE49-F238E27FC236}">
                <a16:creationId xmlns:a16="http://schemas.microsoft.com/office/drawing/2014/main" id="{D780EE87-D780-C61E-0E4B-B6418FF59E08}"/>
              </a:ext>
            </a:extLst>
          </p:cNvPr>
          <p:cNvSpPr txBox="1"/>
          <p:nvPr/>
        </p:nvSpPr>
        <p:spPr>
          <a:xfrm>
            <a:off x="1371600" y="1953844"/>
            <a:ext cx="6477000" cy="2185214"/>
          </a:xfrm>
          <a:prstGeom prst="rect">
            <a:avLst/>
          </a:prstGeom>
          <a:noFill/>
          <a:effectLst>
            <a:outerShdw blurRad="50800" dist="38100" dir="2700000" algn="tl" rotWithShape="0">
              <a:prstClr val="black">
                <a:alpha val="40000"/>
              </a:prstClr>
            </a:outerShdw>
          </a:effectLst>
        </p:spPr>
        <p:txBody>
          <a:bodyPr wrap="square" rtlCol="0">
            <a:spAutoFit/>
          </a:bodyPr>
          <a:lstStyle/>
          <a:p>
            <a:pPr marL="0" marR="0" lvl="0" indent="0" algn="ctr" defTabSz="914400" rtl="0" eaLnBrk="1" fontAlgn="base" latinLnBrk="1" hangingPunct="1">
              <a:lnSpc>
                <a:spcPct val="150000"/>
              </a:lnSpc>
              <a:spcBef>
                <a:spcPct val="0"/>
              </a:spcBef>
              <a:spcAft>
                <a:spcPct val="0"/>
              </a:spcAft>
              <a:buClrTx/>
              <a:buSzTx/>
              <a:buFontTx/>
              <a:buNone/>
              <a:tabLst/>
              <a:defRPr/>
            </a:pPr>
            <a:r>
              <a:rPr kumimoji="1" lang="ko-KR" altLang="en-US"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자기를 </a:t>
            </a:r>
            <a:r>
              <a:rPr kumimoji="1" lang="ko-KR" altLang="en-US" sz="2400" b="0" i="0" u="none" strike="noStrike" kern="1200" cap="none" spc="0" normalizeH="0" baseline="0" noProof="0" dirty="0" err="1">
                <a:ln>
                  <a:noFill/>
                </a:ln>
                <a:solidFill>
                  <a:srgbClr val="FFFFFF"/>
                </a:solidFill>
                <a:effectLst/>
                <a:uLnTx/>
                <a:uFillTx/>
                <a:latin typeface="맑은 고딕" panose="020B0503020000020004" pitchFamily="50" charset="-127"/>
                <a:ea typeface="맑은 고딕" panose="020B0503020000020004" pitchFamily="50" charset="-127"/>
              </a:rPr>
              <a:t>살펴야함</a:t>
            </a:r>
            <a:endParaRPr kumimoji="1" lang="ko-KR" altLang="en-US"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endParaRPr>
          </a:p>
          <a:p>
            <a:pPr marL="0" marR="0" lvl="0" indent="0" algn="ctr" defTabSz="914400" rtl="0" eaLnBrk="1" fontAlgn="base" latinLnBrk="1" hangingPunct="1">
              <a:lnSpc>
                <a:spcPct val="150000"/>
              </a:lnSpc>
              <a:spcBef>
                <a:spcPct val="0"/>
              </a:spcBef>
              <a:spcAft>
                <a:spcPct val="0"/>
              </a:spcAft>
              <a:buClrTx/>
              <a:buSzTx/>
              <a:buFontTx/>
              <a:buNone/>
              <a:tabLst/>
              <a:defRPr/>
            </a:pPr>
            <a:r>
              <a:rPr kumimoji="1" lang="en-US" altLang="ko-KR"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a:t>
            </a:r>
            <a:r>
              <a:rPr kumimoji="1" lang="ko-KR" altLang="en-US"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회개</a:t>
            </a:r>
            <a:r>
              <a:rPr kumimoji="1" lang="en-US" altLang="ko-KR"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a:t>
            </a:r>
          </a:p>
          <a:p>
            <a:pPr marL="0" marR="0" lvl="0" indent="0" algn="ctr" defTabSz="914400" rtl="0" eaLnBrk="1" fontAlgn="base" latinLnBrk="1" hangingPunct="1">
              <a:lnSpc>
                <a:spcPct val="100000"/>
              </a:lnSpc>
              <a:spcBef>
                <a:spcPct val="0"/>
              </a:spcBef>
              <a:spcAft>
                <a:spcPct val="0"/>
              </a:spcAft>
              <a:buClrTx/>
              <a:buSzTx/>
              <a:buFontTx/>
              <a:buNone/>
              <a:tabLst/>
              <a:defRPr/>
            </a:pPr>
            <a:br>
              <a:rPr kumimoji="1" lang="en-US" altLang="ko-KR" sz="2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br>
            <a:r>
              <a:rPr kumimoji="1" lang="en-US" altLang="ko-KR" sz="2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We</a:t>
            </a:r>
            <a:r>
              <a:rPr kumimoji="1" lang="ko-KR" altLang="en-US" sz="2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 </a:t>
            </a:r>
            <a:r>
              <a:rPr kumimoji="1" lang="en-US" altLang="ko-KR" sz="2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Must</a:t>
            </a:r>
            <a:r>
              <a:rPr kumimoji="1" lang="ko-KR" altLang="en-US" sz="2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 </a:t>
            </a:r>
            <a:r>
              <a:rPr kumimoji="1" lang="en-US" altLang="ko-KR" sz="2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Examine</a:t>
            </a:r>
            <a:r>
              <a:rPr kumimoji="1" lang="ko-KR" altLang="en-US" sz="2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 </a:t>
            </a:r>
            <a:r>
              <a:rPr kumimoji="1" lang="en-US" altLang="ko-KR" sz="2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Ourselves</a:t>
            </a:r>
          </a:p>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20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(Repentance)</a:t>
            </a:r>
          </a:p>
        </p:txBody>
      </p:sp>
    </p:spTree>
    <p:extLst>
      <p:ext uri="{BB962C8B-B14F-4D97-AF65-F5344CB8AC3E}">
        <p14:creationId xmlns:p14="http://schemas.microsoft.com/office/powerpoint/2010/main" val="232212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showMasterPhAnim="0">
  <p:cSld>
    <p:bg>
      <p:bgPr>
        <a:blipFill dpi="0" rotWithShape="0">
          <a:blip r:embed="rId2">
            <a:alphaModFix amt="50000"/>
            <a:lum/>
          </a:blip>
          <a:srcRect/>
          <a:stretch>
            <a:fillRect t="-9000" b="-9000"/>
          </a:stretch>
        </a:blipFill>
        <a:effectLst/>
      </p:bgPr>
    </p:bg>
    <p:spTree>
      <p:nvGrpSpPr>
        <p:cNvPr id="1" name="">
          <a:extLst>
            <a:ext uri="{FF2B5EF4-FFF2-40B4-BE49-F238E27FC236}">
              <a16:creationId xmlns:a16="http://schemas.microsoft.com/office/drawing/2014/main" id="{4F0D210F-5931-4514-DE33-05C2E360FF2D}"/>
            </a:ext>
          </a:extLst>
        </p:cNvPr>
        <p:cNvGrpSpPr/>
        <p:nvPr/>
      </p:nvGrpSpPr>
      <p:grpSpPr>
        <a:xfrm>
          <a:off x="0" y="0"/>
          <a:ext cx="0" cy="0"/>
          <a:chOff x="0" y="0"/>
          <a:chExt cx="0" cy="0"/>
        </a:xfrm>
      </p:grpSpPr>
      <p:sp>
        <p:nvSpPr>
          <p:cNvPr id="3" name="대각선 방향의 모서리가 둥근 사각형 2">
            <a:extLst>
              <a:ext uri="{FF2B5EF4-FFF2-40B4-BE49-F238E27FC236}">
                <a16:creationId xmlns:a16="http://schemas.microsoft.com/office/drawing/2014/main" id="{753D382C-72F9-D8EA-CB83-527AB5CCB9AD}"/>
              </a:ext>
            </a:extLst>
          </p:cNvPr>
          <p:cNvSpPr>
            <a:spLocks noChangeAspect="1"/>
          </p:cNvSpPr>
          <p:nvPr/>
        </p:nvSpPr>
        <p:spPr bwMode="auto">
          <a:xfrm>
            <a:off x="152400" y="133350"/>
            <a:ext cx="8839200" cy="4876800"/>
          </a:xfrm>
          <a:prstGeom prst="round2DiagRect">
            <a:avLst/>
          </a:prstGeom>
          <a:solidFill>
            <a:schemeClr val="bg1">
              <a:lumMod val="85000"/>
              <a:alpha val="34000"/>
            </a:schemeClr>
          </a:solidFill>
          <a:ln w="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1" lang="en-US" altLang="ko-KR" sz="2800" b="1"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rPr>
              <a:t>11:28</a:t>
            </a:r>
          </a:p>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en-US" altLang="ko-KR" sz="2800" b="1" i="0" u="none" strike="noStrike" kern="1200" cap="none" spc="0" normalizeH="0" baseline="0" noProof="0" dirty="0">
              <a:ln>
                <a:noFill/>
              </a:ln>
              <a:solidFill>
                <a:srgbClr val="FEC200"/>
              </a:solidFill>
              <a:effectLst/>
              <a:uLnTx/>
              <a:uFillTx/>
              <a:latin typeface="맑은 고딕" panose="020B0503020000020004" pitchFamily="50" charset="-127"/>
              <a:ea typeface="맑은 고딕" panose="020B0503020000020004" pitchFamily="50" charset="-127"/>
            </a:endParaRPr>
          </a:p>
          <a:p>
            <a:pPr marL="0" marR="0" lvl="0" indent="0" algn="l" defTabSz="914400" rtl="0" eaLnBrk="1" fontAlgn="base" latinLnBrk="1" hangingPunct="1">
              <a:lnSpc>
                <a:spcPct val="100000"/>
              </a:lnSpc>
              <a:spcBef>
                <a:spcPct val="0"/>
              </a:spcBef>
              <a:spcAft>
                <a:spcPct val="0"/>
              </a:spcAft>
              <a:buClrTx/>
              <a:buSzTx/>
              <a:buFontTx/>
              <a:buNone/>
              <a:tabLst/>
              <a:defRPr/>
            </a:pPr>
            <a:r>
              <a:rPr kumimoji="1" lang="ko-KR" altLang="en-US" sz="2800" b="1"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rPr>
              <a:t>사람이 자기를 살피고 </a:t>
            </a:r>
          </a:p>
          <a:p>
            <a:pPr marL="0" marR="0" lvl="0" indent="0" algn="l" defTabSz="914400" rtl="0" eaLnBrk="1" fontAlgn="base" latinLnBrk="1" hangingPunct="1">
              <a:lnSpc>
                <a:spcPct val="100000"/>
              </a:lnSpc>
              <a:spcBef>
                <a:spcPct val="0"/>
              </a:spcBef>
              <a:spcAft>
                <a:spcPct val="0"/>
              </a:spcAft>
              <a:buClrTx/>
              <a:buSzTx/>
              <a:buFontTx/>
              <a:buNone/>
              <a:tabLst/>
              <a:defRPr/>
            </a:pPr>
            <a:r>
              <a:rPr kumimoji="1" lang="ko-KR" altLang="en-US" sz="2800" b="1"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rPr>
              <a:t>그 </a:t>
            </a:r>
            <a:r>
              <a:rPr kumimoji="1" lang="ko-KR" altLang="en-US" sz="2800" b="1" i="0" u="none" strike="noStrike" kern="1200" cap="none" spc="0" normalizeH="0" baseline="0" noProof="0" dirty="0" err="1">
                <a:ln>
                  <a:noFill/>
                </a:ln>
                <a:solidFill>
                  <a:srgbClr val="000000"/>
                </a:solidFill>
                <a:effectLst/>
                <a:uLnTx/>
                <a:uFillTx/>
                <a:latin typeface="맑은 고딕" panose="020B0503020000020004" pitchFamily="50" charset="-127"/>
                <a:ea typeface="맑은 고딕" panose="020B0503020000020004" pitchFamily="50" charset="-127"/>
              </a:rPr>
              <a:t>후에야</a:t>
            </a:r>
            <a:r>
              <a:rPr kumimoji="1" lang="ko-KR" altLang="en-US" sz="2800" b="1"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rPr>
              <a:t> 이 떡을 먹고 </a:t>
            </a:r>
          </a:p>
          <a:p>
            <a:pPr marL="0" marR="0" lvl="0" indent="0" algn="l" defTabSz="914400" rtl="0" eaLnBrk="1" fontAlgn="base" latinLnBrk="1" hangingPunct="1">
              <a:lnSpc>
                <a:spcPct val="100000"/>
              </a:lnSpc>
              <a:spcBef>
                <a:spcPct val="0"/>
              </a:spcBef>
              <a:spcAft>
                <a:spcPct val="0"/>
              </a:spcAft>
              <a:buClrTx/>
              <a:buSzTx/>
              <a:buFontTx/>
              <a:buNone/>
              <a:tabLst/>
              <a:defRPr/>
            </a:pPr>
            <a:r>
              <a:rPr kumimoji="1" lang="ko-KR" altLang="en-US" sz="2800" b="1"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rPr>
              <a:t>이 잔을 마실지니</a:t>
            </a:r>
          </a:p>
          <a:p>
            <a:pPr marL="0" marR="0" lvl="0" indent="0" algn="l" defTabSz="914400" rtl="0" eaLnBrk="1" fontAlgn="base" latinLnBrk="1" hangingPunct="1">
              <a:lnSpc>
                <a:spcPct val="110000"/>
              </a:lnSpc>
              <a:spcBef>
                <a:spcPct val="0"/>
              </a:spcBef>
              <a:spcAft>
                <a:spcPct val="0"/>
              </a:spcAft>
              <a:buClrTx/>
              <a:buSzTx/>
              <a:buFontTx/>
              <a:buNone/>
              <a:tabLst/>
              <a:defRPr/>
            </a:pPr>
            <a:endParaRPr kumimoji="0" lang="en-US" altLang="ko-KR" sz="2800" b="1"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endParaRPr>
          </a:p>
          <a:p>
            <a:pPr marL="0" marR="0" lvl="0" indent="0" algn="l" defTabSz="914400" rtl="0" eaLnBrk="1" fontAlgn="base" latinLnBrk="1" hangingPunct="1">
              <a:lnSpc>
                <a:spcPct val="100000"/>
              </a:lnSpc>
              <a:spcBef>
                <a:spcPct val="0"/>
              </a:spcBef>
              <a:spcAft>
                <a:spcPct val="0"/>
              </a:spcAft>
              <a:buClrTx/>
              <a:buSzTx/>
              <a:buFontTx/>
              <a:buNone/>
              <a:tabLst/>
              <a:defRPr/>
            </a:pPr>
            <a:r>
              <a:rPr kumimoji="0" lang="en-US" altLang="ko-KR" sz="2400" b="1"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rPr>
              <a:t>Let a person examine himself, then, and so eat of the bread and drink of the cup.</a:t>
            </a:r>
            <a:endParaRPr kumimoji="1" lang="ko-KR" altLang="en-US" sz="2800" b="1" i="0" u="none" strike="noStrike" kern="1200" cap="none" spc="0" normalizeH="0" baseline="0" noProof="0" dirty="0">
              <a:ln>
                <a:noFill/>
              </a:ln>
              <a:solidFill>
                <a:srgbClr val="FEC200"/>
              </a:solidFill>
              <a:effectLst/>
              <a:uLnTx/>
              <a:uFillTx/>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6897342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showMasterPhAnim="0">
  <p:cSld>
    <p:bg>
      <p:bgPr>
        <a:blipFill dpi="0" rotWithShape="0">
          <a:blip r:embed="rId2">
            <a:alphaModFix amt="50000"/>
          </a:blip>
          <a:srcRect/>
          <a:stretch>
            <a:fillRect/>
          </a:stretch>
        </a:blipFill>
        <a:effectLst/>
      </p:bgPr>
    </p:bg>
    <p:spTree>
      <p:nvGrpSpPr>
        <p:cNvPr id="1" name="">
          <a:extLst>
            <a:ext uri="{FF2B5EF4-FFF2-40B4-BE49-F238E27FC236}">
              <a16:creationId xmlns:a16="http://schemas.microsoft.com/office/drawing/2014/main" id="{5FAE8199-D2D1-B3E5-C659-DA12FF57FF5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79FAECB-B710-2E3D-CC93-4B14E47B9EDB}"/>
              </a:ext>
            </a:extLst>
          </p:cNvPr>
          <p:cNvSpPr txBox="1"/>
          <p:nvPr/>
        </p:nvSpPr>
        <p:spPr bwMode="auto">
          <a:xfrm>
            <a:off x="2743200" y="2843976"/>
            <a:ext cx="4267200" cy="400110"/>
          </a:xfrm>
          <a:prstGeom prst="rect">
            <a:avLst/>
          </a:prstGeom>
        </p:spPr>
        <p:txBody>
          <a:bodyPr wrap="square">
            <a:spAutoFit/>
          </a:body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0" lang="en-US" altLang="ko-KR" sz="2000" b="1"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The Meaning</a:t>
            </a:r>
            <a:r>
              <a:rPr kumimoji="0" lang="ko-KR" altLang="en-US" sz="2000" b="1"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 </a:t>
            </a:r>
            <a:r>
              <a:rPr kumimoji="0" lang="en-US" altLang="ko-KR" sz="2000" b="1"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of</a:t>
            </a:r>
            <a:r>
              <a:rPr kumimoji="0" lang="ko-KR" altLang="en-US" sz="2000" b="1"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 </a:t>
            </a:r>
            <a:r>
              <a:rPr kumimoji="0" lang="en-US" altLang="ko-KR" sz="2000" b="1"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Communion</a:t>
            </a:r>
            <a:endParaRPr kumimoji="1" lang="ko-KR" altLang="en-US" sz="2000" b="1"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endParaRPr>
          </a:p>
        </p:txBody>
      </p:sp>
      <p:sp>
        <p:nvSpPr>
          <p:cNvPr id="5" name="TextBox 4">
            <a:extLst>
              <a:ext uri="{FF2B5EF4-FFF2-40B4-BE49-F238E27FC236}">
                <a16:creationId xmlns:a16="http://schemas.microsoft.com/office/drawing/2014/main" id="{B205FC82-4702-F407-2EF3-BEC19795491D}"/>
              </a:ext>
            </a:extLst>
          </p:cNvPr>
          <p:cNvSpPr txBox="1"/>
          <p:nvPr/>
        </p:nvSpPr>
        <p:spPr>
          <a:xfrm>
            <a:off x="2952874" y="954908"/>
            <a:ext cx="3657600" cy="477054"/>
          </a:xfrm>
          <a:prstGeom prst="rect">
            <a:avLst/>
          </a:prstGeom>
          <a:noFill/>
          <a:effectLst>
            <a:outerShdw blurRad="50800" dist="38100" dir="2700000" algn="tl" rotWithShape="0">
              <a:prstClr val="black">
                <a:alpha val="40000"/>
              </a:prstClr>
            </a:outerShdw>
          </a:effectLst>
        </p:spPr>
        <p:txBody>
          <a:bodyPr wrap="square" rtlCol="0">
            <a:sp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25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rPr>
              <a:t>HOLY</a:t>
            </a:r>
            <a:r>
              <a:rPr kumimoji="1" lang="ko-KR" altLang="en-US" sz="25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rPr>
              <a:t> </a:t>
            </a:r>
            <a:r>
              <a:rPr kumimoji="1" lang="en-US" altLang="ko-KR" sz="25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rPr>
              <a:t>COMMUNION</a:t>
            </a:r>
          </a:p>
        </p:txBody>
      </p:sp>
      <p:sp>
        <p:nvSpPr>
          <p:cNvPr id="6" name="TextBox 5">
            <a:extLst>
              <a:ext uri="{FF2B5EF4-FFF2-40B4-BE49-F238E27FC236}">
                <a16:creationId xmlns:a16="http://schemas.microsoft.com/office/drawing/2014/main" id="{C0123754-94A6-7F63-9454-609C48500DC9}"/>
              </a:ext>
            </a:extLst>
          </p:cNvPr>
          <p:cNvSpPr txBox="1"/>
          <p:nvPr/>
        </p:nvSpPr>
        <p:spPr>
          <a:xfrm>
            <a:off x="152400" y="318445"/>
            <a:ext cx="3200400" cy="1200329"/>
          </a:xfrm>
          <a:prstGeom prst="rect">
            <a:avLst/>
          </a:prstGeom>
          <a:noFill/>
          <a:effectLst>
            <a:outerShdw blurRad="50800" dist="38100" dir="2700000" algn="tl" rotWithShape="0">
              <a:prstClr val="black">
                <a:alpha val="40000"/>
              </a:prstClr>
            </a:outerShdw>
          </a:effectLst>
        </p:spPr>
        <p:txBody>
          <a:bodyPr wrap="square" rtlCol="0">
            <a:sp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ko-KR" altLang="en-US" sz="7200" b="0" i="0" u="none" strike="noStrike" kern="1200" cap="none" spc="0" normalizeH="0" baseline="0" noProof="0" dirty="0">
                <a:ln>
                  <a:noFill/>
                </a:ln>
                <a:solidFill>
                  <a:srgbClr val="000000"/>
                </a:solidFill>
                <a:effectLst/>
                <a:uLnTx/>
                <a:uFillTx/>
                <a:latin typeface="맑은 고딕" panose="020B0503020000020004" pitchFamily="50" charset="-127"/>
                <a:ea typeface="맑은 고딕" panose="020B0503020000020004" pitchFamily="50" charset="-127"/>
              </a:rPr>
              <a:t>성찬식</a:t>
            </a:r>
          </a:p>
        </p:txBody>
      </p:sp>
      <p:sp>
        <p:nvSpPr>
          <p:cNvPr id="7" name="TextBox 6">
            <a:extLst>
              <a:ext uri="{FF2B5EF4-FFF2-40B4-BE49-F238E27FC236}">
                <a16:creationId xmlns:a16="http://schemas.microsoft.com/office/drawing/2014/main" id="{AE2328E5-E73B-D4A3-81EA-034D05B2F94E}"/>
              </a:ext>
            </a:extLst>
          </p:cNvPr>
          <p:cNvSpPr txBox="1"/>
          <p:nvPr/>
        </p:nvSpPr>
        <p:spPr>
          <a:xfrm>
            <a:off x="1847850" y="1887209"/>
            <a:ext cx="5448300" cy="923330"/>
          </a:xfrm>
          <a:prstGeom prst="rect">
            <a:avLst/>
          </a:prstGeom>
          <a:noFill/>
          <a:effectLst>
            <a:outerShdw blurRad="50800" dist="38100" dir="2700000" algn="tl" rotWithShape="0">
              <a:prstClr val="black">
                <a:alpha val="40000"/>
              </a:prstClr>
            </a:outerShdw>
          </a:effectLst>
        </p:spPr>
        <p:txBody>
          <a:bodyPr wrap="square" rtlCol="0">
            <a:sp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5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a:t>
            </a:r>
            <a:r>
              <a:rPr kumimoji="1" lang="ko-KR" altLang="en-US" sz="5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성찬의 의미</a:t>
            </a:r>
            <a:r>
              <a:rPr kumimoji="1" lang="en-US" altLang="ko-KR" sz="5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a:t>
            </a:r>
            <a:endParaRPr kumimoji="1" lang="ko-KR" altLang="en-US" sz="54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endParaRPr>
          </a:p>
        </p:txBody>
      </p:sp>
      <p:sp>
        <p:nvSpPr>
          <p:cNvPr id="8" name="TextBox 7">
            <a:extLst>
              <a:ext uri="{FF2B5EF4-FFF2-40B4-BE49-F238E27FC236}">
                <a16:creationId xmlns:a16="http://schemas.microsoft.com/office/drawing/2014/main" id="{17B718FE-2029-5323-84EF-E5147542E705}"/>
              </a:ext>
            </a:extLst>
          </p:cNvPr>
          <p:cNvSpPr txBox="1"/>
          <p:nvPr/>
        </p:nvSpPr>
        <p:spPr>
          <a:xfrm>
            <a:off x="3549940" y="3452242"/>
            <a:ext cx="2463467" cy="523220"/>
          </a:xfrm>
          <a:prstGeom prst="rect">
            <a:avLst/>
          </a:prstGeom>
          <a:noFill/>
          <a:effectLst>
            <a:outerShdw blurRad="50800" dist="38100" dir="2700000" algn="tl" rotWithShape="0">
              <a:prstClr val="black">
                <a:alpha val="40000"/>
              </a:prstClr>
            </a:outerShdw>
          </a:effectLst>
        </p:spPr>
        <p:txBody>
          <a:bodyPr wrap="square" rtlCol="0">
            <a:sp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ko-KR" altLang="en-US" sz="28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고전</a:t>
            </a:r>
            <a:r>
              <a:rPr kumimoji="1" lang="en-US" altLang="ko-KR" sz="28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11:23-29</a:t>
            </a:r>
            <a:endParaRPr kumimoji="1" lang="ko-KR" altLang="en-US" sz="2800" b="0"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endParaRPr>
          </a:p>
        </p:txBody>
      </p:sp>
      <p:sp>
        <p:nvSpPr>
          <p:cNvPr id="9" name="TextBox 8">
            <a:extLst>
              <a:ext uri="{FF2B5EF4-FFF2-40B4-BE49-F238E27FC236}">
                <a16:creationId xmlns:a16="http://schemas.microsoft.com/office/drawing/2014/main" id="{F5642A70-DDF2-2616-65DB-F9F4FD261138}"/>
              </a:ext>
            </a:extLst>
          </p:cNvPr>
          <p:cNvSpPr txBox="1"/>
          <p:nvPr/>
        </p:nvSpPr>
        <p:spPr bwMode="auto">
          <a:xfrm>
            <a:off x="3949864" y="3998952"/>
            <a:ext cx="1663617" cy="369332"/>
          </a:xfrm>
          <a:prstGeom prst="rect">
            <a:avLst/>
          </a:prstGeom>
        </p:spPr>
        <p:txBody>
          <a:bodyPr wrap="square">
            <a:spAutoFit/>
          </a:body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0" lang="en-US" altLang="ko-KR" sz="1800" b="1"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rPr>
              <a:t>(1Corinthians)</a:t>
            </a:r>
            <a:endParaRPr kumimoji="1" lang="ko-KR" altLang="en-US" sz="1800" b="1" i="0" u="none" strike="noStrike" kern="1200" cap="none" spc="0" normalizeH="0" baseline="0" noProof="0" dirty="0">
              <a:ln>
                <a:noFill/>
              </a:ln>
              <a:solidFill>
                <a:srgbClr val="FFFFFF"/>
              </a:solidFill>
              <a:effectLst/>
              <a:uLnTx/>
              <a:uFillTx/>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5430999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4_기본 디자인">
  <a:themeElements>
    <a:clrScheme name="기본 디자인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기본 디자인">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a:noFill/>
          <a:miter lim="800000"/>
          <a:headEnd/>
          <a:tailEnd/>
        </a:ln>
      </a:spPr>
      <a:bodyPr>
        <a:spAutoFit/>
      </a:bodyPr>
      <a:lstStyle>
        <a:defPPr algn="just">
          <a:lnSpc>
            <a:spcPct val="80000"/>
          </a:lnSpc>
          <a:spcBef>
            <a:spcPct val="20000"/>
          </a:spcBef>
          <a:defRPr b="1">
            <a:solidFill>
              <a:schemeClr val="bg1"/>
            </a:solidFill>
            <a:latin typeface="HY목각파임B" pitchFamily="18" charset="-127"/>
            <a:ea typeface="HY목각파임B" pitchFamily="18" charset="-127"/>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outerShdw dist="35921" dir="2700000" algn="ctr" rotWithShape="0">
            <a:schemeClr val="tx1"/>
          </a:outerShdw>
        </a:effectLst>
      </a:spPr>
      <a:bodyPr vert="horz" wrap="square" lIns="91440" tIns="45720" rIns="91440" bIns="45720" numCol="1" anchor="t" anchorCtr="0" compatLnSpc="1">
        <a:prstTxWarp prst="textNoShape">
          <a:avLst/>
        </a:prstTxWarp>
      </a:bodyPr>
      <a:lstStyle>
        <a:defPPr marL="457200" marR="0" indent="-457200" algn="just" defTabSz="914400" rtl="0" eaLnBrk="1" fontAlgn="base" latinLnBrk="1" hangingPunct="1">
          <a:lnSpc>
            <a:spcPct val="80000"/>
          </a:lnSpc>
          <a:spcBef>
            <a:spcPct val="20000"/>
          </a:spcBef>
          <a:spcAft>
            <a:spcPct val="0"/>
          </a:spcAft>
          <a:buClrTx/>
          <a:buSzTx/>
          <a:buFontTx/>
          <a:buAutoNum type="arabicPeriod"/>
          <a:tabLst/>
          <a:defRPr kumimoji="1" lang="ko-KR" altLang="en-US" sz="4000" b="0" i="0" u="none" strike="noStrike" cap="none" normalizeH="0" baseline="0" smtClean="0">
            <a:ln>
              <a:noFill/>
            </a:ln>
            <a:solidFill>
              <a:schemeClr val="tx1"/>
            </a:solidFill>
            <a:effectLst/>
            <a:latin typeface="Malgun Gothic" pitchFamily="18" charset="-127"/>
            <a:ea typeface="Malgun Gothic" pitchFamily="18" charset="-127"/>
          </a:defRPr>
        </a:defPPr>
      </a:lstStyle>
    </a:lnDef>
    <a:txDef>
      <a:spPr bwMode="auto">
        <a:noFill/>
        <a:ln w="9525" algn="ctr">
          <a:noFill/>
          <a:miter lim="800000"/>
          <a:headEnd/>
          <a:tailEnd/>
        </a:ln>
        <a:effectLst>
          <a:outerShdw dist="35921" dir="2700000" algn="ctr" rotWithShape="0">
            <a:schemeClr val="tx1"/>
          </a:outerShdw>
        </a:effectLst>
      </a:spPr>
      <a:bodyPr>
        <a:spAutoFit/>
      </a:bodyPr>
      <a:lstStyle>
        <a:defPPr marL="457200" indent="-457200">
          <a:buFontTx/>
          <a:buNone/>
          <a:defRPr sz="3200" dirty="0">
            <a:solidFill>
              <a:schemeClr val="bg1"/>
            </a:solidFill>
            <a:latin typeface="궁서체" pitchFamily="17" charset="-127"/>
            <a:ea typeface="궁서체" pitchFamily="17" charset="-127"/>
          </a:defRPr>
        </a:defPPr>
      </a:lstStyle>
    </a:txDef>
  </a:objectDefaults>
  <a:extraClrSchemeLst>
    <a:extraClrScheme>
      <a:clrScheme name="기본 디자인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기본 디자인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기본 디자인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기본 디자인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기본 디자인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기본 디자인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기본 디자인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9_기본 디자인">
  <a:themeElements>
    <a:clrScheme name="기본 디자인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기본 디자인">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1" hangingPunct="1">
          <a:lnSpc>
            <a:spcPct val="100000"/>
          </a:lnSpc>
          <a:spcBef>
            <a:spcPct val="0"/>
          </a:spcBef>
          <a:spcAft>
            <a:spcPct val="0"/>
          </a:spcAft>
          <a:buClrTx/>
          <a:buSzTx/>
          <a:buFontTx/>
          <a:buNone/>
          <a:tabLst/>
          <a:defRPr kumimoji="1" lang="ko-KR" altLang="en-US" sz="2400" b="0" i="0" u="none" strike="noStrike" cap="none" normalizeH="0" baseline="0" smtClean="0">
            <a:ln>
              <a:noFill/>
            </a:ln>
            <a:solidFill>
              <a:schemeClr val="tx1"/>
            </a:solidFill>
            <a:effectLst/>
            <a:latin typeface="굴림" pitchFamily="50" charset="-127"/>
            <a:ea typeface="굴림" pitchFamily="50" charset="-127"/>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1" hangingPunct="1">
          <a:lnSpc>
            <a:spcPct val="100000"/>
          </a:lnSpc>
          <a:spcBef>
            <a:spcPct val="0"/>
          </a:spcBef>
          <a:spcAft>
            <a:spcPct val="0"/>
          </a:spcAft>
          <a:buClrTx/>
          <a:buSzTx/>
          <a:buFontTx/>
          <a:buNone/>
          <a:tabLst/>
          <a:defRPr kumimoji="1" lang="ko-KR" altLang="en-US" sz="2400" b="0" i="0" u="none" strike="noStrike" cap="none" normalizeH="0" baseline="0" smtClean="0">
            <a:ln>
              <a:noFill/>
            </a:ln>
            <a:solidFill>
              <a:schemeClr val="tx1"/>
            </a:solidFill>
            <a:effectLst/>
            <a:latin typeface="굴림" pitchFamily="50" charset="-127"/>
            <a:ea typeface="굴림" pitchFamily="50" charset="-127"/>
          </a:defRPr>
        </a:defPPr>
      </a:lstStyle>
    </a:lnDef>
  </a:objectDefaults>
  <a:extraClrSchemeLst>
    <a:extraClrScheme>
      <a:clrScheme name="기본 디자인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기본 디자인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기본 디자인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기본 디자인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기본 디자인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기본 디자인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기본 디자인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1_기본 디자인">
  <a:themeElements>
    <a:clrScheme name="기본 디자인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기본 디자인">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1" hangingPunct="1">
          <a:lnSpc>
            <a:spcPct val="100000"/>
          </a:lnSpc>
          <a:spcBef>
            <a:spcPct val="0"/>
          </a:spcBef>
          <a:spcAft>
            <a:spcPct val="0"/>
          </a:spcAft>
          <a:buClrTx/>
          <a:buSzTx/>
          <a:buFontTx/>
          <a:buNone/>
          <a:tabLst/>
          <a:defRPr kumimoji="1" lang="ko-KR" altLang="en-US" sz="2400" b="0" i="0" u="none" strike="noStrike" cap="none" normalizeH="0" baseline="0" smtClean="0">
            <a:ln>
              <a:noFill/>
            </a:ln>
            <a:solidFill>
              <a:schemeClr val="tx1"/>
            </a:solidFill>
            <a:effectLst/>
            <a:latin typeface="굴림" pitchFamily="50" charset="-127"/>
            <a:ea typeface="굴림" pitchFamily="50" charset="-127"/>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1" hangingPunct="1">
          <a:lnSpc>
            <a:spcPct val="100000"/>
          </a:lnSpc>
          <a:spcBef>
            <a:spcPct val="0"/>
          </a:spcBef>
          <a:spcAft>
            <a:spcPct val="0"/>
          </a:spcAft>
          <a:buClrTx/>
          <a:buSzTx/>
          <a:buFontTx/>
          <a:buNone/>
          <a:tabLst/>
          <a:defRPr kumimoji="1" lang="ko-KR" altLang="en-US" sz="2400" b="0" i="0" u="none" strike="noStrike" cap="none" normalizeH="0" baseline="0" smtClean="0">
            <a:ln>
              <a:noFill/>
            </a:ln>
            <a:solidFill>
              <a:schemeClr val="tx1"/>
            </a:solidFill>
            <a:effectLst/>
            <a:latin typeface="굴림" pitchFamily="50" charset="-127"/>
            <a:ea typeface="굴림" pitchFamily="50" charset="-127"/>
          </a:defRPr>
        </a:defPPr>
      </a:lstStyle>
    </a:lnDef>
  </a:objectDefaults>
  <a:extraClrSchemeLst>
    <a:extraClrScheme>
      <a:clrScheme name="기본 디자인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기본 디자인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기본 디자인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기본 디자인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기본 디자인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기본 디자인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기본 디자인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5_기본 디자인">
  <a:themeElements>
    <a:clrScheme name="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기본 디자인">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1_기본 디자인">
  <a:themeElements>
    <a:clrScheme name="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기본 디자인">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기본 디자인">
  <a:themeElements>
    <a:clrScheme name="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기본 디자인">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Office 테마">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60330</TotalTime>
  <Words>1616</Words>
  <Application>Microsoft Office PowerPoint</Application>
  <PresentationFormat>On-screen Show (16:9)</PresentationFormat>
  <Paragraphs>347</Paragraphs>
  <Slides>80</Slides>
  <Notes>11</Notes>
  <HiddenSlides>4</HiddenSlides>
  <MMClips>0</MMClips>
  <ScaleCrop>false</ScaleCrop>
  <HeadingPairs>
    <vt:vector size="8" baseType="variant">
      <vt:variant>
        <vt:lpstr>Fonts Used</vt:lpstr>
      </vt:variant>
      <vt:variant>
        <vt:i4>4</vt:i4>
      </vt:variant>
      <vt:variant>
        <vt:lpstr>Theme</vt:lpstr>
      </vt:variant>
      <vt:variant>
        <vt:i4>6</vt:i4>
      </vt:variant>
      <vt:variant>
        <vt:lpstr>Slide Titles</vt:lpstr>
      </vt:variant>
      <vt:variant>
        <vt:i4>80</vt:i4>
      </vt:variant>
      <vt:variant>
        <vt:lpstr>Custom Shows</vt:lpstr>
      </vt:variant>
      <vt:variant>
        <vt:i4>1</vt:i4>
      </vt:variant>
    </vt:vector>
  </HeadingPairs>
  <TitlesOfParts>
    <vt:vector size="91" baseType="lpstr">
      <vt:lpstr>맑은 고딕</vt:lpstr>
      <vt:lpstr>맑은 고딕</vt:lpstr>
      <vt:lpstr>굴림</vt:lpstr>
      <vt:lpstr>굴림</vt:lpstr>
      <vt:lpstr>4_기본 디자인</vt:lpstr>
      <vt:lpstr>9_기본 디자인</vt:lpstr>
      <vt:lpstr>21_기본 디자인</vt:lpstr>
      <vt:lpstr>5_기본 디자인</vt:lpstr>
      <vt:lpstr>1_기본 디자인</vt:lpstr>
      <vt:lpstr>기본 디자인</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참  회  기  도</vt:lpstr>
      <vt:lpstr>PowerPoint Presentation</vt:lpstr>
      <vt:lpstr>대  표  기  도</vt:lpstr>
      <vt:lpstr>말 씀 선 포</vt:lpstr>
      <vt:lpstr>성 경 봉 독</vt:lpstr>
      <vt:lpstr>PowerPoint Presentation</vt:lpstr>
      <vt:lpstr>PowerPoint Presentation</vt:lpstr>
      <vt:lpstr>PowerPoint Presentation</vt:lpstr>
      <vt:lpstr>말 씀 선 포</vt:lpstr>
      <vt:lpstr>말 씀 선 포</vt:lpstr>
      <vt:lpstr>PowerPoint Presentation</vt:lpstr>
      <vt:lpstr>말 씀 선 포</vt:lpstr>
      <vt:lpstr>PowerPoint Presentation</vt:lpstr>
      <vt:lpstr>말 씀 선 포</vt:lpstr>
      <vt:lpstr>PowerPoint Presentation</vt:lpstr>
      <vt:lpstr>말 씀 선 포</vt:lpstr>
      <vt:lpstr>PowerPoint Presentation</vt:lpstr>
      <vt:lpstr>PowerPoint Presentation</vt:lpstr>
      <vt:lpstr>PowerPoint Presentation</vt:lpstr>
      <vt:lpstr>PowerPoint Presentation</vt:lpstr>
      <vt:lpstr>PowerPoint Presentation</vt:lpstr>
      <vt:lpstr>헌  금  기  도</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성 경 봉 독</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“성찬의 의미＂</vt:lpstr>
      <vt:lpstr>PowerPoint Presentation</vt:lpstr>
      <vt:lpstr>“성찬의 의미＂</vt:lpstr>
      <vt:lpstr>PowerPoint Presentation</vt:lpstr>
      <vt:lpstr>“성찬의 의미＂</vt:lpstr>
      <vt:lpstr>PowerPoint Presentation</vt:lpstr>
      <vt:lpstr>PowerPoint Presentation</vt:lpstr>
      <vt:lpstr>재구성한 쇼 1</vt:lpstr>
    </vt:vector>
  </TitlesOfParts>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신일교회 주일 아침예배</dc:title>
  <dc:creator>..</dc:creator>
  <cp:lastModifiedBy>Yosub Kim</cp:lastModifiedBy>
  <cp:revision>5381</cp:revision>
  <dcterms:created xsi:type="dcterms:W3CDTF">2001-05-24T08:58:56Z</dcterms:created>
  <dcterms:modified xsi:type="dcterms:W3CDTF">2026-09-20T05:58:24Z</dcterms:modified>
</cp:coreProperties>
</file>